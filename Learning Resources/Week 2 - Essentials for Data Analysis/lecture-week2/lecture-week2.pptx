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62"/>
  </p:notesMasterIdLst>
  <p:sldIdLst>
    <p:sldId id="256" r:id="rId2"/>
    <p:sldId id="339" r:id="rId3"/>
    <p:sldId id="286" r:id="rId4"/>
    <p:sldId id="357" r:id="rId5"/>
    <p:sldId id="427" r:id="rId6"/>
    <p:sldId id="360" r:id="rId7"/>
    <p:sldId id="367" r:id="rId8"/>
    <p:sldId id="366" r:id="rId9"/>
    <p:sldId id="364" r:id="rId10"/>
    <p:sldId id="369" r:id="rId11"/>
    <p:sldId id="429" r:id="rId12"/>
    <p:sldId id="371" r:id="rId13"/>
    <p:sldId id="375" r:id="rId14"/>
    <p:sldId id="374" r:id="rId15"/>
    <p:sldId id="431" r:id="rId16"/>
    <p:sldId id="381" r:id="rId17"/>
    <p:sldId id="382" r:id="rId18"/>
    <p:sldId id="430" r:id="rId19"/>
    <p:sldId id="432" r:id="rId20"/>
    <p:sldId id="383" r:id="rId21"/>
    <p:sldId id="384" r:id="rId22"/>
    <p:sldId id="385" r:id="rId23"/>
    <p:sldId id="386" r:id="rId24"/>
    <p:sldId id="388" r:id="rId25"/>
    <p:sldId id="389" r:id="rId26"/>
    <p:sldId id="390" r:id="rId27"/>
    <p:sldId id="400" r:id="rId28"/>
    <p:sldId id="392" r:id="rId29"/>
    <p:sldId id="394" r:id="rId30"/>
    <p:sldId id="393" r:id="rId31"/>
    <p:sldId id="398" r:id="rId32"/>
    <p:sldId id="399" r:id="rId33"/>
    <p:sldId id="395" r:id="rId34"/>
    <p:sldId id="396" r:id="rId35"/>
    <p:sldId id="397" r:id="rId36"/>
    <p:sldId id="401" r:id="rId37"/>
    <p:sldId id="404" r:id="rId38"/>
    <p:sldId id="405" r:id="rId39"/>
    <p:sldId id="402" r:id="rId40"/>
    <p:sldId id="403" r:id="rId41"/>
    <p:sldId id="406" r:id="rId42"/>
    <p:sldId id="411" r:id="rId43"/>
    <p:sldId id="409" r:id="rId44"/>
    <p:sldId id="412" r:id="rId45"/>
    <p:sldId id="410" r:id="rId46"/>
    <p:sldId id="416" r:id="rId47"/>
    <p:sldId id="435" r:id="rId48"/>
    <p:sldId id="414" r:id="rId49"/>
    <p:sldId id="417" r:id="rId50"/>
    <p:sldId id="415" r:id="rId51"/>
    <p:sldId id="419" r:id="rId52"/>
    <p:sldId id="418" r:id="rId53"/>
    <p:sldId id="420" r:id="rId54"/>
    <p:sldId id="421" r:id="rId55"/>
    <p:sldId id="422" r:id="rId56"/>
    <p:sldId id="423" r:id="rId57"/>
    <p:sldId id="424" r:id="rId58"/>
    <p:sldId id="425" r:id="rId59"/>
    <p:sldId id="340" r:id="rId60"/>
    <p:sldId id="342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FA00"/>
    <a:srgbClr val="FFFD78"/>
    <a:srgbClr val="D5FC79"/>
    <a:srgbClr val="FFD579"/>
    <a:srgbClr val="FCCDCD"/>
    <a:srgbClr val="FFB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CE272-96A2-4EB5-97CC-FF1A93D9557E}" v="73" dt="2026-07-12T23:49:58.919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42"/>
    <p:restoredTop sz="61742" autoAdjust="0"/>
  </p:normalViewPr>
  <p:slideViewPr>
    <p:cSldViewPr snapToGrid="0">
      <p:cViewPr varScale="1">
        <p:scale>
          <a:sx n="94" d="100"/>
          <a:sy n="94" d="100"/>
        </p:scale>
        <p:origin x="10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Ansarizadeh" userId="2e2f4077-aba0-49c7-b26f-c647714fbdc0" providerId="ADAL" clId="{4AF819A5-1A07-4075-8C4E-D726B4CE70A1}"/>
    <pc:docChg chg="undo custSel addSld delSld modSld sldOrd">
      <pc:chgData name="Fatima Ansarizadeh" userId="2e2f4077-aba0-49c7-b26f-c647714fbdc0" providerId="ADAL" clId="{4AF819A5-1A07-4075-8C4E-D726B4CE70A1}" dt="2026-07-13T00:47:28.912" v="1768" actId="20577"/>
      <pc:docMkLst>
        <pc:docMk/>
      </pc:docMkLst>
      <pc:sldChg chg="modSp mod modNotesTx">
        <pc:chgData name="Fatima Ansarizadeh" userId="2e2f4077-aba0-49c7-b26f-c647714fbdc0" providerId="ADAL" clId="{4AF819A5-1A07-4075-8C4E-D726B4CE70A1}" dt="2026-07-12T23:01:27.682" v="1506" actId="20577"/>
        <pc:sldMkLst>
          <pc:docMk/>
          <pc:sldMk cId="1332387644" sldId="256"/>
        </pc:sldMkLst>
        <pc:spChg chg="mod">
          <ac:chgData name="Fatima Ansarizadeh" userId="2e2f4077-aba0-49c7-b26f-c647714fbdc0" providerId="ADAL" clId="{4AF819A5-1A07-4075-8C4E-D726B4CE70A1}" dt="2026-07-08T01:57:14.095" v="45" actId="20577"/>
          <ac:spMkLst>
            <pc:docMk/>
            <pc:sldMk cId="1332387644" sldId="256"/>
            <ac:spMk id="6" creationId="{60EB6CD3-1079-C315-AFA6-5381F1AB7B61}"/>
          </ac:spMkLst>
        </pc:spChg>
      </pc:sldChg>
      <pc:sldChg chg="modSp mod">
        <pc:chgData name="Fatima Ansarizadeh" userId="2e2f4077-aba0-49c7-b26f-c647714fbdc0" providerId="ADAL" clId="{4AF819A5-1A07-4075-8C4E-D726B4CE70A1}" dt="2026-07-09T12:35:31.057" v="793" actId="1076"/>
        <pc:sldMkLst>
          <pc:docMk/>
          <pc:sldMk cId="3931624780" sldId="339"/>
        </pc:sldMkLst>
        <pc:spChg chg="mod">
          <ac:chgData name="Fatima Ansarizadeh" userId="2e2f4077-aba0-49c7-b26f-c647714fbdc0" providerId="ADAL" clId="{4AF819A5-1A07-4075-8C4E-D726B4CE70A1}" dt="2026-07-09T12:32:40.568" v="752" actId="20577"/>
          <ac:spMkLst>
            <pc:docMk/>
            <pc:sldMk cId="3931624780" sldId="339"/>
            <ac:spMk id="2" creationId="{A3EA757A-1DC5-4610-897D-1BF798A5DCF5}"/>
          </ac:spMkLst>
        </pc:spChg>
        <pc:spChg chg="mod">
          <ac:chgData name="Fatima Ansarizadeh" userId="2e2f4077-aba0-49c7-b26f-c647714fbdc0" providerId="ADAL" clId="{4AF819A5-1A07-4075-8C4E-D726B4CE70A1}" dt="2026-07-09T12:35:31.057" v="793" actId="1076"/>
          <ac:spMkLst>
            <pc:docMk/>
            <pc:sldMk cId="3931624780" sldId="339"/>
            <ac:spMk id="3" creationId="{35A7EBEF-C5EF-C27F-584B-2C710C594F8F}"/>
          </ac:spMkLst>
        </pc:spChg>
      </pc:sldChg>
      <pc:sldChg chg="addSp delSp modSp mod">
        <pc:chgData name="Fatima Ansarizadeh" userId="2e2f4077-aba0-49c7-b26f-c647714fbdc0" providerId="ADAL" clId="{4AF819A5-1A07-4075-8C4E-D726B4CE70A1}" dt="2026-07-12T23:08:23.919" v="1520" actId="1076"/>
        <pc:sldMkLst>
          <pc:docMk/>
          <pc:sldMk cId="1310766766" sldId="357"/>
        </pc:sldMkLst>
        <pc:spChg chg="mod">
          <ac:chgData name="Fatima Ansarizadeh" userId="2e2f4077-aba0-49c7-b26f-c647714fbdc0" providerId="ADAL" clId="{4AF819A5-1A07-4075-8C4E-D726B4CE70A1}" dt="2026-07-08T02:31:51.783" v="85" actId="1076"/>
          <ac:spMkLst>
            <pc:docMk/>
            <pc:sldMk cId="1310766766" sldId="357"/>
            <ac:spMk id="2" creationId="{1CFA3C52-27E8-8874-0CBC-C6DCB866D26F}"/>
          </ac:spMkLst>
        </pc:spChg>
        <pc:spChg chg="mod">
          <ac:chgData name="Fatima Ansarizadeh" userId="2e2f4077-aba0-49c7-b26f-c647714fbdc0" providerId="ADAL" clId="{4AF819A5-1A07-4075-8C4E-D726B4CE70A1}" dt="2026-07-12T23:05:43.147" v="1513" actId="14100"/>
          <ac:spMkLst>
            <pc:docMk/>
            <pc:sldMk cId="1310766766" sldId="357"/>
            <ac:spMk id="3" creationId="{DE418F32-49E1-A2CC-BC92-C5DE55AE5D60}"/>
          </ac:spMkLst>
        </pc:spChg>
        <pc:spChg chg="add mod">
          <ac:chgData name="Fatima Ansarizadeh" userId="2e2f4077-aba0-49c7-b26f-c647714fbdc0" providerId="ADAL" clId="{4AF819A5-1A07-4075-8C4E-D726B4CE70A1}" dt="2026-07-09T11:59:49.366" v="736" actId="13926"/>
          <ac:spMkLst>
            <pc:docMk/>
            <pc:sldMk cId="1310766766" sldId="357"/>
            <ac:spMk id="10" creationId="{3CE81897-F24B-B7F4-4CC2-6B31A0AFC87A}"/>
          </ac:spMkLst>
        </pc:spChg>
        <pc:picChg chg="add mod">
          <ac:chgData name="Fatima Ansarizadeh" userId="2e2f4077-aba0-49c7-b26f-c647714fbdc0" providerId="ADAL" clId="{4AF819A5-1A07-4075-8C4E-D726B4CE70A1}" dt="2026-07-12T23:08:23.919" v="1520" actId="1076"/>
          <ac:picMkLst>
            <pc:docMk/>
            <pc:sldMk cId="1310766766" sldId="357"/>
            <ac:picMk id="5" creationId="{E100C633-B4E1-CAA4-05FF-6BEE97C564CA}"/>
          </ac:picMkLst>
        </pc:picChg>
        <pc:picChg chg="add del mod">
          <ac:chgData name="Fatima Ansarizadeh" userId="2e2f4077-aba0-49c7-b26f-c647714fbdc0" providerId="ADAL" clId="{4AF819A5-1A07-4075-8C4E-D726B4CE70A1}" dt="2026-07-12T23:08:13.668" v="1514" actId="478"/>
          <ac:picMkLst>
            <pc:docMk/>
            <pc:sldMk cId="1310766766" sldId="357"/>
            <ac:picMk id="6" creationId="{151BC354-5985-55EB-629B-4915A7D64F09}"/>
          </ac:picMkLst>
        </pc:picChg>
        <pc:picChg chg="add del mod">
          <ac:chgData name="Fatima Ansarizadeh" userId="2e2f4077-aba0-49c7-b26f-c647714fbdc0" providerId="ADAL" clId="{4AF819A5-1A07-4075-8C4E-D726B4CE70A1}" dt="2026-07-12T23:08:14.944" v="1515" actId="478"/>
          <ac:picMkLst>
            <pc:docMk/>
            <pc:sldMk cId="1310766766" sldId="357"/>
            <ac:picMk id="8" creationId="{A8BBBED1-724E-EF60-DC8B-6B3C83327069}"/>
          </ac:picMkLst>
        </pc:picChg>
      </pc:sldChg>
      <pc:sldChg chg="modSp mod modShow">
        <pc:chgData name="Fatima Ansarizadeh" userId="2e2f4077-aba0-49c7-b26f-c647714fbdc0" providerId="ADAL" clId="{4AF819A5-1A07-4075-8C4E-D726B4CE70A1}" dt="2026-07-09T12:37:32.677" v="794" actId="729"/>
        <pc:sldMkLst>
          <pc:docMk/>
          <pc:sldMk cId="337421356" sldId="358"/>
        </pc:sldMkLst>
        <pc:spChg chg="mod">
          <ac:chgData name="Fatima Ansarizadeh" userId="2e2f4077-aba0-49c7-b26f-c647714fbdc0" providerId="ADAL" clId="{4AF819A5-1A07-4075-8C4E-D726B4CE70A1}" dt="2026-07-08T02:33:21.826" v="91" actId="20577"/>
          <ac:spMkLst>
            <pc:docMk/>
            <pc:sldMk cId="337421356" sldId="358"/>
            <ac:spMk id="2" creationId="{D3B23829-C5CF-6CDC-50C5-EC9C7B4E4AFB}"/>
          </ac:spMkLst>
        </pc:spChg>
        <pc:graphicFrameChg chg="mod modGraphic">
          <ac:chgData name="Fatima Ansarizadeh" userId="2e2f4077-aba0-49c7-b26f-c647714fbdc0" providerId="ADAL" clId="{4AF819A5-1A07-4075-8C4E-D726B4CE70A1}" dt="2026-07-09T12:15:18.654" v="746" actId="14734"/>
          <ac:graphicFrameMkLst>
            <pc:docMk/>
            <pc:sldMk cId="337421356" sldId="358"/>
            <ac:graphicFrameMk id="5" creationId="{9C134286-FFE3-9833-BE12-361AD921A403}"/>
          </ac:graphicFrameMkLst>
        </pc:graphicFrameChg>
      </pc:sldChg>
      <pc:sldChg chg="modSp mod modNotesTx">
        <pc:chgData name="Fatima Ansarizadeh" userId="2e2f4077-aba0-49c7-b26f-c647714fbdc0" providerId="ADAL" clId="{4AF819A5-1A07-4075-8C4E-D726B4CE70A1}" dt="2026-07-12T23:11:20.638" v="1538" actId="20577"/>
        <pc:sldMkLst>
          <pc:docMk/>
          <pc:sldMk cId="2450645063" sldId="360"/>
        </pc:sldMkLst>
        <pc:spChg chg="mod">
          <ac:chgData name="Fatima Ansarizadeh" userId="2e2f4077-aba0-49c7-b26f-c647714fbdc0" providerId="ADAL" clId="{4AF819A5-1A07-4075-8C4E-D726B4CE70A1}" dt="2026-07-08T06:50:03.443" v="158" actId="1076"/>
          <ac:spMkLst>
            <pc:docMk/>
            <pc:sldMk cId="2450645063" sldId="360"/>
            <ac:spMk id="2" creationId="{AD1AF250-4D79-076F-6A01-8FF7D3D1E482}"/>
          </ac:spMkLst>
        </pc:spChg>
        <pc:spChg chg="mod">
          <ac:chgData name="Fatima Ansarizadeh" userId="2e2f4077-aba0-49c7-b26f-c647714fbdc0" providerId="ADAL" clId="{4AF819A5-1A07-4075-8C4E-D726B4CE70A1}" dt="2026-07-12T23:11:05.234" v="1521" actId="13926"/>
          <ac:spMkLst>
            <pc:docMk/>
            <pc:sldMk cId="2450645063" sldId="360"/>
            <ac:spMk id="5" creationId="{937F1AD8-40F6-1357-B311-6A7475F2185C}"/>
          </ac:spMkLst>
        </pc:spChg>
      </pc:sldChg>
      <pc:sldChg chg="addSp modSp mod modShow">
        <pc:chgData name="Fatima Ansarizadeh" userId="2e2f4077-aba0-49c7-b26f-c647714fbdc0" providerId="ADAL" clId="{4AF819A5-1A07-4075-8C4E-D726B4CE70A1}" dt="2026-07-08T13:48:23.006" v="286" actId="1076"/>
        <pc:sldMkLst>
          <pc:docMk/>
          <pc:sldMk cId="2652520680" sldId="363"/>
        </pc:sldMkLst>
        <pc:picChg chg="add mod">
          <ac:chgData name="Fatima Ansarizadeh" userId="2e2f4077-aba0-49c7-b26f-c647714fbdc0" providerId="ADAL" clId="{4AF819A5-1A07-4075-8C4E-D726B4CE70A1}" dt="2026-07-08T13:48:23.006" v="286" actId="1076"/>
          <ac:picMkLst>
            <pc:docMk/>
            <pc:sldMk cId="2652520680" sldId="363"/>
            <ac:picMk id="4" creationId="{93684E6E-7AD2-77C2-8A8C-4B32FE2B6FF5}"/>
          </ac:picMkLst>
        </pc:picChg>
      </pc:sldChg>
      <pc:sldChg chg="modSp mod">
        <pc:chgData name="Fatima Ansarizadeh" userId="2e2f4077-aba0-49c7-b26f-c647714fbdc0" providerId="ADAL" clId="{4AF819A5-1A07-4075-8C4E-D726B4CE70A1}" dt="2026-07-12T23:20:15.976" v="1566" actId="13926"/>
        <pc:sldMkLst>
          <pc:docMk/>
          <pc:sldMk cId="4009501537" sldId="364"/>
        </pc:sldMkLst>
        <pc:spChg chg="mod">
          <ac:chgData name="Fatima Ansarizadeh" userId="2e2f4077-aba0-49c7-b26f-c647714fbdc0" providerId="ADAL" clId="{4AF819A5-1A07-4075-8C4E-D726B4CE70A1}" dt="2026-07-08T13:27:32.521" v="234" actId="1076"/>
          <ac:spMkLst>
            <pc:docMk/>
            <pc:sldMk cId="4009501537" sldId="364"/>
            <ac:spMk id="2" creationId="{0FE1DF49-8450-1B89-D7F7-6C4AA6505434}"/>
          </ac:spMkLst>
        </pc:spChg>
        <pc:spChg chg="mod">
          <ac:chgData name="Fatima Ansarizadeh" userId="2e2f4077-aba0-49c7-b26f-c647714fbdc0" providerId="ADAL" clId="{4AF819A5-1A07-4075-8C4E-D726B4CE70A1}" dt="2026-07-12T23:20:15.976" v="1566" actId="13926"/>
          <ac:spMkLst>
            <pc:docMk/>
            <pc:sldMk cId="4009501537" sldId="364"/>
            <ac:spMk id="5" creationId="{B8208C77-7195-85B1-5311-F46BCBD0B3FE}"/>
          </ac:spMkLst>
        </pc:spChg>
      </pc:sldChg>
      <pc:sldChg chg="modSp mod">
        <pc:chgData name="Fatima Ansarizadeh" userId="2e2f4077-aba0-49c7-b26f-c647714fbdc0" providerId="ADAL" clId="{4AF819A5-1A07-4075-8C4E-D726B4CE70A1}" dt="2026-07-08T13:15:04.671" v="233" actId="1076"/>
        <pc:sldMkLst>
          <pc:docMk/>
          <pc:sldMk cId="2466713207" sldId="366"/>
        </pc:sldMkLst>
        <pc:spChg chg="mod">
          <ac:chgData name="Fatima Ansarizadeh" userId="2e2f4077-aba0-49c7-b26f-c647714fbdc0" providerId="ADAL" clId="{4AF819A5-1A07-4075-8C4E-D726B4CE70A1}" dt="2026-07-08T13:15:04.671" v="233" actId="1076"/>
          <ac:spMkLst>
            <pc:docMk/>
            <pc:sldMk cId="2466713207" sldId="366"/>
            <ac:spMk id="2" creationId="{38D1E156-4002-9871-0945-733F2A80A9BA}"/>
          </ac:spMkLst>
        </pc:spChg>
      </pc:sldChg>
      <pc:sldChg chg="addSp modSp mod">
        <pc:chgData name="Fatima Ansarizadeh" userId="2e2f4077-aba0-49c7-b26f-c647714fbdc0" providerId="ADAL" clId="{4AF819A5-1A07-4075-8C4E-D726B4CE70A1}" dt="2026-07-12T23:12:36.876" v="1564" actId="20577"/>
        <pc:sldMkLst>
          <pc:docMk/>
          <pc:sldMk cId="539290635" sldId="367"/>
        </pc:sldMkLst>
        <pc:spChg chg="mod">
          <ac:chgData name="Fatima Ansarizadeh" userId="2e2f4077-aba0-49c7-b26f-c647714fbdc0" providerId="ADAL" clId="{4AF819A5-1A07-4075-8C4E-D726B4CE70A1}" dt="2026-07-08T13:09:23.236" v="207" actId="20577"/>
          <ac:spMkLst>
            <pc:docMk/>
            <pc:sldMk cId="539290635" sldId="367"/>
            <ac:spMk id="2" creationId="{AD1AF250-4D79-076F-6A01-8FF7D3D1E482}"/>
          </ac:spMkLst>
        </pc:spChg>
        <pc:graphicFrameChg chg="mod modGraphic">
          <ac:chgData name="Fatima Ansarizadeh" userId="2e2f4077-aba0-49c7-b26f-c647714fbdc0" providerId="ADAL" clId="{4AF819A5-1A07-4075-8C4E-D726B4CE70A1}" dt="2026-07-12T23:12:36.876" v="1564" actId="20577"/>
          <ac:graphicFrameMkLst>
            <pc:docMk/>
            <pc:sldMk cId="539290635" sldId="367"/>
            <ac:graphicFrameMk id="15" creationId="{E6817667-38FB-DF76-DF6B-82CA6595D3EF}"/>
          </ac:graphicFrameMkLst>
        </pc:graphicFrameChg>
        <pc:picChg chg="add mod">
          <ac:chgData name="Fatima Ansarizadeh" userId="2e2f4077-aba0-49c7-b26f-c647714fbdc0" providerId="ADAL" clId="{4AF819A5-1A07-4075-8C4E-D726B4CE70A1}" dt="2026-07-08T13:13:00.945" v="224" actId="1076"/>
          <ac:picMkLst>
            <pc:docMk/>
            <pc:sldMk cId="539290635" sldId="367"/>
            <ac:picMk id="4" creationId="{D92DEB6D-DA64-CF97-251F-C4FA1E00708C}"/>
          </ac:picMkLst>
        </pc:picChg>
      </pc:sldChg>
      <pc:sldChg chg="modSp mod modShow modNotesTx">
        <pc:chgData name="Fatima Ansarizadeh" userId="2e2f4077-aba0-49c7-b26f-c647714fbdc0" providerId="ADAL" clId="{4AF819A5-1A07-4075-8C4E-D726B4CE70A1}" dt="2026-07-12T23:25:27.012" v="1602" actId="113"/>
        <pc:sldMkLst>
          <pc:docMk/>
          <pc:sldMk cId="2403376103" sldId="369"/>
        </pc:sldMkLst>
        <pc:spChg chg="mod">
          <ac:chgData name="Fatima Ansarizadeh" userId="2e2f4077-aba0-49c7-b26f-c647714fbdc0" providerId="ADAL" clId="{4AF819A5-1A07-4075-8C4E-D726B4CE70A1}" dt="2026-07-08T13:48:32.409" v="287" actId="1076"/>
          <ac:spMkLst>
            <pc:docMk/>
            <pc:sldMk cId="2403376103" sldId="369"/>
            <ac:spMk id="2" creationId="{0FE1DF49-8450-1B89-D7F7-6C4AA6505434}"/>
          </ac:spMkLst>
        </pc:spChg>
        <pc:spChg chg="mod">
          <ac:chgData name="Fatima Ansarizadeh" userId="2e2f4077-aba0-49c7-b26f-c647714fbdc0" providerId="ADAL" clId="{4AF819A5-1A07-4075-8C4E-D726B4CE70A1}" dt="2026-07-12T23:24:25.616" v="1599" actId="13926"/>
          <ac:spMkLst>
            <pc:docMk/>
            <pc:sldMk cId="2403376103" sldId="369"/>
            <ac:spMk id="5" creationId="{B8208C77-7195-85B1-5311-F46BCBD0B3FE}"/>
          </ac:spMkLst>
        </pc:spChg>
      </pc:sldChg>
      <pc:sldChg chg="modSp mod">
        <pc:chgData name="Fatima Ansarizadeh" userId="2e2f4077-aba0-49c7-b26f-c647714fbdc0" providerId="ADAL" clId="{4AF819A5-1A07-4075-8C4E-D726B4CE70A1}" dt="2026-07-09T06:21:50.403" v="596" actId="1076"/>
        <pc:sldMkLst>
          <pc:docMk/>
          <pc:sldMk cId="862884230" sldId="371"/>
        </pc:sldMkLst>
        <pc:spChg chg="mod">
          <ac:chgData name="Fatima Ansarizadeh" userId="2e2f4077-aba0-49c7-b26f-c647714fbdc0" providerId="ADAL" clId="{4AF819A5-1A07-4075-8C4E-D726B4CE70A1}" dt="2026-07-08T14:35:59.978" v="385" actId="1076"/>
          <ac:spMkLst>
            <pc:docMk/>
            <pc:sldMk cId="862884230" sldId="371"/>
            <ac:spMk id="2" creationId="{5EF2E266-D572-066C-93BC-00F507D50FF1}"/>
          </ac:spMkLst>
        </pc:spChg>
        <pc:picChg chg="mod">
          <ac:chgData name="Fatima Ansarizadeh" userId="2e2f4077-aba0-49c7-b26f-c647714fbdc0" providerId="ADAL" clId="{4AF819A5-1A07-4075-8C4E-D726B4CE70A1}" dt="2026-07-09T06:21:50.403" v="596" actId="1076"/>
          <ac:picMkLst>
            <pc:docMk/>
            <pc:sldMk cId="862884230" sldId="371"/>
            <ac:picMk id="4" creationId="{C235947D-053A-DCD6-406B-0D3F24E53EF5}"/>
          </ac:picMkLst>
        </pc:picChg>
      </pc:sldChg>
      <pc:sldChg chg="modSp mod modShow">
        <pc:chgData name="Fatima Ansarizadeh" userId="2e2f4077-aba0-49c7-b26f-c647714fbdc0" providerId="ADAL" clId="{4AF819A5-1A07-4075-8C4E-D726B4CE70A1}" dt="2026-07-08T06:56:33.254" v="197" actId="729"/>
        <pc:sldMkLst>
          <pc:docMk/>
          <pc:sldMk cId="4144857708" sldId="372"/>
        </pc:sldMkLst>
        <pc:spChg chg="mod">
          <ac:chgData name="Fatima Ansarizadeh" userId="2e2f4077-aba0-49c7-b26f-c647714fbdc0" providerId="ADAL" clId="{4AF819A5-1A07-4075-8C4E-D726B4CE70A1}" dt="2026-07-08T06:55:50.334" v="195" actId="1076"/>
          <ac:spMkLst>
            <pc:docMk/>
            <pc:sldMk cId="4144857708" sldId="372"/>
            <ac:spMk id="2" creationId="{6EDBCE77-3506-7BB9-CDAF-1E23098DAABF}"/>
          </ac:spMkLst>
        </pc:spChg>
      </pc:sldChg>
      <pc:sldChg chg="modSp mod modShow">
        <pc:chgData name="Fatima Ansarizadeh" userId="2e2f4077-aba0-49c7-b26f-c647714fbdc0" providerId="ADAL" clId="{4AF819A5-1A07-4075-8C4E-D726B4CE70A1}" dt="2026-07-09T12:57:24.235" v="837" actId="729"/>
        <pc:sldMkLst>
          <pc:docMk/>
          <pc:sldMk cId="1688506685" sldId="373"/>
        </pc:sldMkLst>
        <pc:spChg chg="mod">
          <ac:chgData name="Fatima Ansarizadeh" userId="2e2f4077-aba0-49c7-b26f-c647714fbdc0" providerId="ADAL" clId="{4AF819A5-1A07-4075-8C4E-D726B4CE70A1}" dt="2026-07-08T13:33:34.070" v="255" actId="1076"/>
          <ac:spMkLst>
            <pc:docMk/>
            <pc:sldMk cId="1688506685" sldId="373"/>
            <ac:spMk id="2" creationId="{90242885-33DB-B5B2-972F-81759627B6A6}"/>
          </ac:spMkLst>
        </pc:spChg>
      </pc:sldChg>
      <pc:sldChg chg="addSp modSp mod modShow">
        <pc:chgData name="Fatima Ansarizadeh" userId="2e2f4077-aba0-49c7-b26f-c647714fbdc0" providerId="ADAL" clId="{4AF819A5-1A07-4075-8C4E-D726B4CE70A1}" dt="2026-07-12T23:48:37.795" v="1701" actId="1076"/>
        <pc:sldMkLst>
          <pc:docMk/>
          <pc:sldMk cId="3076988154" sldId="377"/>
        </pc:sldMkLst>
        <pc:spChg chg="mod">
          <ac:chgData name="Fatima Ansarizadeh" userId="2e2f4077-aba0-49c7-b26f-c647714fbdc0" providerId="ADAL" clId="{4AF819A5-1A07-4075-8C4E-D726B4CE70A1}" dt="2026-07-08T14:36:22.040" v="386" actId="1076"/>
          <ac:spMkLst>
            <pc:docMk/>
            <pc:sldMk cId="3076988154" sldId="377"/>
            <ac:spMk id="2" creationId="{F6562F49-2FB6-1167-E583-56BB1EEF1342}"/>
          </ac:spMkLst>
        </pc:spChg>
        <pc:picChg chg="add mod">
          <ac:chgData name="Fatima Ansarizadeh" userId="2e2f4077-aba0-49c7-b26f-c647714fbdc0" providerId="ADAL" clId="{4AF819A5-1A07-4075-8C4E-D726B4CE70A1}" dt="2026-07-12T23:48:37.795" v="1701" actId="1076"/>
          <ac:picMkLst>
            <pc:docMk/>
            <pc:sldMk cId="3076988154" sldId="377"/>
            <ac:picMk id="5" creationId="{3B725091-0108-71D0-1116-8888EDC68167}"/>
          </ac:picMkLst>
        </pc:picChg>
      </pc:sldChg>
      <pc:sldChg chg="modSp mod modShow">
        <pc:chgData name="Fatima Ansarizadeh" userId="2e2f4077-aba0-49c7-b26f-c647714fbdc0" providerId="ADAL" clId="{4AF819A5-1A07-4075-8C4E-D726B4CE70A1}" dt="2026-07-09T11:45:25.333" v="664" actId="729"/>
        <pc:sldMkLst>
          <pc:docMk/>
          <pc:sldMk cId="506178559" sldId="378"/>
        </pc:sldMkLst>
        <pc:spChg chg="mod">
          <ac:chgData name="Fatima Ansarizadeh" userId="2e2f4077-aba0-49c7-b26f-c647714fbdc0" providerId="ADAL" clId="{4AF819A5-1A07-4075-8C4E-D726B4CE70A1}" dt="2026-07-08T14:36:32.690" v="387" actId="1076"/>
          <ac:spMkLst>
            <pc:docMk/>
            <pc:sldMk cId="506178559" sldId="378"/>
            <ac:spMk id="2" creationId="{F6562F49-2FB6-1167-E583-56BB1EEF1342}"/>
          </ac:spMkLst>
        </pc:spChg>
      </pc:sldChg>
      <pc:sldChg chg="modSp mod modShow">
        <pc:chgData name="Fatima Ansarizadeh" userId="2e2f4077-aba0-49c7-b26f-c647714fbdc0" providerId="ADAL" clId="{4AF819A5-1A07-4075-8C4E-D726B4CE70A1}" dt="2026-07-09T11:45:43.938" v="665" actId="729"/>
        <pc:sldMkLst>
          <pc:docMk/>
          <pc:sldMk cId="2687172955" sldId="379"/>
        </pc:sldMkLst>
        <pc:spChg chg="mod">
          <ac:chgData name="Fatima Ansarizadeh" userId="2e2f4077-aba0-49c7-b26f-c647714fbdc0" providerId="ADAL" clId="{4AF819A5-1A07-4075-8C4E-D726B4CE70A1}" dt="2026-07-08T14:36:45.667" v="388" actId="1076"/>
          <ac:spMkLst>
            <pc:docMk/>
            <pc:sldMk cId="2687172955" sldId="379"/>
            <ac:spMk id="2" creationId="{F6562F49-2FB6-1167-E583-56BB1EEF1342}"/>
          </ac:spMkLst>
        </pc:spChg>
      </pc:sldChg>
      <pc:sldChg chg="modSp mod modShow">
        <pc:chgData name="Fatima Ansarizadeh" userId="2e2f4077-aba0-49c7-b26f-c647714fbdc0" providerId="ADAL" clId="{4AF819A5-1A07-4075-8C4E-D726B4CE70A1}" dt="2026-07-09T11:45:51.231" v="666" actId="729"/>
        <pc:sldMkLst>
          <pc:docMk/>
          <pc:sldMk cId="1865770245" sldId="380"/>
        </pc:sldMkLst>
        <pc:spChg chg="mod">
          <ac:chgData name="Fatima Ansarizadeh" userId="2e2f4077-aba0-49c7-b26f-c647714fbdc0" providerId="ADAL" clId="{4AF819A5-1A07-4075-8C4E-D726B4CE70A1}" dt="2026-07-08T14:37:25.059" v="390" actId="1076"/>
          <ac:spMkLst>
            <pc:docMk/>
            <pc:sldMk cId="1865770245" sldId="380"/>
            <ac:spMk id="2" creationId="{58FE4D63-551D-244A-60CC-83CC7C34B8C2}"/>
          </ac:spMkLst>
        </pc:spChg>
      </pc:sldChg>
      <pc:sldChg chg="modSp mod ord">
        <pc:chgData name="Fatima Ansarizadeh" userId="2e2f4077-aba0-49c7-b26f-c647714fbdc0" providerId="ADAL" clId="{4AF819A5-1A07-4075-8C4E-D726B4CE70A1}" dt="2026-07-12T23:40:13.948" v="1698"/>
        <pc:sldMkLst>
          <pc:docMk/>
          <pc:sldMk cId="1510521162" sldId="381"/>
        </pc:sldMkLst>
        <pc:spChg chg="mod">
          <ac:chgData name="Fatima Ansarizadeh" userId="2e2f4077-aba0-49c7-b26f-c647714fbdc0" providerId="ADAL" clId="{4AF819A5-1A07-4075-8C4E-D726B4CE70A1}" dt="2026-07-10T00:42:34.480" v="903" actId="27636"/>
          <ac:spMkLst>
            <pc:docMk/>
            <pc:sldMk cId="1510521162" sldId="381"/>
            <ac:spMk id="2" creationId="{5622202D-A126-984F-58DE-03FDC90FEC0B}"/>
          </ac:spMkLst>
        </pc:spChg>
      </pc:sldChg>
      <pc:sldChg chg="modSp mod ord">
        <pc:chgData name="Fatima Ansarizadeh" userId="2e2f4077-aba0-49c7-b26f-c647714fbdc0" providerId="ADAL" clId="{4AF819A5-1A07-4075-8C4E-D726B4CE70A1}" dt="2026-07-12T23:51:02.712" v="1732" actId="1076"/>
        <pc:sldMkLst>
          <pc:docMk/>
          <pc:sldMk cId="30837049" sldId="382"/>
        </pc:sldMkLst>
        <pc:spChg chg="mod">
          <ac:chgData name="Fatima Ansarizadeh" userId="2e2f4077-aba0-49c7-b26f-c647714fbdc0" providerId="ADAL" clId="{4AF819A5-1A07-4075-8C4E-D726B4CE70A1}" dt="2026-07-12T23:51:02.712" v="1732" actId="1076"/>
          <ac:spMkLst>
            <pc:docMk/>
            <pc:sldMk cId="30837049" sldId="382"/>
            <ac:spMk id="2" creationId="{E837A55B-11FD-B376-E21C-D1B6286273B5}"/>
          </ac:spMkLst>
        </pc:spChg>
      </pc:sldChg>
      <pc:sldChg chg="addSp delSp modSp mod">
        <pc:chgData name="Fatima Ansarizadeh" userId="2e2f4077-aba0-49c7-b26f-c647714fbdc0" providerId="ADAL" clId="{4AF819A5-1A07-4075-8C4E-D726B4CE70A1}" dt="2026-07-12T23:55:31.183" v="1737" actId="1076"/>
        <pc:sldMkLst>
          <pc:docMk/>
          <pc:sldMk cId="3607425732" sldId="383"/>
        </pc:sldMkLst>
        <pc:spChg chg="mod">
          <ac:chgData name="Fatima Ansarizadeh" userId="2e2f4077-aba0-49c7-b26f-c647714fbdc0" providerId="ADAL" clId="{4AF819A5-1A07-4075-8C4E-D726B4CE70A1}" dt="2026-07-10T00:51:12.360" v="906" actId="1076"/>
          <ac:spMkLst>
            <pc:docMk/>
            <pc:sldMk cId="3607425732" sldId="383"/>
            <ac:spMk id="2" creationId="{071C0D1B-2E10-994F-29B9-7D546A444ACD}"/>
          </ac:spMkLst>
        </pc:spChg>
        <pc:graphicFrameChg chg="mod modGraphic">
          <ac:chgData name="Fatima Ansarizadeh" userId="2e2f4077-aba0-49c7-b26f-c647714fbdc0" providerId="ADAL" clId="{4AF819A5-1A07-4075-8C4E-D726B4CE70A1}" dt="2026-07-12T23:55:31.183" v="1737" actId="1076"/>
          <ac:graphicFrameMkLst>
            <pc:docMk/>
            <pc:sldMk cId="3607425732" sldId="383"/>
            <ac:graphicFrameMk id="7" creationId="{F8B4C312-2E3F-06DA-453F-FAEE62D43131}"/>
          </ac:graphicFrameMkLst>
        </pc:graphicFrameChg>
      </pc:sldChg>
      <pc:sldChg chg="addSp modSp mod modNotesTx">
        <pc:chgData name="Fatima Ansarizadeh" userId="2e2f4077-aba0-49c7-b26f-c647714fbdc0" providerId="ADAL" clId="{4AF819A5-1A07-4075-8C4E-D726B4CE70A1}" dt="2026-07-13T00:06:04.557" v="1743" actId="113"/>
        <pc:sldMkLst>
          <pc:docMk/>
          <pc:sldMk cId="708997956" sldId="392"/>
        </pc:sldMkLst>
        <pc:picChg chg="add mod">
          <ac:chgData name="Fatima Ansarizadeh" userId="2e2f4077-aba0-49c7-b26f-c647714fbdc0" providerId="ADAL" clId="{4AF819A5-1A07-4075-8C4E-D726B4CE70A1}" dt="2026-07-12T23:59:45.715" v="1741" actId="1076"/>
          <ac:picMkLst>
            <pc:docMk/>
            <pc:sldMk cId="708997956" sldId="392"/>
            <ac:picMk id="5" creationId="{D0716E03-5CB8-0C4F-DA9D-F8A01D8429C1}"/>
          </ac:picMkLst>
        </pc:picChg>
      </pc:sldChg>
      <pc:sldChg chg="addSp modSp mod modNotesTx">
        <pc:chgData name="Fatima Ansarizadeh" userId="2e2f4077-aba0-49c7-b26f-c647714fbdc0" providerId="ADAL" clId="{4AF819A5-1A07-4075-8C4E-D726B4CE70A1}" dt="2026-07-12T12:36:55.308" v="1097" actId="14100"/>
        <pc:sldMkLst>
          <pc:docMk/>
          <pc:sldMk cId="90671758" sldId="393"/>
        </pc:sldMkLst>
        <pc:spChg chg="mod">
          <ac:chgData name="Fatima Ansarizadeh" userId="2e2f4077-aba0-49c7-b26f-c647714fbdc0" providerId="ADAL" clId="{4AF819A5-1A07-4075-8C4E-D726B4CE70A1}" dt="2026-07-12T12:35:55.565" v="1092" actId="20577"/>
          <ac:spMkLst>
            <pc:docMk/>
            <pc:sldMk cId="90671758" sldId="393"/>
            <ac:spMk id="2" creationId="{35F499C8-4162-9815-3693-B7436FCCBD78}"/>
          </ac:spMkLst>
        </pc:spChg>
        <pc:picChg chg="add mod">
          <ac:chgData name="Fatima Ansarizadeh" userId="2e2f4077-aba0-49c7-b26f-c647714fbdc0" providerId="ADAL" clId="{4AF819A5-1A07-4075-8C4E-D726B4CE70A1}" dt="2026-07-12T12:36:55.308" v="1097" actId="14100"/>
          <ac:picMkLst>
            <pc:docMk/>
            <pc:sldMk cId="90671758" sldId="393"/>
            <ac:picMk id="5" creationId="{BF9EF2B9-BE51-C548-11BB-057BE80C9FBE}"/>
          </ac:picMkLst>
        </pc:picChg>
      </pc:sldChg>
      <pc:sldChg chg="addSp modSp mod modNotesTx">
        <pc:chgData name="Fatima Ansarizadeh" userId="2e2f4077-aba0-49c7-b26f-c647714fbdc0" providerId="ADAL" clId="{4AF819A5-1A07-4075-8C4E-D726B4CE70A1}" dt="2026-07-12T12:34:39.453" v="1085" actId="20577"/>
        <pc:sldMkLst>
          <pc:docMk/>
          <pc:sldMk cId="1603230824" sldId="394"/>
        </pc:sldMkLst>
        <pc:spChg chg="mod">
          <ac:chgData name="Fatima Ansarizadeh" userId="2e2f4077-aba0-49c7-b26f-c647714fbdc0" providerId="ADAL" clId="{4AF819A5-1A07-4075-8C4E-D726B4CE70A1}" dt="2026-07-12T12:32:22.797" v="1068" actId="20577"/>
          <ac:spMkLst>
            <pc:docMk/>
            <pc:sldMk cId="1603230824" sldId="394"/>
            <ac:spMk id="2" creationId="{9CF10356-511C-DC0D-C6BD-FEBC8D2B5ED2}"/>
          </ac:spMkLst>
        </pc:spChg>
        <pc:picChg chg="add mod">
          <ac:chgData name="Fatima Ansarizadeh" userId="2e2f4077-aba0-49c7-b26f-c647714fbdc0" providerId="ADAL" clId="{4AF819A5-1A07-4075-8C4E-D726B4CE70A1}" dt="2026-07-12T12:32:45.006" v="1070" actId="1076"/>
          <ac:picMkLst>
            <pc:docMk/>
            <pc:sldMk cId="1603230824" sldId="394"/>
            <ac:picMk id="5" creationId="{3380E736-5F4B-E3C8-BB5B-93A7C6B65603}"/>
          </ac:picMkLst>
        </pc:picChg>
      </pc:sldChg>
      <pc:sldChg chg="addSp delSp modSp mod modNotesTx">
        <pc:chgData name="Fatima Ansarizadeh" userId="2e2f4077-aba0-49c7-b26f-c647714fbdc0" providerId="ADAL" clId="{4AF819A5-1A07-4075-8C4E-D726B4CE70A1}" dt="2026-07-13T00:26:13.893" v="1747" actId="21"/>
        <pc:sldMkLst>
          <pc:docMk/>
          <pc:sldMk cId="885899090" sldId="395"/>
        </pc:sldMkLst>
        <pc:picChg chg="add del mod">
          <ac:chgData name="Fatima Ansarizadeh" userId="2e2f4077-aba0-49c7-b26f-c647714fbdc0" providerId="ADAL" clId="{4AF819A5-1A07-4075-8C4E-D726B4CE70A1}" dt="2026-07-13T00:26:13.893" v="1747" actId="21"/>
          <ac:picMkLst>
            <pc:docMk/>
            <pc:sldMk cId="885899090" sldId="395"/>
            <ac:picMk id="5" creationId="{A690FB42-08E7-6AB5-0B9E-BA78AC9C1B08}"/>
          </ac:picMkLst>
        </pc:picChg>
        <pc:picChg chg="add mod">
          <ac:chgData name="Fatima Ansarizadeh" userId="2e2f4077-aba0-49c7-b26f-c647714fbdc0" providerId="ADAL" clId="{4AF819A5-1A07-4075-8C4E-D726B4CE70A1}" dt="2026-07-13T00:26:04.617" v="1746" actId="1076"/>
          <ac:picMkLst>
            <pc:docMk/>
            <pc:sldMk cId="885899090" sldId="395"/>
            <ac:picMk id="6" creationId="{2D9D401B-57B6-880B-E507-A8F15469DBAD}"/>
          </ac:picMkLst>
        </pc:picChg>
        <pc:picChg chg="add mod">
          <ac:chgData name="Fatima Ansarizadeh" userId="2e2f4077-aba0-49c7-b26f-c647714fbdc0" providerId="ADAL" clId="{4AF819A5-1A07-4075-8C4E-D726B4CE70A1}" dt="2026-07-13T00:25:22.296" v="1744" actId="1076"/>
          <ac:picMkLst>
            <pc:docMk/>
            <pc:sldMk cId="885899090" sldId="395"/>
            <ac:picMk id="7" creationId="{DD8AF482-E4C7-47E2-AF4D-B4D5DCCD8B52}"/>
          </ac:picMkLst>
        </pc:picChg>
      </pc:sldChg>
      <pc:sldChg chg="addSp modSp mod">
        <pc:chgData name="Fatima Ansarizadeh" userId="2e2f4077-aba0-49c7-b26f-c647714fbdc0" providerId="ADAL" clId="{4AF819A5-1A07-4075-8C4E-D726B4CE70A1}" dt="2026-07-13T00:26:25.620" v="1751" actId="1076"/>
        <pc:sldMkLst>
          <pc:docMk/>
          <pc:sldMk cId="2630781876" sldId="396"/>
        </pc:sldMkLst>
        <pc:picChg chg="add mod">
          <ac:chgData name="Fatima Ansarizadeh" userId="2e2f4077-aba0-49c7-b26f-c647714fbdc0" providerId="ADAL" clId="{4AF819A5-1A07-4075-8C4E-D726B4CE70A1}" dt="2026-07-13T00:26:25.620" v="1751" actId="1076"/>
          <ac:picMkLst>
            <pc:docMk/>
            <pc:sldMk cId="2630781876" sldId="396"/>
            <ac:picMk id="5" creationId="{5B646F37-240C-836A-0662-F6EB622D792E}"/>
          </ac:picMkLst>
        </pc:picChg>
      </pc:sldChg>
      <pc:sldChg chg="addSp modSp mod">
        <pc:chgData name="Fatima Ansarizadeh" userId="2e2f4077-aba0-49c7-b26f-c647714fbdc0" providerId="ADAL" clId="{4AF819A5-1A07-4075-8C4E-D726B4CE70A1}" dt="2026-07-12T12:16:07.672" v="963" actId="1076"/>
        <pc:sldMkLst>
          <pc:docMk/>
          <pc:sldMk cId="4152045434" sldId="397"/>
        </pc:sldMkLst>
        <pc:picChg chg="add mod">
          <ac:chgData name="Fatima Ansarizadeh" userId="2e2f4077-aba0-49c7-b26f-c647714fbdc0" providerId="ADAL" clId="{4AF819A5-1A07-4075-8C4E-D726B4CE70A1}" dt="2026-07-12T12:16:07.672" v="963" actId="1076"/>
          <ac:picMkLst>
            <pc:docMk/>
            <pc:sldMk cId="4152045434" sldId="397"/>
            <ac:picMk id="5" creationId="{1A9122DB-E872-9475-5A0E-265A512FF936}"/>
          </ac:picMkLst>
        </pc:picChg>
      </pc:sldChg>
      <pc:sldChg chg="addSp modSp mod">
        <pc:chgData name="Fatima Ansarizadeh" userId="2e2f4077-aba0-49c7-b26f-c647714fbdc0" providerId="ADAL" clId="{4AF819A5-1A07-4075-8C4E-D726B4CE70A1}" dt="2026-07-12T12:39:15.141" v="1103" actId="1076"/>
        <pc:sldMkLst>
          <pc:docMk/>
          <pc:sldMk cId="2391037256" sldId="398"/>
        </pc:sldMkLst>
        <pc:picChg chg="add mod">
          <ac:chgData name="Fatima Ansarizadeh" userId="2e2f4077-aba0-49c7-b26f-c647714fbdc0" providerId="ADAL" clId="{4AF819A5-1A07-4075-8C4E-D726B4CE70A1}" dt="2026-07-12T12:39:15.141" v="1103" actId="1076"/>
          <ac:picMkLst>
            <pc:docMk/>
            <pc:sldMk cId="2391037256" sldId="398"/>
            <ac:picMk id="4" creationId="{2A7C434C-EE93-0BF3-8BDB-5E25E788CE13}"/>
          </ac:picMkLst>
        </pc:picChg>
        <pc:picChg chg="mod">
          <ac:chgData name="Fatima Ansarizadeh" userId="2e2f4077-aba0-49c7-b26f-c647714fbdc0" providerId="ADAL" clId="{4AF819A5-1A07-4075-8C4E-D726B4CE70A1}" dt="2026-07-12T11:40:25.192" v="951" actId="14100"/>
          <ac:picMkLst>
            <pc:docMk/>
            <pc:sldMk cId="2391037256" sldId="398"/>
            <ac:picMk id="5" creationId="{A6516AAF-9019-D60E-8667-40291B6E28C5}"/>
          </ac:picMkLst>
        </pc:picChg>
      </pc:sldChg>
      <pc:sldChg chg="modSp mod">
        <pc:chgData name="Fatima Ansarizadeh" userId="2e2f4077-aba0-49c7-b26f-c647714fbdc0" providerId="ADAL" clId="{4AF819A5-1A07-4075-8C4E-D726B4CE70A1}" dt="2026-07-12T12:41:52.173" v="1104" actId="1076"/>
        <pc:sldMkLst>
          <pc:docMk/>
          <pc:sldMk cId="3766124531" sldId="399"/>
        </pc:sldMkLst>
        <pc:spChg chg="mod">
          <ac:chgData name="Fatima Ansarizadeh" userId="2e2f4077-aba0-49c7-b26f-c647714fbdc0" providerId="ADAL" clId="{4AF819A5-1A07-4075-8C4E-D726B4CE70A1}" dt="2026-07-12T12:41:52.173" v="1104" actId="1076"/>
          <ac:spMkLst>
            <pc:docMk/>
            <pc:sldMk cId="3766124531" sldId="399"/>
            <ac:spMk id="2" creationId="{F5A89877-AE80-B20E-98B2-587672141AB4}"/>
          </ac:spMkLst>
        </pc:spChg>
      </pc:sldChg>
      <pc:sldChg chg="addSp delSp modSp mod modNotesTx">
        <pc:chgData name="Fatima Ansarizadeh" userId="2e2f4077-aba0-49c7-b26f-c647714fbdc0" providerId="ADAL" clId="{4AF819A5-1A07-4075-8C4E-D726B4CE70A1}" dt="2026-07-12T23:58:35.543" v="1739" actId="1076"/>
        <pc:sldMkLst>
          <pc:docMk/>
          <pc:sldMk cId="2674671668" sldId="400"/>
        </pc:sldMkLst>
        <pc:spChg chg="mod">
          <ac:chgData name="Fatima Ansarizadeh" userId="2e2f4077-aba0-49c7-b26f-c647714fbdc0" providerId="ADAL" clId="{4AF819A5-1A07-4075-8C4E-D726B4CE70A1}" dt="2026-07-12T11:54:23.967" v="958" actId="20577"/>
          <ac:spMkLst>
            <pc:docMk/>
            <pc:sldMk cId="2674671668" sldId="400"/>
            <ac:spMk id="2" creationId="{A11D40F9-BC50-2E82-F17D-FFB3F85E33FA}"/>
          </ac:spMkLst>
        </pc:spChg>
        <pc:picChg chg="add del mod">
          <ac:chgData name="Fatima Ansarizadeh" userId="2e2f4077-aba0-49c7-b26f-c647714fbdc0" providerId="ADAL" clId="{4AF819A5-1A07-4075-8C4E-D726B4CE70A1}" dt="2026-07-12T12:15:48.108" v="961" actId="21"/>
          <ac:picMkLst>
            <pc:docMk/>
            <pc:sldMk cId="2674671668" sldId="400"/>
            <ac:picMk id="5" creationId="{C0DEB011-B13B-06C9-35B4-AD803C6D4052}"/>
          </ac:picMkLst>
        </pc:picChg>
        <pc:picChg chg="add mod">
          <ac:chgData name="Fatima Ansarizadeh" userId="2e2f4077-aba0-49c7-b26f-c647714fbdc0" providerId="ADAL" clId="{4AF819A5-1A07-4075-8C4E-D726B4CE70A1}" dt="2026-07-12T23:58:35.543" v="1739" actId="1076"/>
          <ac:picMkLst>
            <pc:docMk/>
            <pc:sldMk cId="2674671668" sldId="400"/>
            <ac:picMk id="7" creationId="{18350297-4BA9-8B8F-02CB-87888C9944CF}"/>
          </ac:picMkLst>
        </pc:picChg>
      </pc:sldChg>
      <pc:sldChg chg="addSp modSp mod modNotesTx">
        <pc:chgData name="Fatima Ansarizadeh" userId="2e2f4077-aba0-49c7-b26f-c647714fbdc0" providerId="ADAL" clId="{4AF819A5-1A07-4075-8C4E-D726B4CE70A1}" dt="2026-07-12T13:09:43.327" v="1190" actId="113"/>
        <pc:sldMkLst>
          <pc:docMk/>
          <pc:sldMk cId="2170620199" sldId="401"/>
        </pc:sldMkLst>
        <pc:picChg chg="add mod">
          <ac:chgData name="Fatima Ansarizadeh" userId="2e2f4077-aba0-49c7-b26f-c647714fbdc0" providerId="ADAL" clId="{4AF819A5-1A07-4075-8C4E-D726B4CE70A1}" dt="2026-07-12T13:04:46.575" v="1161" actId="14100"/>
          <ac:picMkLst>
            <pc:docMk/>
            <pc:sldMk cId="2170620199" sldId="401"/>
            <ac:picMk id="5" creationId="{2F7B2520-1EFE-CB7C-6C68-B08D91064536}"/>
          </ac:picMkLst>
        </pc:picChg>
      </pc:sldChg>
      <pc:sldChg chg="addSp modSp mod modNotesTx">
        <pc:chgData name="Fatima Ansarizadeh" userId="2e2f4077-aba0-49c7-b26f-c647714fbdc0" providerId="ADAL" clId="{4AF819A5-1A07-4075-8C4E-D726B4CE70A1}" dt="2026-07-12T14:30:22.717" v="1316" actId="20577"/>
        <pc:sldMkLst>
          <pc:docMk/>
          <pc:sldMk cId="3980259521" sldId="403"/>
        </pc:sldMkLst>
        <pc:picChg chg="add mod">
          <ac:chgData name="Fatima Ansarizadeh" userId="2e2f4077-aba0-49c7-b26f-c647714fbdc0" providerId="ADAL" clId="{4AF819A5-1A07-4075-8C4E-D726B4CE70A1}" dt="2026-07-12T13:39:22.900" v="1199" actId="1076"/>
          <ac:picMkLst>
            <pc:docMk/>
            <pc:sldMk cId="3980259521" sldId="403"/>
            <ac:picMk id="4" creationId="{3C365C62-37F6-39D4-75C8-F2739AF2AC29}"/>
          </ac:picMkLst>
        </pc:picChg>
        <pc:picChg chg="mod">
          <ac:chgData name="Fatima Ansarizadeh" userId="2e2f4077-aba0-49c7-b26f-c647714fbdc0" providerId="ADAL" clId="{4AF819A5-1A07-4075-8C4E-D726B4CE70A1}" dt="2026-07-12T13:42:23.148" v="1304" actId="1076"/>
          <ac:picMkLst>
            <pc:docMk/>
            <pc:sldMk cId="3980259521" sldId="403"/>
            <ac:picMk id="29" creationId="{C57A15A7-7967-6A4D-4E55-42CE3C3F6AC8}"/>
          </ac:picMkLst>
        </pc:picChg>
      </pc:sldChg>
      <pc:sldChg chg="modSp mod">
        <pc:chgData name="Fatima Ansarizadeh" userId="2e2f4077-aba0-49c7-b26f-c647714fbdc0" providerId="ADAL" clId="{4AF819A5-1A07-4075-8C4E-D726B4CE70A1}" dt="2026-07-12T13:10:20.364" v="1197" actId="20577"/>
        <pc:sldMkLst>
          <pc:docMk/>
          <pc:sldMk cId="3050934577" sldId="405"/>
        </pc:sldMkLst>
        <pc:spChg chg="mod">
          <ac:chgData name="Fatima Ansarizadeh" userId="2e2f4077-aba0-49c7-b26f-c647714fbdc0" providerId="ADAL" clId="{4AF819A5-1A07-4075-8C4E-D726B4CE70A1}" dt="2026-07-12T13:10:20.364" v="1197" actId="20577"/>
          <ac:spMkLst>
            <pc:docMk/>
            <pc:sldMk cId="3050934577" sldId="405"/>
            <ac:spMk id="2" creationId="{89EB1684-BC61-DFC5-EDC3-8167E1D070C1}"/>
          </ac:spMkLst>
        </pc:spChg>
      </pc:sldChg>
      <pc:sldChg chg="modSp mod">
        <pc:chgData name="Fatima Ansarizadeh" userId="2e2f4077-aba0-49c7-b26f-c647714fbdc0" providerId="ADAL" clId="{4AF819A5-1A07-4075-8C4E-D726B4CE70A1}" dt="2026-07-12T14:30:30.667" v="1317" actId="1076"/>
        <pc:sldMkLst>
          <pc:docMk/>
          <pc:sldMk cId="3856763781" sldId="406"/>
        </pc:sldMkLst>
        <pc:spChg chg="mod">
          <ac:chgData name="Fatima Ansarizadeh" userId="2e2f4077-aba0-49c7-b26f-c647714fbdc0" providerId="ADAL" clId="{4AF819A5-1A07-4075-8C4E-D726B4CE70A1}" dt="2026-07-12T14:30:30.667" v="1317" actId="1076"/>
          <ac:spMkLst>
            <pc:docMk/>
            <pc:sldMk cId="3856763781" sldId="406"/>
            <ac:spMk id="2" creationId="{37FD59F8-657C-568E-0C47-745E49BAE150}"/>
          </ac:spMkLst>
        </pc:spChg>
      </pc:sldChg>
      <pc:sldChg chg="modSp mod modShow modNotesTx">
        <pc:chgData name="Fatima Ansarizadeh" userId="2e2f4077-aba0-49c7-b26f-c647714fbdc0" providerId="ADAL" clId="{4AF819A5-1A07-4075-8C4E-D726B4CE70A1}" dt="2026-07-13T00:34:48.028" v="1752" actId="729"/>
        <pc:sldMkLst>
          <pc:docMk/>
          <pc:sldMk cId="1828980441" sldId="407"/>
        </pc:sldMkLst>
        <pc:spChg chg="mod">
          <ac:chgData name="Fatima Ansarizadeh" userId="2e2f4077-aba0-49c7-b26f-c647714fbdc0" providerId="ADAL" clId="{4AF819A5-1A07-4075-8C4E-D726B4CE70A1}" dt="2026-07-12T14:31:27.035" v="1318" actId="1076"/>
          <ac:spMkLst>
            <pc:docMk/>
            <pc:sldMk cId="1828980441" sldId="407"/>
            <ac:spMk id="2" creationId="{8D25248A-8977-76E8-1541-E6B0D1FB7D38}"/>
          </ac:spMkLst>
        </pc:spChg>
      </pc:sldChg>
      <pc:sldChg chg="modSp mod modShow">
        <pc:chgData name="Fatima Ansarizadeh" userId="2e2f4077-aba0-49c7-b26f-c647714fbdc0" providerId="ADAL" clId="{4AF819A5-1A07-4075-8C4E-D726B4CE70A1}" dt="2026-07-13T00:34:58.166" v="1753" actId="729"/>
        <pc:sldMkLst>
          <pc:docMk/>
          <pc:sldMk cId="2456325824" sldId="408"/>
        </pc:sldMkLst>
        <pc:spChg chg="mod">
          <ac:chgData name="Fatima Ansarizadeh" userId="2e2f4077-aba0-49c7-b26f-c647714fbdc0" providerId="ADAL" clId="{4AF819A5-1A07-4075-8C4E-D726B4CE70A1}" dt="2026-07-12T14:35:24.299" v="1320" actId="1076"/>
          <ac:spMkLst>
            <pc:docMk/>
            <pc:sldMk cId="2456325824" sldId="408"/>
            <ac:spMk id="2" creationId="{625B6D22-6B5F-896A-E53F-1FA0B26D7C61}"/>
          </ac:spMkLst>
        </pc:spChg>
      </pc:sldChg>
      <pc:sldChg chg="modSp mod modNotesTx">
        <pc:chgData name="Fatima Ansarizadeh" userId="2e2f4077-aba0-49c7-b26f-c647714fbdc0" providerId="ADAL" clId="{4AF819A5-1A07-4075-8C4E-D726B4CE70A1}" dt="2026-07-12T14:54:43.998" v="1323" actId="20577"/>
        <pc:sldMkLst>
          <pc:docMk/>
          <pc:sldMk cId="2757133932" sldId="410"/>
        </pc:sldMkLst>
        <pc:spChg chg="mod">
          <ac:chgData name="Fatima Ansarizadeh" userId="2e2f4077-aba0-49c7-b26f-c647714fbdc0" providerId="ADAL" clId="{4AF819A5-1A07-4075-8C4E-D726B4CE70A1}" dt="2026-07-12T14:52:25.794" v="1321" actId="1076"/>
          <ac:spMkLst>
            <pc:docMk/>
            <pc:sldMk cId="2757133932" sldId="410"/>
            <ac:spMk id="2" creationId="{D6105FCC-AFFE-F3E8-06A7-E7E871894186}"/>
          </ac:spMkLst>
        </pc:spChg>
      </pc:sldChg>
      <pc:sldChg chg="mod modShow">
        <pc:chgData name="Fatima Ansarizadeh" userId="2e2f4077-aba0-49c7-b26f-c647714fbdc0" providerId="ADAL" clId="{4AF819A5-1A07-4075-8C4E-D726B4CE70A1}" dt="2026-07-13T00:39:42.819" v="1754" actId="729"/>
        <pc:sldMkLst>
          <pc:docMk/>
          <pc:sldMk cId="2328237552" sldId="413"/>
        </pc:sldMkLst>
      </pc:sldChg>
      <pc:sldChg chg="addSp delSp modSp mod">
        <pc:chgData name="Fatima Ansarizadeh" userId="2e2f4077-aba0-49c7-b26f-c647714fbdc0" providerId="ADAL" clId="{4AF819A5-1A07-4075-8C4E-D726B4CE70A1}" dt="2026-07-12T15:26:47.127" v="1333" actId="478"/>
        <pc:sldMkLst>
          <pc:docMk/>
          <pc:sldMk cId="1659850129" sldId="414"/>
        </pc:sldMkLst>
        <pc:picChg chg="add del mod">
          <ac:chgData name="Fatima Ansarizadeh" userId="2e2f4077-aba0-49c7-b26f-c647714fbdc0" providerId="ADAL" clId="{4AF819A5-1A07-4075-8C4E-D726B4CE70A1}" dt="2026-07-12T15:26:47.127" v="1333" actId="478"/>
          <ac:picMkLst>
            <pc:docMk/>
            <pc:sldMk cId="1659850129" sldId="414"/>
            <ac:picMk id="5" creationId="{98D11C8D-A4E9-8DA5-E897-150CE29AF7EB}"/>
          </ac:picMkLst>
        </pc:picChg>
      </pc:sldChg>
      <pc:sldChg chg="modSp mod modNotesTx">
        <pc:chgData name="Fatima Ansarizadeh" userId="2e2f4077-aba0-49c7-b26f-c647714fbdc0" providerId="ADAL" clId="{4AF819A5-1A07-4075-8C4E-D726B4CE70A1}" dt="2026-07-13T00:41:01.953" v="1758" actId="113"/>
        <pc:sldMkLst>
          <pc:docMk/>
          <pc:sldMk cId="3992276551" sldId="416"/>
        </pc:sldMkLst>
        <pc:spChg chg="mod">
          <ac:chgData name="Fatima Ansarizadeh" userId="2e2f4077-aba0-49c7-b26f-c647714fbdc0" providerId="ADAL" clId="{4AF819A5-1A07-4075-8C4E-D726B4CE70A1}" dt="2026-07-12T15:26:41.698" v="1332" actId="1076"/>
          <ac:spMkLst>
            <pc:docMk/>
            <pc:sldMk cId="3992276551" sldId="416"/>
            <ac:spMk id="2" creationId="{482D7CA5-0887-2262-92EA-B134B7EBE2A6}"/>
          </ac:spMkLst>
        </pc:spChg>
        <pc:spChg chg="mod">
          <ac:chgData name="Fatima Ansarizadeh" userId="2e2f4077-aba0-49c7-b26f-c647714fbdc0" providerId="ADAL" clId="{4AF819A5-1A07-4075-8C4E-D726B4CE70A1}" dt="2026-07-13T00:40:37.046" v="1756" actId="13926"/>
          <ac:spMkLst>
            <pc:docMk/>
            <pc:sldMk cId="3992276551" sldId="416"/>
            <ac:spMk id="3" creationId="{4EDC31A2-39D0-B044-652C-91FF882D5C1F}"/>
          </ac:spMkLst>
        </pc:spChg>
      </pc:sldChg>
      <pc:sldChg chg="addSp modSp mod modNotesTx">
        <pc:chgData name="Fatima Ansarizadeh" userId="2e2f4077-aba0-49c7-b26f-c647714fbdc0" providerId="ADAL" clId="{4AF819A5-1A07-4075-8C4E-D726B4CE70A1}" dt="2026-07-13T00:47:28.912" v="1768" actId="20577"/>
        <pc:sldMkLst>
          <pc:docMk/>
          <pc:sldMk cId="3136800812" sldId="417"/>
        </pc:sldMkLst>
        <pc:spChg chg="mod">
          <ac:chgData name="Fatima Ansarizadeh" userId="2e2f4077-aba0-49c7-b26f-c647714fbdc0" providerId="ADAL" clId="{4AF819A5-1A07-4075-8C4E-D726B4CE70A1}" dt="2026-07-12T15:31:05.424" v="1437" actId="1076"/>
          <ac:spMkLst>
            <pc:docMk/>
            <pc:sldMk cId="3136800812" sldId="417"/>
            <ac:spMk id="2" creationId="{AE953BE8-313B-BEE8-7DD0-65B33132F0B3}"/>
          </ac:spMkLst>
        </pc:spChg>
        <pc:spChg chg="mod">
          <ac:chgData name="Fatima Ansarizadeh" userId="2e2f4077-aba0-49c7-b26f-c647714fbdc0" providerId="ADAL" clId="{4AF819A5-1A07-4075-8C4E-D726B4CE70A1}" dt="2026-07-13T00:47:20.300" v="1759" actId="13926"/>
          <ac:spMkLst>
            <pc:docMk/>
            <pc:sldMk cId="3136800812" sldId="417"/>
            <ac:spMk id="3" creationId="{020F5435-52EB-D783-97A1-F5840A35B7CB}"/>
          </ac:spMkLst>
        </pc:spChg>
        <pc:spChg chg="add mod">
          <ac:chgData name="Fatima Ansarizadeh" userId="2e2f4077-aba0-49c7-b26f-c647714fbdc0" providerId="ADAL" clId="{4AF819A5-1A07-4075-8C4E-D726B4CE70A1}" dt="2026-07-13T00:47:28.912" v="1768" actId="20577"/>
          <ac:spMkLst>
            <pc:docMk/>
            <pc:sldMk cId="3136800812" sldId="417"/>
            <ac:spMk id="5" creationId="{1ACB4308-B057-4B2F-95F7-40EE851F6C98}"/>
          </ac:spMkLst>
        </pc:spChg>
        <pc:picChg chg="add mod">
          <ac:chgData name="Fatima Ansarizadeh" userId="2e2f4077-aba0-49c7-b26f-c647714fbdc0" providerId="ADAL" clId="{4AF819A5-1A07-4075-8C4E-D726B4CE70A1}" dt="2026-07-12T15:36:26.926" v="1486" actId="1076"/>
          <ac:picMkLst>
            <pc:docMk/>
            <pc:sldMk cId="3136800812" sldId="417"/>
            <ac:picMk id="7" creationId="{6F4F4623-3BA6-9B2E-20DE-9D5A82CCE107}"/>
          </ac:picMkLst>
        </pc:picChg>
      </pc:sldChg>
      <pc:sldChg chg="modSp mod modNotesTx">
        <pc:chgData name="Fatima Ansarizadeh" userId="2e2f4077-aba0-49c7-b26f-c647714fbdc0" providerId="ADAL" clId="{4AF819A5-1A07-4075-8C4E-D726B4CE70A1}" dt="2026-07-12T15:41:05.432" v="1500" actId="20577"/>
        <pc:sldMkLst>
          <pc:docMk/>
          <pc:sldMk cId="175920550" sldId="418"/>
        </pc:sldMkLst>
        <pc:spChg chg="mod">
          <ac:chgData name="Fatima Ansarizadeh" userId="2e2f4077-aba0-49c7-b26f-c647714fbdc0" providerId="ADAL" clId="{4AF819A5-1A07-4075-8C4E-D726B4CE70A1}" dt="2026-07-12T15:35:01.967" v="1472" actId="1076"/>
          <ac:spMkLst>
            <pc:docMk/>
            <pc:sldMk cId="175920550" sldId="418"/>
            <ac:spMk id="2" creationId="{1040B6CA-3054-AE41-33D8-561D08BD7F9E}"/>
          </ac:spMkLst>
        </pc:spChg>
      </pc:sldChg>
      <pc:sldChg chg="modSp mod">
        <pc:chgData name="Fatima Ansarizadeh" userId="2e2f4077-aba0-49c7-b26f-c647714fbdc0" providerId="ADAL" clId="{4AF819A5-1A07-4075-8C4E-D726B4CE70A1}" dt="2026-07-12T15:42:07.960" v="1502" actId="1076"/>
        <pc:sldMkLst>
          <pc:docMk/>
          <pc:sldMk cId="1059072303" sldId="421"/>
        </pc:sldMkLst>
        <pc:spChg chg="mod">
          <ac:chgData name="Fatima Ansarizadeh" userId="2e2f4077-aba0-49c7-b26f-c647714fbdc0" providerId="ADAL" clId="{4AF819A5-1A07-4075-8C4E-D726B4CE70A1}" dt="2026-07-12T15:42:04.111" v="1501" actId="1076"/>
          <ac:spMkLst>
            <pc:docMk/>
            <pc:sldMk cId="1059072303" sldId="421"/>
            <ac:spMk id="2" creationId="{0AC5B5D6-680D-4455-BD4B-4AB901F733C1}"/>
          </ac:spMkLst>
        </pc:spChg>
        <pc:picChg chg="mod">
          <ac:chgData name="Fatima Ansarizadeh" userId="2e2f4077-aba0-49c7-b26f-c647714fbdc0" providerId="ADAL" clId="{4AF819A5-1A07-4075-8C4E-D726B4CE70A1}" dt="2026-07-12T15:42:07.960" v="1502" actId="1076"/>
          <ac:picMkLst>
            <pc:docMk/>
            <pc:sldMk cId="1059072303" sldId="421"/>
            <ac:picMk id="4" creationId="{0AA369EE-ABDA-95AB-C801-A24C07696B60}"/>
          </ac:picMkLst>
        </pc:picChg>
      </pc:sldChg>
      <pc:sldChg chg="modSp mod">
        <pc:chgData name="Fatima Ansarizadeh" userId="2e2f4077-aba0-49c7-b26f-c647714fbdc0" providerId="ADAL" clId="{4AF819A5-1A07-4075-8C4E-D726B4CE70A1}" dt="2026-07-12T15:42:45.677" v="1504" actId="20577"/>
        <pc:sldMkLst>
          <pc:docMk/>
          <pc:sldMk cId="2731106540" sldId="424"/>
        </pc:sldMkLst>
        <pc:spChg chg="mod">
          <ac:chgData name="Fatima Ansarizadeh" userId="2e2f4077-aba0-49c7-b26f-c647714fbdc0" providerId="ADAL" clId="{4AF819A5-1A07-4075-8C4E-D726B4CE70A1}" dt="2026-07-12T15:42:45.677" v="1504" actId="20577"/>
          <ac:spMkLst>
            <pc:docMk/>
            <pc:sldMk cId="2731106540" sldId="424"/>
            <ac:spMk id="2" creationId="{78FF52A9-F5B6-0B5B-9FFE-FE64ABF7E9B7}"/>
          </ac:spMkLst>
        </pc:spChg>
      </pc:sldChg>
      <pc:sldChg chg="modSp mod">
        <pc:chgData name="Fatima Ansarizadeh" userId="2e2f4077-aba0-49c7-b26f-c647714fbdc0" providerId="ADAL" clId="{4AF819A5-1A07-4075-8C4E-D726B4CE70A1}" dt="2026-07-12T15:19:44.171" v="1324" actId="1076"/>
        <pc:sldMkLst>
          <pc:docMk/>
          <pc:sldMk cId="4069602688" sldId="425"/>
        </pc:sldMkLst>
        <pc:spChg chg="mod">
          <ac:chgData name="Fatima Ansarizadeh" userId="2e2f4077-aba0-49c7-b26f-c647714fbdc0" providerId="ADAL" clId="{4AF819A5-1A07-4075-8C4E-D726B4CE70A1}" dt="2026-07-12T15:19:44.171" v="1324" actId="1076"/>
          <ac:spMkLst>
            <pc:docMk/>
            <pc:sldMk cId="4069602688" sldId="425"/>
            <ac:spMk id="2" creationId="{D87D5A35-C9F9-C563-707D-5BCECE1CEC5E}"/>
          </ac:spMkLst>
        </pc:spChg>
      </pc:sldChg>
      <pc:sldChg chg="modSp mod modShow">
        <pc:chgData name="Fatima Ansarizadeh" userId="2e2f4077-aba0-49c7-b26f-c647714fbdc0" providerId="ADAL" clId="{4AF819A5-1A07-4075-8C4E-D726B4CE70A1}" dt="2026-07-09T12:34:54.771" v="772" actId="729"/>
        <pc:sldMkLst>
          <pc:docMk/>
          <pc:sldMk cId="1513904685" sldId="426"/>
        </pc:sldMkLst>
        <pc:spChg chg="mod">
          <ac:chgData name="Fatima Ansarizadeh" userId="2e2f4077-aba0-49c7-b26f-c647714fbdc0" providerId="ADAL" clId="{4AF819A5-1A07-4075-8C4E-D726B4CE70A1}" dt="2026-07-08T02:07:41.523" v="56" actId="1076"/>
          <ac:spMkLst>
            <pc:docMk/>
            <pc:sldMk cId="1513904685" sldId="426"/>
            <ac:spMk id="2" creationId="{A3EA757A-1DC5-4610-897D-1BF798A5DCF5}"/>
          </ac:spMkLst>
        </pc:spChg>
        <pc:spChg chg="mod">
          <ac:chgData name="Fatima Ansarizadeh" userId="2e2f4077-aba0-49c7-b26f-c647714fbdc0" providerId="ADAL" clId="{4AF819A5-1A07-4075-8C4E-D726B4CE70A1}" dt="2026-07-08T02:08:35.667" v="58" actId="14100"/>
          <ac:spMkLst>
            <pc:docMk/>
            <pc:sldMk cId="1513904685" sldId="426"/>
            <ac:spMk id="3" creationId="{35A7EBEF-C5EF-C27F-584B-2C710C594F8F}"/>
          </ac:spMkLst>
        </pc:spChg>
      </pc:sldChg>
      <pc:sldChg chg="addSp delSp modSp new mod">
        <pc:chgData name="Fatima Ansarizadeh" userId="2e2f4077-aba0-49c7-b26f-c647714fbdc0" providerId="ADAL" clId="{4AF819A5-1A07-4075-8C4E-D726B4CE70A1}" dt="2026-07-09T12:03:57.998" v="741" actId="1076"/>
        <pc:sldMkLst>
          <pc:docMk/>
          <pc:sldMk cId="2026332696" sldId="427"/>
        </pc:sldMkLst>
        <pc:spChg chg="mod">
          <ac:chgData name="Fatima Ansarizadeh" userId="2e2f4077-aba0-49c7-b26f-c647714fbdc0" providerId="ADAL" clId="{4AF819A5-1A07-4075-8C4E-D726B4CE70A1}" dt="2026-07-09T12:03:44.814" v="740" actId="1076"/>
          <ac:spMkLst>
            <pc:docMk/>
            <pc:sldMk cId="2026332696" sldId="427"/>
            <ac:spMk id="2" creationId="{47B0361D-84C1-4ABF-F063-EFAC0D63E1EC}"/>
          </ac:spMkLst>
        </pc:spChg>
        <pc:picChg chg="add mod ord">
          <ac:chgData name="Fatima Ansarizadeh" userId="2e2f4077-aba0-49c7-b26f-c647714fbdc0" providerId="ADAL" clId="{4AF819A5-1A07-4075-8C4E-D726B4CE70A1}" dt="2026-07-09T12:03:57.998" v="741" actId="1076"/>
          <ac:picMkLst>
            <pc:docMk/>
            <pc:sldMk cId="2026332696" sldId="427"/>
            <ac:picMk id="9" creationId="{4D6658FD-9A51-4378-AF22-C279FF9DA7EA}"/>
          </ac:picMkLst>
        </pc:picChg>
      </pc:sldChg>
      <pc:sldChg chg="addSp modSp new mod modShow">
        <pc:chgData name="Fatima Ansarizadeh" userId="2e2f4077-aba0-49c7-b26f-c647714fbdc0" providerId="ADAL" clId="{4AF819A5-1A07-4075-8C4E-D726B4CE70A1}" dt="2026-07-08T13:42:23.788" v="274" actId="729"/>
        <pc:sldMkLst>
          <pc:docMk/>
          <pc:sldMk cId="2942064557" sldId="428"/>
        </pc:sldMkLst>
        <pc:spChg chg="mod">
          <ac:chgData name="Fatima Ansarizadeh" userId="2e2f4077-aba0-49c7-b26f-c647714fbdc0" providerId="ADAL" clId="{4AF819A5-1A07-4075-8C4E-D726B4CE70A1}" dt="2026-07-08T13:41:04.101" v="259"/>
          <ac:spMkLst>
            <pc:docMk/>
            <pc:sldMk cId="2942064557" sldId="428"/>
            <ac:spMk id="3" creationId="{28F0886C-15F8-0300-9AD2-331AD2E358BE}"/>
          </ac:spMkLst>
        </pc:spChg>
        <pc:spChg chg="add mod">
          <ac:chgData name="Fatima Ansarizadeh" userId="2e2f4077-aba0-49c7-b26f-c647714fbdc0" providerId="ADAL" clId="{4AF819A5-1A07-4075-8C4E-D726B4CE70A1}" dt="2026-07-08T13:42:12.703" v="273" actId="14100"/>
          <ac:spMkLst>
            <pc:docMk/>
            <pc:sldMk cId="2942064557" sldId="428"/>
            <ac:spMk id="7" creationId="{0C5D37C0-5B98-61A2-50DF-A5E7F6657B2E}"/>
          </ac:spMkLst>
        </pc:spChg>
        <pc:picChg chg="add mod">
          <ac:chgData name="Fatima Ansarizadeh" userId="2e2f4077-aba0-49c7-b26f-c647714fbdc0" providerId="ADAL" clId="{4AF819A5-1A07-4075-8C4E-D726B4CE70A1}" dt="2026-07-08T13:42:04.760" v="271" actId="1076"/>
          <ac:picMkLst>
            <pc:docMk/>
            <pc:sldMk cId="2942064557" sldId="428"/>
            <ac:picMk id="5" creationId="{EAF9087A-5862-8BAD-5824-F0582D27B2E5}"/>
          </ac:picMkLst>
        </pc:picChg>
      </pc:sldChg>
      <pc:sldChg chg="addSp modSp new mod modNotesTx">
        <pc:chgData name="Fatima Ansarizadeh" userId="2e2f4077-aba0-49c7-b26f-c647714fbdc0" providerId="ADAL" clId="{4AF819A5-1A07-4075-8C4E-D726B4CE70A1}" dt="2026-07-12T23:26:45.636" v="1607" actId="113"/>
        <pc:sldMkLst>
          <pc:docMk/>
          <pc:sldMk cId="3439406880" sldId="429"/>
        </pc:sldMkLst>
        <pc:spChg chg="mod">
          <ac:chgData name="Fatima Ansarizadeh" userId="2e2f4077-aba0-49c7-b26f-c647714fbdc0" providerId="ADAL" clId="{4AF819A5-1A07-4075-8C4E-D726B4CE70A1}" dt="2026-07-08T14:04:53.202" v="362" actId="1076"/>
          <ac:spMkLst>
            <pc:docMk/>
            <pc:sldMk cId="3439406880" sldId="429"/>
            <ac:spMk id="2" creationId="{C4E07E59-5288-AA34-AF13-7952D8180BB8}"/>
          </ac:spMkLst>
        </pc:spChg>
        <pc:spChg chg="mod">
          <ac:chgData name="Fatima Ansarizadeh" userId="2e2f4077-aba0-49c7-b26f-c647714fbdc0" providerId="ADAL" clId="{4AF819A5-1A07-4075-8C4E-D726B4CE70A1}" dt="2026-07-12T23:25:51.688" v="1603" actId="14100"/>
          <ac:spMkLst>
            <pc:docMk/>
            <pc:sldMk cId="3439406880" sldId="429"/>
            <ac:spMk id="3" creationId="{96A49480-157D-8795-DC08-8B85442C3796}"/>
          </ac:spMkLst>
        </pc:spChg>
        <pc:spChg chg="add mod">
          <ac:chgData name="Fatima Ansarizadeh" userId="2e2f4077-aba0-49c7-b26f-c647714fbdc0" providerId="ADAL" clId="{4AF819A5-1A07-4075-8C4E-D726B4CE70A1}" dt="2026-07-12T23:26:12.952" v="1604" actId="1076"/>
          <ac:spMkLst>
            <pc:docMk/>
            <pc:sldMk cId="3439406880" sldId="429"/>
            <ac:spMk id="9" creationId="{EFC3657B-C7B4-7D5D-79AB-7F69F0912E8E}"/>
          </ac:spMkLst>
        </pc:spChg>
        <pc:picChg chg="add mod">
          <ac:chgData name="Fatima Ansarizadeh" userId="2e2f4077-aba0-49c7-b26f-c647714fbdc0" providerId="ADAL" clId="{4AF819A5-1A07-4075-8C4E-D726B4CE70A1}" dt="2026-07-08T14:05:20.027" v="365" actId="1076"/>
          <ac:picMkLst>
            <pc:docMk/>
            <pc:sldMk cId="3439406880" sldId="429"/>
            <ac:picMk id="5" creationId="{57C062ED-04E3-34CD-B84D-68BAE1A95FC0}"/>
          </ac:picMkLst>
        </pc:picChg>
        <pc:picChg chg="add mod">
          <ac:chgData name="Fatima Ansarizadeh" userId="2e2f4077-aba0-49c7-b26f-c647714fbdc0" providerId="ADAL" clId="{4AF819A5-1A07-4075-8C4E-D726B4CE70A1}" dt="2026-07-08T14:05:22.545" v="366" actId="1076"/>
          <ac:picMkLst>
            <pc:docMk/>
            <pc:sldMk cId="3439406880" sldId="429"/>
            <ac:picMk id="7" creationId="{F60675BA-681E-7AC3-C8A9-419FD4564B7A}"/>
          </ac:picMkLst>
        </pc:picChg>
      </pc:sldChg>
      <pc:sldChg chg="addSp delSp modSp new mod">
        <pc:chgData name="Fatima Ansarizadeh" userId="2e2f4077-aba0-49c7-b26f-c647714fbdc0" providerId="ADAL" clId="{4AF819A5-1A07-4075-8C4E-D726B4CE70A1}" dt="2026-07-12T23:48:45.370" v="1702" actId="14100"/>
        <pc:sldMkLst>
          <pc:docMk/>
          <pc:sldMk cId="3385333283" sldId="430"/>
        </pc:sldMkLst>
        <pc:spChg chg="mod">
          <ac:chgData name="Fatima Ansarizadeh" userId="2e2f4077-aba0-49c7-b26f-c647714fbdc0" providerId="ADAL" clId="{4AF819A5-1A07-4075-8C4E-D726B4CE70A1}" dt="2026-07-09T11:43:38.112" v="659" actId="20577"/>
          <ac:spMkLst>
            <pc:docMk/>
            <pc:sldMk cId="3385333283" sldId="430"/>
            <ac:spMk id="2" creationId="{9D781182-A99B-E314-944B-BD5CAFAC03D0}"/>
          </ac:spMkLst>
        </pc:spChg>
        <pc:spChg chg="mod">
          <ac:chgData name="Fatima Ansarizadeh" userId="2e2f4077-aba0-49c7-b26f-c647714fbdc0" providerId="ADAL" clId="{4AF819A5-1A07-4075-8C4E-D726B4CE70A1}" dt="2026-07-12T23:38:09.897" v="1672" actId="13926"/>
          <ac:spMkLst>
            <pc:docMk/>
            <pc:sldMk cId="3385333283" sldId="430"/>
            <ac:spMk id="3" creationId="{E8675F9B-0D2F-7FA7-BD89-498D72F6D96B}"/>
          </ac:spMkLst>
        </pc:spChg>
        <pc:graphicFrameChg chg="add mod modGraphic">
          <ac:chgData name="Fatima Ansarizadeh" userId="2e2f4077-aba0-49c7-b26f-c647714fbdc0" providerId="ADAL" clId="{4AF819A5-1A07-4075-8C4E-D726B4CE70A1}" dt="2026-07-12T23:48:45.370" v="1702" actId="14100"/>
          <ac:graphicFrameMkLst>
            <pc:docMk/>
            <pc:sldMk cId="3385333283" sldId="430"/>
            <ac:graphicFrameMk id="4" creationId="{10D7A144-4EFE-03B3-8B9C-E460CAE316EA}"/>
          </ac:graphicFrameMkLst>
        </pc:graphicFrameChg>
        <pc:picChg chg="add mod">
          <ac:chgData name="Fatima Ansarizadeh" userId="2e2f4077-aba0-49c7-b26f-c647714fbdc0" providerId="ADAL" clId="{4AF819A5-1A07-4075-8C4E-D726B4CE70A1}" dt="2026-07-12T23:39:26.915" v="1694" actId="1076"/>
          <ac:picMkLst>
            <pc:docMk/>
            <pc:sldMk cId="3385333283" sldId="430"/>
            <ac:picMk id="8" creationId="{3113B810-30EF-004F-D7FB-B5D6536E999F}"/>
          </ac:picMkLst>
        </pc:picChg>
      </pc:sldChg>
      <pc:sldChg chg="addSp delSp modSp new mod ord modNotesTx">
        <pc:chgData name="Fatima Ansarizadeh" userId="2e2f4077-aba0-49c7-b26f-c647714fbdc0" providerId="ADAL" clId="{4AF819A5-1A07-4075-8C4E-D726B4CE70A1}" dt="2026-07-12T23:48:59.274" v="1706" actId="1076"/>
        <pc:sldMkLst>
          <pc:docMk/>
          <pc:sldMk cId="3070376044" sldId="431"/>
        </pc:sldMkLst>
        <pc:spChg chg="mod">
          <ac:chgData name="Fatima Ansarizadeh" userId="2e2f4077-aba0-49c7-b26f-c647714fbdc0" providerId="ADAL" clId="{4AF819A5-1A07-4075-8C4E-D726B4CE70A1}" dt="2026-07-09T06:23:29.424" v="599" actId="1076"/>
          <ac:spMkLst>
            <pc:docMk/>
            <pc:sldMk cId="3070376044" sldId="431"/>
            <ac:spMk id="2" creationId="{2D137C9B-8ED3-2947-4BE8-4C665DFBFA92}"/>
          </ac:spMkLst>
        </pc:spChg>
        <pc:spChg chg="mod">
          <ac:chgData name="Fatima Ansarizadeh" userId="2e2f4077-aba0-49c7-b26f-c647714fbdc0" providerId="ADAL" clId="{4AF819A5-1A07-4075-8C4E-D726B4CE70A1}" dt="2026-07-12T23:37:28.386" v="1671" actId="13926"/>
          <ac:spMkLst>
            <pc:docMk/>
            <pc:sldMk cId="3070376044" sldId="431"/>
            <ac:spMk id="3" creationId="{046F289F-2522-B2E0-EE14-13C32C26FC0A}"/>
          </ac:spMkLst>
        </pc:spChg>
        <pc:graphicFrameChg chg="add mod modGraphic">
          <ac:chgData name="Fatima Ansarizadeh" userId="2e2f4077-aba0-49c7-b26f-c647714fbdc0" providerId="ADAL" clId="{4AF819A5-1A07-4075-8C4E-D726B4CE70A1}" dt="2026-07-12T23:48:59.274" v="1706" actId="1076"/>
          <ac:graphicFrameMkLst>
            <pc:docMk/>
            <pc:sldMk cId="3070376044" sldId="431"/>
            <ac:graphicFrameMk id="23" creationId="{7DA30939-188C-9C11-2C5B-7DFC02DD3633}"/>
          </ac:graphicFrameMkLst>
        </pc:graphicFrameChg>
      </pc:sldChg>
      <pc:sldChg chg="addSp delSp modSp new mod modNotesTx">
        <pc:chgData name="Fatima Ansarizadeh" userId="2e2f4077-aba0-49c7-b26f-c647714fbdc0" providerId="ADAL" clId="{4AF819A5-1A07-4075-8C4E-D726B4CE70A1}" dt="2026-07-12T23:50:18.591" v="1724" actId="20577"/>
        <pc:sldMkLst>
          <pc:docMk/>
          <pc:sldMk cId="3615981973" sldId="432"/>
        </pc:sldMkLst>
        <pc:spChg chg="mod">
          <ac:chgData name="Fatima Ansarizadeh" userId="2e2f4077-aba0-49c7-b26f-c647714fbdc0" providerId="ADAL" clId="{4AF819A5-1A07-4075-8C4E-D726B4CE70A1}" dt="2026-07-09T06:31:36.566" v="624" actId="1076"/>
          <ac:spMkLst>
            <pc:docMk/>
            <pc:sldMk cId="3615981973" sldId="432"/>
            <ac:spMk id="2" creationId="{F863D84B-E998-D66B-9C17-C3281265460A}"/>
          </ac:spMkLst>
        </pc:spChg>
        <pc:graphicFrameChg chg="add mod modGraphic">
          <ac:chgData name="Fatima Ansarizadeh" userId="2e2f4077-aba0-49c7-b26f-c647714fbdc0" providerId="ADAL" clId="{4AF819A5-1A07-4075-8C4E-D726B4CE70A1}" dt="2026-07-09T13:40:03.792" v="901" actId="207"/>
          <ac:graphicFrameMkLst>
            <pc:docMk/>
            <pc:sldMk cId="3615981973" sldId="432"/>
            <ac:graphicFrameMk id="5" creationId="{207B8889-CAD0-6F9C-DB55-D8E2D53F2BF1}"/>
          </ac:graphicFrameMkLst>
        </pc:graphicFrameChg>
      </pc:sldChg>
      <pc:sldChg chg="modSp new mod modShow">
        <pc:chgData name="Fatima Ansarizadeh" userId="2e2f4077-aba0-49c7-b26f-c647714fbdc0" providerId="ADAL" clId="{4AF819A5-1A07-4075-8C4E-D726B4CE70A1}" dt="2026-07-09T13:34:59.519" v="866" actId="729"/>
        <pc:sldMkLst>
          <pc:docMk/>
          <pc:sldMk cId="2690295845" sldId="433"/>
        </pc:sldMkLst>
        <pc:spChg chg="mod">
          <ac:chgData name="Fatima Ansarizadeh" userId="2e2f4077-aba0-49c7-b26f-c647714fbdc0" providerId="ADAL" clId="{4AF819A5-1A07-4075-8C4E-D726B4CE70A1}" dt="2026-07-09T11:57:25.094" v="689"/>
          <ac:spMkLst>
            <pc:docMk/>
            <pc:sldMk cId="2690295845" sldId="433"/>
            <ac:spMk id="3" creationId="{0D2EBA6E-30E2-5047-B5BA-24C508C40B24}"/>
          </ac:spMkLst>
        </pc:spChg>
      </pc:sldChg>
      <pc:sldChg chg="add mod modShow">
        <pc:chgData name="Fatima Ansarizadeh" userId="2e2f4077-aba0-49c7-b26f-c647714fbdc0" providerId="ADAL" clId="{4AF819A5-1A07-4075-8C4E-D726B4CE70A1}" dt="2026-07-09T13:32:13.156" v="864" actId="729"/>
        <pc:sldMkLst>
          <pc:docMk/>
          <pc:sldMk cId="3484652285" sldId="434"/>
        </pc:sldMkLst>
      </pc:sldChg>
      <pc:sldChg chg="addSp modSp add mod">
        <pc:chgData name="Fatima Ansarizadeh" userId="2e2f4077-aba0-49c7-b26f-c647714fbdc0" providerId="ADAL" clId="{4AF819A5-1A07-4075-8C4E-D726B4CE70A1}" dt="2026-07-12T15:30:34.532" v="1435" actId="14100"/>
        <pc:sldMkLst>
          <pc:docMk/>
          <pc:sldMk cId="3263634319" sldId="435"/>
        </pc:sldMkLst>
        <pc:spChg chg="mod">
          <ac:chgData name="Fatima Ansarizadeh" userId="2e2f4077-aba0-49c7-b26f-c647714fbdc0" providerId="ADAL" clId="{4AF819A5-1A07-4075-8C4E-D726B4CE70A1}" dt="2026-07-12T15:28:56.128" v="1348" actId="20577"/>
          <ac:spMkLst>
            <pc:docMk/>
            <pc:sldMk cId="3263634319" sldId="435"/>
            <ac:spMk id="2" creationId="{4713ACEC-5B29-3360-DD40-FB2F9FA1E2A7}"/>
          </ac:spMkLst>
        </pc:spChg>
        <pc:spChg chg="mod">
          <ac:chgData name="Fatima Ansarizadeh" userId="2e2f4077-aba0-49c7-b26f-c647714fbdc0" providerId="ADAL" clId="{4AF819A5-1A07-4075-8C4E-D726B4CE70A1}" dt="2026-07-12T15:28:58.756" v="1349" actId="5793"/>
          <ac:spMkLst>
            <pc:docMk/>
            <pc:sldMk cId="3263634319" sldId="435"/>
            <ac:spMk id="3" creationId="{79C60C35-0525-E041-3907-B52E7EF3F722}"/>
          </ac:spMkLst>
        </pc:spChg>
        <pc:spChg chg="add">
          <ac:chgData name="Fatima Ansarizadeh" userId="2e2f4077-aba0-49c7-b26f-c647714fbdc0" providerId="ADAL" clId="{4AF819A5-1A07-4075-8C4E-D726B4CE70A1}" dt="2026-07-12T15:29:58.120" v="1359" actId="11529"/>
          <ac:spMkLst>
            <pc:docMk/>
            <pc:sldMk cId="3263634319" sldId="435"/>
            <ac:spMk id="8" creationId="{2E62683E-1431-CDA9-48E6-E98EC39D501A}"/>
          </ac:spMkLst>
        </pc:spChg>
        <pc:spChg chg="add mod">
          <ac:chgData name="Fatima Ansarizadeh" userId="2e2f4077-aba0-49c7-b26f-c647714fbdc0" providerId="ADAL" clId="{4AF819A5-1A07-4075-8C4E-D726B4CE70A1}" dt="2026-07-12T15:30:34.532" v="1435" actId="14100"/>
          <ac:spMkLst>
            <pc:docMk/>
            <pc:sldMk cId="3263634319" sldId="435"/>
            <ac:spMk id="10" creationId="{CAC0AFE3-36AA-09BB-3AA3-A17A71EC2E13}"/>
          </ac:spMkLst>
        </pc:spChg>
        <pc:picChg chg="add mod">
          <ac:chgData name="Fatima Ansarizadeh" userId="2e2f4077-aba0-49c7-b26f-c647714fbdc0" providerId="ADAL" clId="{4AF819A5-1A07-4075-8C4E-D726B4CE70A1}" dt="2026-07-12T15:30:00.714" v="1361" actId="1076"/>
          <ac:picMkLst>
            <pc:docMk/>
            <pc:sldMk cId="3263634319" sldId="435"/>
            <ac:picMk id="5" creationId="{E49FC371-1CBF-B213-A922-2EFDB36DDE2F}"/>
          </ac:picMkLst>
        </pc:picChg>
        <pc:picChg chg="add mod">
          <ac:chgData name="Fatima Ansarizadeh" userId="2e2f4077-aba0-49c7-b26f-c647714fbdc0" providerId="ADAL" clId="{4AF819A5-1A07-4075-8C4E-D726B4CE70A1}" dt="2026-07-12T15:29:59.424" v="1360" actId="1076"/>
          <ac:picMkLst>
            <pc:docMk/>
            <pc:sldMk cId="3263634319" sldId="435"/>
            <ac:picMk id="7" creationId="{73FEA4C0-A7FE-614F-CF79-D22E5F468F43}"/>
          </ac:picMkLst>
        </pc:picChg>
      </pc:sldChg>
      <pc:sldChg chg="add del">
        <pc:chgData name="Fatima Ansarizadeh" userId="2e2f4077-aba0-49c7-b26f-c647714fbdc0" providerId="ADAL" clId="{4AF819A5-1A07-4075-8C4E-D726B4CE70A1}" dt="2026-07-12T15:29:16.401" v="1351" actId="47"/>
        <pc:sldMkLst>
          <pc:docMk/>
          <pc:sldMk cId="489108948" sldId="43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978024-D70E-46A4-ACDF-F969F101FC8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5ECB4B-C0B5-41E4-A658-F3D3E6FC05A5}">
      <dgm:prSet/>
      <dgm:spPr/>
      <dgm:t>
        <a:bodyPr/>
        <a:lstStyle/>
        <a:p>
          <a:r>
            <a:rPr lang="en-US" b="0" i="0" dirty="0">
              <a:latin typeface="Cambria" panose="02040503050406030204" pitchFamily="18" charset="0"/>
            </a:rPr>
            <a:t>Creates a new </a:t>
          </a:r>
          <a:r>
            <a:rPr lang="en-US" b="0" i="0" dirty="0" err="1">
              <a:latin typeface="Cambria" panose="02040503050406030204" pitchFamily="18" charset="0"/>
            </a:rPr>
            <a:t>DataFrame</a:t>
          </a:r>
          <a:r>
            <a:rPr lang="en-US" b="0" i="0" dirty="0">
              <a:latin typeface="Cambria" panose="02040503050406030204" pitchFamily="18" charset="0"/>
            </a:rPr>
            <a:t> object</a:t>
          </a:r>
          <a:endParaRPr lang="en-US" dirty="0">
            <a:latin typeface="Cambria" panose="02040503050406030204" pitchFamily="18" charset="0"/>
          </a:endParaRPr>
        </a:p>
      </dgm:t>
    </dgm:pt>
    <dgm:pt modelId="{91C3BBAB-86DC-4667-A34D-1C022914DAE3}" type="parTrans" cxnId="{5BA9BDC9-988D-498A-9BF7-3D3390C3CD0D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C7E72944-435C-492F-A09A-4D4E9D7354A4}" type="sibTrans" cxnId="{5BA9BDC9-988D-498A-9BF7-3D3390C3CD0D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73DB5B8C-81B3-48B8-8EE9-653E7520A6F1}">
      <dgm:prSet/>
      <dgm:spPr/>
      <dgm:t>
        <a:bodyPr/>
        <a:lstStyle/>
        <a:p>
          <a:r>
            <a:rPr lang="en-US" b="0" i="0" dirty="0">
              <a:latin typeface="Cambria" panose="02040503050406030204" pitchFamily="18" charset="0"/>
            </a:rPr>
            <a:t>The parameters of the </a:t>
          </a:r>
          <a:r>
            <a:rPr lang="en-US" b="0" i="0" dirty="0" err="1">
              <a:latin typeface="Cambria" panose="02040503050406030204" pitchFamily="18" charset="0"/>
            </a:rPr>
            <a:t>DataFrame</a:t>
          </a:r>
          <a:r>
            <a:rPr lang="en-US" b="0" i="0" dirty="0">
              <a:latin typeface="Cambria" panose="02040503050406030204" pitchFamily="18" charset="0"/>
            </a:rPr>
            <a:t>() constructor</a:t>
          </a:r>
          <a:endParaRPr lang="en-US" dirty="0">
            <a:latin typeface="Cambria" panose="02040503050406030204" pitchFamily="18" charset="0"/>
          </a:endParaRPr>
        </a:p>
      </dgm:t>
    </dgm:pt>
    <dgm:pt modelId="{382FD1C1-3EAF-4EBD-A043-B556CA7595B6}" type="parTrans" cxnId="{E76EFE32-BAB4-4BFE-A26C-FC5E8763022B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DCF89EB8-0E3B-42A8-8550-B9AD6CA3763F}" type="sibTrans" cxnId="{E76EFE32-BAB4-4BFE-A26C-FC5E8763022B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B1424325-FA90-452C-9488-2F1AB71A1733}">
      <dgm:prSet/>
      <dgm:spPr/>
      <dgm:t>
        <a:bodyPr/>
        <a:lstStyle/>
        <a:p>
          <a:endParaRPr lang="en-US" dirty="0">
            <a:latin typeface="Cambria" panose="02040503050406030204" pitchFamily="18" charset="0"/>
          </a:endParaRPr>
        </a:p>
      </dgm:t>
    </dgm:pt>
    <dgm:pt modelId="{58D8DDED-0ACD-437D-83CD-669AAC7614D1}" type="parTrans" cxnId="{4C23D039-4224-433A-AFB4-E9E30784323A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DBF4B44D-1431-4F0D-9C87-B140110F27E7}" type="sibTrans" cxnId="{4C23D039-4224-433A-AFB4-E9E30784323A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20867D8F-2D58-4577-9C4E-3727B3A02020}">
      <dgm:prSet/>
      <dgm:spPr/>
      <dgm:t>
        <a:bodyPr/>
        <a:lstStyle/>
        <a:p>
          <a:r>
            <a:rPr lang="en-US" b="1" i="0" dirty="0">
              <a:highlight>
                <a:srgbClr val="00FF00"/>
              </a:highlight>
              <a:latin typeface="Cambria" panose="02040503050406030204" pitchFamily="18" charset="0"/>
            </a:rPr>
            <a:t>columns</a:t>
          </a:r>
          <a:r>
            <a:rPr lang="en-US" b="0" i="0" dirty="0">
              <a:latin typeface="Cambria" panose="02040503050406030204" pitchFamily="18" charset="0"/>
            </a:rPr>
            <a:t>: to specify the </a:t>
          </a:r>
          <a:r>
            <a:rPr lang="en-US" b="0" i="0" dirty="0">
              <a:highlight>
                <a:srgbClr val="FFFF00"/>
              </a:highlight>
              <a:latin typeface="Cambria" panose="02040503050406030204" pitchFamily="18" charset="0"/>
            </a:rPr>
            <a:t>column labels </a:t>
          </a:r>
          <a:r>
            <a:rPr lang="en-US" b="0" i="0" dirty="0">
              <a:latin typeface="Cambria" panose="02040503050406030204" pitchFamily="18" charset="0"/>
            </a:rPr>
            <a:t>for the </a:t>
          </a:r>
          <a:r>
            <a:rPr lang="en-US" b="0" i="0" dirty="0" err="1">
              <a:latin typeface="Cambria" panose="02040503050406030204" pitchFamily="18" charset="0"/>
            </a:rPr>
            <a:t>DataFrame</a:t>
          </a:r>
          <a:r>
            <a:rPr lang="en-US" b="0" i="0" dirty="0">
              <a:latin typeface="Cambria" panose="02040503050406030204" pitchFamily="18" charset="0"/>
            </a:rPr>
            <a:t>. It can be a list or an array. Default is integers starting from </a:t>
          </a:r>
          <a:r>
            <a:rPr lang="en-US" b="0" i="0" dirty="0">
              <a:highlight>
                <a:srgbClr val="00FF00"/>
              </a:highlight>
              <a:latin typeface="Cambria" panose="02040503050406030204" pitchFamily="18" charset="0"/>
            </a:rPr>
            <a:t>0</a:t>
          </a:r>
          <a:r>
            <a:rPr lang="en-US" b="0" i="0" dirty="0">
              <a:latin typeface="Cambria" panose="02040503050406030204" pitchFamily="18" charset="0"/>
            </a:rPr>
            <a:t>.</a:t>
          </a:r>
          <a:endParaRPr lang="en-US" dirty="0">
            <a:latin typeface="Cambria" panose="02040503050406030204" pitchFamily="18" charset="0"/>
          </a:endParaRPr>
        </a:p>
      </dgm:t>
    </dgm:pt>
    <dgm:pt modelId="{04043BBB-9311-4206-8014-744B164CE263}" type="parTrans" cxnId="{F0777221-B528-4407-812E-ED3F9099A64E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0E560C41-FA6B-4D93-9B87-ADF088F4616E}" type="sibTrans" cxnId="{F0777221-B528-4407-812E-ED3F9099A64E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2CF76EA9-21A4-4BC9-8A6B-B7C3F04599C1}">
      <dgm:prSet/>
      <dgm:spPr/>
      <dgm:t>
        <a:bodyPr/>
        <a:lstStyle/>
        <a:p>
          <a:r>
            <a:rPr lang="en-US" b="1" i="0" dirty="0">
              <a:highlight>
                <a:srgbClr val="00FF00"/>
              </a:highlight>
              <a:latin typeface="Cambria" panose="02040503050406030204" pitchFamily="18" charset="0"/>
            </a:rPr>
            <a:t>index</a:t>
          </a:r>
          <a:r>
            <a:rPr lang="en-US" b="0" i="0" dirty="0">
              <a:latin typeface="Cambria" panose="02040503050406030204" pitchFamily="18" charset="0"/>
            </a:rPr>
            <a:t>: to specify the </a:t>
          </a:r>
          <a:r>
            <a:rPr lang="en-US" b="0" i="0" dirty="0">
              <a:highlight>
                <a:srgbClr val="FFFF00"/>
              </a:highlight>
              <a:latin typeface="Cambria" panose="02040503050406030204" pitchFamily="18" charset="0"/>
            </a:rPr>
            <a:t>row labels </a:t>
          </a:r>
          <a:r>
            <a:rPr lang="en-US" b="0" i="0" dirty="0">
              <a:latin typeface="Cambria" panose="02040503050406030204" pitchFamily="18" charset="0"/>
            </a:rPr>
            <a:t>for the </a:t>
          </a:r>
          <a:r>
            <a:rPr lang="en-US" b="0" i="0" dirty="0" err="1">
              <a:latin typeface="Cambria" panose="02040503050406030204" pitchFamily="18" charset="0"/>
            </a:rPr>
            <a:t>DataFrame</a:t>
          </a:r>
          <a:r>
            <a:rPr lang="en-US" b="0" i="0" dirty="0">
              <a:latin typeface="Cambria" panose="02040503050406030204" pitchFamily="18" charset="0"/>
            </a:rPr>
            <a:t>. It can be a list or an array. Default is integers starting from </a:t>
          </a:r>
          <a:r>
            <a:rPr lang="en-US" b="0" i="0" dirty="0">
              <a:highlight>
                <a:srgbClr val="00FF00"/>
              </a:highlight>
              <a:latin typeface="Cambria" panose="02040503050406030204" pitchFamily="18" charset="0"/>
            </a:rPr>
            <a:t>0</a:t>
          </a:r>
          <a:r>
            <a:rPr lang="en-US" b="0" i="0" dirty="0">
              <a:latin typeface="Cambria" panose="02040503050406030204" pitchFamily="18" charset="0"/>
            </a:rPr>
            <a:t>.</a:t>
          </a:r>
          <a:endParaRPr lang="en-US" dirty="0">
            <a:latin typeface="Cambria" panose="02040503050406030204" pitchFamily="18" charset="0"/>
          </a:endParaRPr>
        </a:p>
      </dgm:t>
    </dgm:pt>
    <dgm:pt modelId="{740BEC04-77A7-40FF-ACA5-5FDA1DCCAB82}" type="parTrans" cxnId="{6571F0BD-C2BC-4453-A9CE-4ADFE393B804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5F774BCB-1468-4619-A454-4CC694669409}" type="sibTrans" cxnId="{6571F0BD-C2BC-4453-A9CE-4ADFE393B804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62BB8864-E447-43B5-9B86-037F4651F4F1}">
      <dgm:prSet/>
      <dgm:spPr/>
      <dgm:t>
        <a:bodyPr/>
        <a:lstStyle/>
        <a:p>
          <a:endParaRPr lang="en-US" dirty="0">
            <a:latin typeface="Cambria" panose="02040503050406030204" pitchFamily="18" charset="0"/>
          </a:endParaRPr>
        </a:p>
      </dgm:t>
    </dgm:pt>
    <dgm:pt modelId="{922D313F-CFCB-4FFF-90DD-E4368E1253EC}" type="parTrans" cxnId="{0BE043D6-BD8C-4BBC-A766-D481449D9877}">
      <dgm:prSet/>
      <dgm:spPr/>
      <dgm:t>
        <a:bodyPr/>
        <a:lstStyle/>
        <a:p>
          <a:endParaRPr lang="en-AU"/>
        </a:p>
      </dgm:t>
    </dgm:pt>
    <dgm:pt modelId="{A0D83D02-90D4-4D6A-B1FD-0FD05FC63D3D}" type="sibTrans" cxnId="{0BE043D6-BD8C-4BBC-A766-D481449D9877}">
      <dgm:prSet/>
      <dgm:spPr/>
      <dgm:t>
        <a:bodyPr/>
        <a:lstStyle/>
        <a:p>
          <a:endParaRPr lang="en-AU"/>
        </a:p>
      </dgm:t>
    </dgm:pt>
    <dgm:pt modelId="{F018E1F6-F8A0-40A8-88C0-FCF083257DE5}">
      <dgm:prSet/>
      <dgm:spPr/>
      <dgm:t>
        <a:bodyPr/>
        <a:lstStyle/>
        <a:p>
          <a:endParaRPr lang="en-US" dirty="0">
            <a:latin typeface="Cambria" panose="02040503050406030204" pitchFamily="18" charset="0"/>
          </a:endParaRPr>
        </a:p>
      </dgm:t>
    </dgm:pt>
    <dgm:pt modelId="{AED1F660-B6E9-41E1-85B5-6B87476D324A}" type="parTrans" cxnId="{1C8E1A2F-DBD0-4B25-9477-737BB1D2642B}">
      <dgm:prSet/>
      <dgm:spPr/>
      <dgm:t>
        <a:bodyPr/>
        <a:lstStyle/>
        <a:p>
          <a:endParaRPr lang="en-AU"/>
        </a:p>
      </dgm:t>
    </dgm:pt>
    <dgm:pt modelId="{06E36922-A901-457A-A85C-37E63A2757EA}" type="sibTrans" cxnId="{1C8E1A2F-DBD0-4B25-9477-737BB1D2642B}">
      <dgm:prSet/>
      <dgm:spPr/>
      <dgm:t>
        <a:bodyPr/>
        <a:lstStyle/>
        <a:p>
          <a:endParaRPr lang="en-AU"/>
        </a:p>
      </dgm:t>
    </dgm:pt>
    <dgm:pt modelId="{2C007127-2BEF-4600-B6DB-FB4C8E363BB1}">
      <dgm:prSet/>
      <dgm:spPr/>
      <dgm:t>
        <a:bodyPr/>
        <a:lstStyle/>
        <a:p>
          <a:r>
            <a:rPr lang="en-US" b="1" i="0" dirty="0">
              <a:highlight>
                <a:srgbClr val="00FF00"/>
              </a:highlight>
              <a:latin typeface="Cambria" panose="02040503050406030204" pitchFamily="18" charset="0"/>
            </a:rPr>
            <a:t>data</a:t>
          </a:r>
          <a:r>
            <a:rPr lang="en-US" b="0" i="0" dirty="0">
              <a:latin typeface="Cambria" panose="02040503050406030204" pitchFamily="18" charset="0"/>
            </a:rPr>
            <a:t>: specifies the data to be used to create the </a:t>
          </a:r>
          <a:r>
            <a:rPr lang="en-US" b="0" i="0" dirty="0" err="1">
              <a:latin typeface="Cambria" panose="02040503050406030204" pitchFamily="18" charset="0"/>
            </a:rPr>
            <a:t>DataFrame</a:t>
          </a:r>
          <a:r>
            <a:rPr lang="en-US" b="0" i="0" dirty="0">
              <a:latin typeface="Cambria" panose="02040503050406030204" pitchFamily="18" charset="0"/>
            </a:rPr>
            <a:t>. It can be a </a:t>
          </a:r>
          <a:r>
            <a:rPr lang="en-US" b="0" i="0" dirty="0">
              <a:highlight>
                <a:srgbClr val="FFFF00"/>
              </a:highlight>
              <a:latin typeface="Cambria" panose="02040503050406030204" pitchFamily="18" charset="0"/>
            </a:rPr>
            <a:t>List, </a:t>
          </a:r>
          <a:r>
            <a:rPr lang="en-US" b="0" i="0" dirty="0">
              <a:latin typeface="Cambria" panose="02040503050406030204" pitchFamily="18" charset="0"/>
            </a:rPr>
            <a:t>a</a:t>
          </a:r>
          <a:r>
            <a:rPr lang="en-US" b="0" i="0" dirty="0">
              <a:highlight>
                <a:srgbClr val="FFFF00"/>
              </a:highlight>
              <a:latin typeface="Cambria" panose="02040503050406030204" pitchFamily="18" charset="0"/>
            </a:rPr>
            <a:t> dictionary, </a:t>
          </a:r>
          <a:r>
            <a:rPr lang="en-US" b="0" i="0" dirty="0">
              <a:latin typeface="Cambria" panose="02040503050406030204" pitchFamily="18" charset="0"/>
            </a:rPr>
            <a:t>another</a:t>
          </a:r>
          <a:r>
            <a:rPr lang="en-US" b="0" i="0" dirty="0">
              <a:highlight>
                <a:srgbClr val="FFFF00"/>
              </a:highlight>
              <a:latin typeface="Cambria" panose="02040503050406030204" pitchFamily="18" charset="0"/>
            </a:rPr>
            <a:t> </a:t>
          </a:r>
          <a:r>
            <a:rPr lang="en-US" b="0" i="0" dirty="0" err="1">
              <a:highlight>
                <a:srgbClr val="FFFF00"/>
              </a:highlight>
              <a:latin typeface="Cambria" panose="02040503050406030204" pitchFamily="18" charset="0"/>
            </a:rPr>
            <a:t>DataFrame</a:t>
          </a:r>
          <a:r>
            <a:rPr lang="en-US" b="0" i="0" dirty="0">
              <a:latin typeface="Cambria" panose="02040503050406030204" pitchFamily="18" charset="0"/>
            </a:rPr>
            <a:t>, or a </a:t>
          </a:r>
          <a:r>
            <a:rPr lang="en-US" b="0" i="0" dirty="0">
              <a:highlight>
                <a:srgbClr val="FFFF00"/>
              </a:highlight>
              <a:latin typeface="Cambria" panose="02040503050406030204" pitchFamily="18" charset="0"/>
            </a:rPr>
            <a:t>NumPy array</a:t>
          </a:r>
          <a:r>
            <a:rPr lang="en-US" b="0" i="0" dirty="0">
              <a:latin typeface="Cambria" panose="02040503050406030204" pitchFamily="18" charset="0"/>
            </a:rPr>
            <a:t>.</a:t>
          </a:r>
          <a:endParaRPr lang="en-US" dirty="0">
            <a:latin typeface="Cambria" panose="02040503050406030204" pitchFamily="18" charset="0"/>
          </a:endParaRPr>
        </a:p>
      </dgm:t>
    </dgm:pt>
    <dgm:pt modelId="{7A9CE15A-52B8-42A3-BD1F-F3B2407683D9}" type="parTrans" cxnId="{231C4F94-DEAF-4C68-8143-C633A302D534}">
      <dgm:prSet/>
      <dgm:spPr/>
      <dgm:t>
        <a:bodyPr/>
        <a:lstStyle/>
        <a:p>
          <a:endParaRPr lang="en-AU"/>
        </a:p>
      </dgm:t>
    </dgm:pt>
    <dgm:pt modelId="{71B0865B-3281-49BA-88FA-BD5C36C7957B}" type="sibTrans" cxnId="{231C4F94-DEAF-4C68-8143-C633A302D534}">
      <dgm:prSet/>
      <dgm:spPr/>
      <dgm:t>
        <a:bodyPr/>
        <a:lstStyle/>
        <a:p>
          <a:endParaRPr lang="en-AU"/>
        </a:p>
      </dgm:t>
    </dgm:pt>
    <dgm:pt modelId="{EF970EC7-5853-674A-8A36-55AB8FB82F21}" type="pres">
      <dgm:prSet presAssocID="{F0978024-D70E-46A4-ACDF-F969F101FC8A}" presName="linear" presStyleCnt="0">
        <dgm:presLayoutVars>
          <dgm:dir/>
          <dgm:animLvl val="lvl"/>
          <dgm:resizeHandles val="exact"/>
        </dgm:presLayoutVars>
      </dgm:prSet>
      <dgm:spPr/>
    </dgm:pt>
    <dgm:pt modelId="{95F8F390-DD88-5744-BC3C-AF9548FD98E0}" type="pres">
      <dgm:prSet presAssocID="{A45ECB4B-C0B5-41E4-A658-F3D3E6FC05A5}" presName="parentLin" presStyleCnt="0"/>
      <dgm:spPr/>
    </dgm:pt>
    <dgm:pt modelId="{CBCE46BA-B133-594A-A8B7-A4428D6A5D22}" type="pres">
      <dgm:prSet presAssocID="{A45ECB4B-C0B5-41E4-A658-F3D3E6FC05A5}" presName="parentLeftMargin" presStyleLbl="node1" presStyleIdx="0" presStyleCnt="2"/>
      <dgm:spPr/>
    </dgm:pt>
    <dgm:pt modelId="{5BCF5CB5-E464-C34C-A85A-3F5D0C727515}" type="pres">
      <dgm:prSet presAssocID="{A45ECB4B-C0B5-41E4-A658-F3D3E6FC05A5}" presName="parentText" presStyleLbl="node1" presStyleIdx="0" presStyleCnt="2" custLinFactNeighborX="-5506" custLinFactNeighborY="-38506">
        <dgm:presLayoutVars>
          <dgm:chMax val="0"/>
          <dgm:bulletEnabled val="1"/>
        </dgm:presLayoutVars>
      </dgm:prSet>
      <dgm:spPr/>
    </dgm:pt>
    <dgm:pt modelId="{B3737F08-9913-DB40-B27A-D2513BE14733}" type="pres">
      <dgm:prSet presAssocID="{A45ECB4B-C0B5-41E4-A658-F3D3E6FC05A5}" presName="negativeSpace" presStyleCnt="0"/>
      <dgm:spPr/>
    </dgm:pt>
    <dgm:pt modelId="{A7D00530-9F67-C948-8982-E95824533D9C}" type="pres">
      <dgm:prSet presAssocID="{A45ECB4B-C0B5-41E4-A658-F3D3E6FC05A5}" presName="childText" presStyleLbl="conFgAcc1" presStyleIdx="0" presStyleCnt="2" custLinFactY="13221" custLinFactNeighborX="-598" custLinFactNeighborY="100000">
        <dgm:presLayoutVars>
          <dgm:bulletEnabled val="1"/>
        </dgm:presLayoutVars>
      </dgm:prSet>
      <dgm:spPr/>
    </dgm:pt>
    <dgm:pt modelId="{1F7FEE6E-9311-C540-8AA3-90264BB289AC}" type="pres">
      <dgm:prSet presAssocID="{C7E72944-435C-492F-A09A-4D4E9D7354A4}" presName="spaceBetweenRectangles" presStyleCnt="0"/>
      <dgm:spPr/>
    </dgm:pt>
    <dgm:pt modelId="{98CED49C-6182-544D-80A9-42D889074535}" type="pres">
      <dgm:prSet presAssocID="{73DB5B8C-81B3-48B8-8EE9-653E7520A6F1}" presName="parentLin" presStyleCnt="0"/>
      <dgm:spPr/>
    </dgm:pt>
    <dgm:pt modelId="{03BC75D6-F057-7843-849F-A0E255044DE7}" type="pres">
      <dgm:prSet presAssocID="{73DB5B8C-81B3-48B8-8EE9-653E7520A6F1}" presName="parentLeftMargin" presStyleLbl="node1" presStyleIdx="0" presStyleCnt="2"/>
      <dgm:spPr/>
    </dgm:pt>
    <dgm:pt modelId="{785B68AE-136D-BB45-B51C-D3CF5719E52B}" type="pres">
      <dgm:prSet presAssocID="{73DB5B8C-81B3-48B8-8EE9-653E7520A6F1}" presName="parentText" presStyleLbl="node1" presStyleIdx="1" presStyleCnt="2" custLinFactNeighborX="-2753" custLinFactNeighborY="28009">
        <dgm:presLayoutVars>
          <dgm:chMax val="0"/>
          <dgm:bulletEnabled val="1"/>
        </dgm:presLayoutVars>
      </dgm:prSet>
      <dgm:spPr/>
    </dgm:pt>
    <dgm:pt modelId="{4A882FBC-1ABE-8649-8C89-759DF92B5FDF}" type="pres">
      <dgm:prSet presAssocID="{73DB5B8C-81B3-48B8-8EE9-653E7520A6F1}" presName="negativeSpace" presStyleCnt="0"/>
      <dgm:spPr/>
    </dgm:pt>
    <dgm:pt modelId="{7DA03E0F-A342-3349-A8F7-549F08AE12FB}" type="pres">
      <dgm:prSet presAssocID="{73DB5B8C-81B3-48B8-8EE9-653E7520A6F1}" presName="childText" presStyleLbl="conFgAcc1" presStyleIdx="1" presStyleCnt="2" custLinFactY="2451" custLinFactNeighborY="100000">
        <dgm:presLayoutVars>
          <dgm:bulletEnabled val="1"/>
        </dgm:presLayoutVars>
      </dgm:prSet>
      <dgm:spPr/>
    </dgm:pt>
  </dgm:ptLst>
  <dgm:cxnLst>
    <dgm:cxn modelId="{9AE7A40C-2F8D-DB47-B844-E037BCF207AD}" type="presOf" srcId="{20867D8F-2D58-4577-9C4E-3727B3A02020}" destId="{7DA03E0F-A342-3349-A8F7-549F08AE12FB}" srcOrd="0" destOrd="3" presId="urn:microsoft.com/office/officeart/2005/8/layout/list1"/>
    <dgm:cxn modelId="{9D564410-01E5-46A2-B229-BB3C7D34C6AB}" type="presOf" srcId="{F018E1F6-F8A0-40A8-88C0-FCF083257DE5}" destId="{7DA03E0F-A342-3349-A8F7-549F08AE12FB}" srcOrd="0" destOrd="4" presId="urn:microsoft.com/office/officeart/2005/8/layout/list1"/>
    <dgm:cxn modelId="{92311020-3D86-5345-98AC-8D6602007C3F}" type="presOf" srcId="{A45ECB4B-C0B5-41E4-A658-F3D3E6FC05A5}" destId="{5BCF5CB5-E464-C34C-A85A-3F5D0C727515}" srcOrd="1" destOrd="0" presId="urn:microsoft.com/office/officeart/2005/8/layout/list1"/>
    <dgm:cxn modelId="{F0777221-B528-4407-812E-ED3F9099A64E}" srcId="{73DB5B8C-81B3-48B8-8EE9-653E7520A6F1}" destId="{20867D8F-2D58-4577-9C4E-3727B3A02020}" srcOrd="3" destOrd="0" parTransId="{04043BBB-9311-4206-8014-744B164CE263}" sibTransId="{0E560C41-FA6B-4D93-9B87-ADF088F4616E}"/>
    <dgm:cxn modelId="{2F1DDE22-FB78-47EC-BB45-087A0C1901A1}" type="presOf" srcId="{2C007127-2BEF-4600-B6DB-FB4C8E363BB1}" destId="{7DA03E0F-A342-3349-A8F7-549F08AE12FB}" srcOrd="0" destOrd="1" presId="urn:microsoft.com/office/officeart/2005/8/layout/list1"/>
    <dgm:cxn modelId="{1C8E1A2F-DBD0-4B25-9477-737BB1D2642B}" srcId="{73DB5B8C-81B3-48B8-8EE9-653E7520A6F1}" destId="{F018E1F6-F8A0-40A8-88C0-FCF083257DE5}" srcOrd="4" destOrd="0" parTransId="{AED1F660-B6E9-41E1-85B5-6B87476D324A}" sibTransId="{06E36922-A901-457A-A85C-37E63A2757EA}"/>
    <dgm:cxn modelId="{E76EFE32-BAB4-4BFE-A26C-FC5E8763022B}" srcId="{F0978024-D70E-46A4-ACDF-F969F101FC8A}" destId="{73DB5B8C-81B3-48B8-8EE9-653E7520A6F1}" srcOrd="1" destOrd="0" parTransId="{382FD1C1-3EAF-4EBD-A043-B556CA7595B6}" sibTransId="{DCF89EB8-0E3B-42A8-8550-B9AD6CA3763F}"/>
    <dgm:cxn modelId="{4C23D039-4224-433A-AFB4-E9E30784323A}" srcId="{73DB5B8C-81B3-48B8-8EE9-653E7520A6F1}" destId="{B1424325-FA90-452C-9488-2F1AB71A1733}" srcOrd="0" destOrd="0" parTransId="{58D8DDED-0ACD-437D-83CD-669AAC7614D1}" sibTransId="{DBF4B44D-1431-4F0D-9C87-B140110F27E7}"/>
    <dgm:cxn modelId="{16ED333C-611D-429D-AE9D-0F38FB6F8168}" type="presOf" srcId="{62BB8864-E447-43B5-9B86-037F4651F4F1}" destId="{7DA03E0F-A342-3349-A8F7-549F08AE12FB}" srcOrd="0" destOrd="2" presId="urn:microsoft.com/office/officeart/2005/8/layout/list1"/>
    <dgm:cxn modelId="{B6C16C47-75CF-5F40-8B53-F97631D1D332}" type="presOf" srcId="{F0978024-D70E-46A4-ACDF-F969F101FC8A}" destId="{EF970EC7-5853-674A-8A36-55AB8FB82F21}" srcOrd="0" destOrd="0" presId="urn:microsoft.com/office/officeart/2005/8/layout/list1"/>
    <dgm:cxn modelId="{C21B374B-36BA-1842-92A1-25CA4B2929FE}" type="presOf" srcId="{73DB5B8C-81B3-48B8-8EE9-653E7520A6F1}" destId="{03BC75D6-F057-7843-849F-A0E255044DE7}" srcOrd="0" destOrd="0" presId="urn:microsoft.com/office/officeart/2005/8/layout/list1"/>
    <dgm:cxn modelId="{231C4F94-DEAF-4C68-8143-C633A302D534}" srcId="{73DB5B8C-81B3-48B8-8EE9-653E7520A6F1}" destId="{2C007127-2BEF-4600-B6DB-FB4C8E363BB1}" srcOrd="1" destOrd="0" parTransId="{7A9CE15A-52B8-42A3-BD1F-F3B2407683D9}" sibTransId="{71B0865B-3281-49BA-88FA-BD5C36C7957B}"/>
    <dgm:cxn modelId="{8190F5A1-B54B-2E43-9EA6-8D35BDCB7102}" type="presOf" srcId="{B1424325-FA90-452C-9488-2F1AB71A1733}" destId="{7DA03E0F-A342-3349-A8F7-549F08AE12FB}" srcOrd="0" destOrd="0" presId="urn:microsoft.com/office/officeart/2005/8/layout/list1"/>
    <dgm:cxn modelId="{0B2EC4A9-92A2-F240-970E-2A2E2A851F77}" type="presOf" srcId="{2CF76EA9-21A4-4BC9-8A6B-B7C3F04599C1}" destId="{7DA03E0F-A342-3349-A8F7-549F08AE12FB}" srcOrd="0" destOrd="5" presId="urn:microsoft.com/office/officeart/2005/8/layout/list1"/>
    <dgm:cxn modelId="{6571F0BD-C2BC-4453-A9CE-4ADFE393B804}" srcId="{73DB5B8C-81B3-48B8-8EE9-653E7520A6F1}" destId="{2CF76EA9-21A4-4BC9-8A6B-B7C3F04599C1}" srcOrd="5" destOrd="0" parTransId="{740BEC04-77A7-40FF-ACA5-5FDA1DCCAB82}" sibTransId="{5F774BCB-1468-4619-A454-4CC694669409}"/>
    <dgm:cxn modelId="{55510BC6-4C22-074F-AB26-A744D20B015E}" type="presOf" srcId="{A45ECB4B-C0B5-41E4-A658-F3D3E6FC05A5}" destId="{CBCE46BA-B133-594A-A8B7-A4428D6A5D22}" srcOrd="0" destOrd="0" presId="urn:microsoft.com/office/officeart/2005/8/layout/list1"/>
    <dgm:cxn modelId="{5BA9BDC9-988D-498A-9BF7-3D3390C3CD0D}" srcId="{F0978024-D70E-46A4-ACDF-F969F101FC8A}" destId="{A45ECB4B-C0B5-41E4-A658-F3D3E6FC05A5}" srcOrd="0" destOrd="0" parTransId="{91C3BBAB-86DC-4667-A34D-1C022914DAE3}" sibTransId="{C7E72944-435C-492F-A09A-4D4E9D7354A4}"/>
    <dgm:cxn modelId="{0BE043D6-BD8C-4BBC-A766-D481449D9877}" srcId="{73DB5B8C-81B3-48B8-8EE9-653E7520A6F1}" destId="{62BB8864-E447-43B5-9B86-037F4651F4F1}" srcOrd="2" destOrd="0" parTransId="{922D313F-CFCB-4FFF-90DD-E4368E1253EC}" sibTransId="{A0D83D02-90D4-4D6A-B1FD-0FD05FC63D3D}"/>
    <dgm:cxn modelId="{6BE0AEF7-D034-A545-B1D8-4249ECA4BA5B}" type="presOf" srcId="{73DB5B8C-81B3-48B8-8EE9-653E7520A6F1}" destId="{785B68AE-136D-BB45-B51C-D3CF5719E52B}" srcOrd="1" destOrd="0" presId="urn:microsoft.com/office/officeart/2005/8/layout/list1"/>
    <dgm:cxn modelId="{8705C3DF-EF67-5642-B163-5A3FEAF91880}" type="presParOf" srcId="{EF970EC7-5853-674A-8A36-55AB8FB82F21}" destId="{95F8F390-DD88-5744-BC3C-AF9548FD98E0}" srcOrd="0" destOrd="0" presId="urn:microsoft.com/office/officeart/2005/8/layout/list1"/>
    <dgm:cxn modelId="{B85294BA-C306-EA47-B446-13916C354679}" type="presParOf" srcId="{95F8F390-DD88-5744-BC3C-AF9548FD98E0}" destId="{CBCE46BA-B133-594A-A8B7-A4428D6A5D22}" srcOrd="0" destOrd="0" presId="urn:microsoft.com/office/officeart/2005/8/layout/list1"/>
    <dgm:cxn modelId="{D502AE7E-B3AA-4A4A-8D4F-898B1394458E}" type="presParOf" srcId="{95F8F390-DD88-5744-BC3C-AF9548FD98E0}" destId="{5BCF5CB5-E464-C34C-A85A-3F5D0C727515}" srcOrd="1" destOrd="0" presId="urn:microsoft.com/office/officeart/2005/8/layout/list1"/>
    <dgm:cxn modelId="{AD843EA0-7C7D-2844-AD35-400127D573D1}" type="presParOf" srcId="{EF970EC7-5853-674A-8A36-55AB8FB82F21}" destId="{B3737F08-9913-DB40-B27A-D2513BE14733}" srcOrd="1" destOrd="0" presId="urn:microsoft.com/office/officeart/2005/8/layout/list1"/>
    <dgm:cxn modelId="{19D15BBE-F28B-CD4A-A6D5-668FFCA6A236}" type="presParOf" srcId="{EF970EC7-5853-674A-8A36-55AB8FB82F21}" destId="{A7D00530-9F67-C948-8982-E95824533D9C}" srcOrd="2" destOrd="0" presId="urn:microsoft.com/office/officeart/2005/8/layout/list1"/>
    <dgm:cxn modelId="{DD2F2785-5705-2541-9B9D-7747D20B4CC4}" type="presParOf" srcId="{EF970EC7-5853-674A-8A36-55AB8FB82F21}" destId="{1F7FEE6E-9311-C540-8AA3-90264BB289AC}" srcOrd="3" destOrd="0" presId="urn:microsoft.com/office/officeart/2005/8/layout/list1"/>
    <dgm:cxn modelId="{8A1A5F9B-9F72-0B43-BC7C-297145E7E0BB}" type="presParOf" srcId="{EF970EC7-5853-674A-8A36-55AB8FB82F21}" destId="{98CED49C-6182-544D-80A9-42D889074535}" srcOrd="4" destOrd="0" presId="urn:microsoft.com/office/officeart/2005/8/layout/list1"/>
    <dgm:cxn modelId="{4E3338BD-7756-A549-88EF-BAE7A13227D2}" type="presParOf" srcId="{98CED49C-6182-544D-80A9-42D889074535}" destId="{03BC75D6-F057-7843-849F-A0E255044DE7}" srcOrd="0" destOrd="0" presId="urn:microsoft.com/office/officeart/2005/8/layout/list1"/>
    <dgm:cxn modelId="{EEEF9EC2-59FF-B145-A26A-82D66D59BF79}" type="presParOf" srcId="{98CED49C-6182-544D-80A9-42D889074535}" destId="{785B68AE-136D-BB45-B51C-D3CF5719E52B}" srcOrd="1" destOrd="0" presId="urn:microsoft.com/office/officeart/2005/8/layout/list1"/>
    <dgm:cxn modelId="{5C5EA4D5-8BBE-5444-AE5A-94788D33AC56}" type="presParOf" srcId="{EF970EC7-5853-674A-8A36-55AB8FB82F21}" destId="{4A882FBC-1ABE-8649-8C89-759DF92B5FDF}" srcOrd="5" destOrd="0" presId="urn:microsoft.com/office/officeart/2005/8/layout/list1"/>
    <dgm:cxn modelId="{0B787153-11C7-9F43-864F-1D1BDDEEC69E}" type="presParOf" srcId="{EF970EC7-5853-674A-8A36-55AB8FB82F21}" destId="{7DA03E0F-A342-3349-A8F7-549F08AE12F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D00530-9F67-C948-8982-E95824533D9C}">
      <dsp:nvSpPr>
        <dsp:cNvPr id="0" name=""/>
        <dsp:cNvSpPr/>
      </dsp:nvSpPr>
      <dsp:spPr>
        <a:xfrm>
          <a:off x="0" y="555288"/>
          <a:ext cx="1127434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CF5CB5-E464-C34C-A85A-3F5D0C727515}">
      <dsp:nvSpPr>
        <dsp:cNvPr id="0" name=""/>
        <dsp:cNvSpPr/>
      </dsp:nvSpPr>
      <dsp:spPr>
        <a:xfrm>
          <a:off x="532678" y="0"/>
          <a:ext cx="789203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300" tIns="0" rIns="29830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latin typeface="Cambria" panose="02040503050406030204" pitchFamily="18" charset="0"/>
            </a:rPr>
            <a:t>Creates a new </a:t>
          </a:r>
          <a:r>
            <a:rPr lang="en-US" sz="2200" b="0" i="0" kern="1200" dirty="0" err="1">
              <a:latin typeface="Cambria" panose="02040503050406030204" pitchFamily="18" charset="0"/>
            </a:rPr>
            <a:t>DataFrame</a:t>
          </a:r>
          <a:r>
            <a:rPr lang="en-US" sz="2200" b="0" i="0" kern="1200" dirty="0">
              <a:latin typeface="Cambria" panose="02040503050406030204" pitchFamily="18" charset="0"/>
            </a:rPr>
            <a:t> object</a:t>
          </a:r>
          <a:endParaRPr lang="en-US" sz="2200" kern="1200" dirty="0">
            <a:latin typeface="Cambria" panose="02040503050406030204" pitchFamily="18" charset="0"/>
          </a:endParaRPr>
        </a:p>
      </dsp:txBody>
      <dsp:txXfrm>
        <a:off x="564381" y="31703"/>
        <a:ext cx="7828632" cy="586034"/>
      </dsp:txXfrm>
    </dsp:sp>
    <dsp:sp modelId="{7DA03E0F-A342-3349-A8F7-549F08AE12FB}">
      <dsp:nvSpPr>
        <dsp:cNvPr id="0" name=""/>
        <dsp:cNvSpPr/>
      </dsp:nvSpPr>
      <dsp:spPr>
        <a:xfrm>
          <a:off x="0" y="1399582"/>
          <a:ext cx="11274341" cy="353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014" tIns="458216" rIns="875014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>
            <a:latin typeface="Cambria" panose="02040503050406030204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i="0" kern="1200" dirty="0">
              <a:highlight>
                <a:srgbClr val="00FF00"/>
              </a:highlight>
              <a:latin typeface="Cambria" panose="02040503050406030204" pitchFamily="18" charset="0"/>
            </a:rPr>
            <a:t>data</a:t>
          </a:r>
          <a:r>
            <a:rPr lang="en-US" sz="2200" b="0" i="0" kern="1200" dirty="0">
              <a:latin typeface="Cambria" panose="02040503050406030204" pitchFamily="18" charset="0"/>
            </a:rPr>
            <a:t>: specifies the data to be used to create the </a:t>
          </a:r>
          <a:r>
            <a:rPr lang="en-US" sz="2200" b="0" i="0" kern="1200" dirty="0" err="1">
              <a:latin typeface="Cambria" panose="02040503050406030204" pitchFamily="18" charset="0"/>
            </a:rPr>
            <a:t>DataFrame</a:t>
          </a:r>
          <a:r>
            <a:rPr lang="en-US" sz="2200" b="0" i="0" kern="1200" dirty="0">
              <a:latin typeface="Cambria" panose="02040503050406030204" pitchFamily="18" charset="0"/>
            </a:rPr>
            <a:t>. It can be a </a:t>
          </a:r>
          <a:r>
            <a:rPr lang="en-US" sz="2200" b="0" i="0" kern="1200" dirty="0">
              <a:highlight>
                <a:srgbClr val="FFFF00"/>
              </a:highlight>
              <a:latin typeface="Cambria" panose="02040503050406030204" pitchFamily="18" charset="0"/>
            </a:rPr>
            <a:t>List, </a:t>
          </a:r>
          <a:r>
            <a:rPr lang="en-US" sz="2200" b="0" i="0" kern="1200" dirty="0">
              <a:latin typeface="Cambria" panose="02040503050406030204" pitchFamily="18" charset="0"/>
            </a:rPr>
            <a:t>a</a:t>
          </a:r>
          <a:r>
            <a:rPr lang="en-US" sz="2200" b="0" i="0" kern="1200" dirty="0">
              <a:highlight>
                <a:srgbClr val="FFFF00"/>
              </a:highlight>
              <a:latin typeface="Cambria" panose="02040503050406030204" pitchFamily="18" charset="0"/>
            </a:rPr>
            <a:t> dictionary, </a:t>
          </a:r>
          <a:r>
            <a:rPr lang="en-US" sz="2200" b="0" i="0" kern="1200" dirty="0">
              <a:latin typeface="Cambria" panose="02040503050406030204" pitchFamily="18" charset="0"/>
            </a:rPr>
            <a:t>another</a:t>
          </a:r>
          <a:r>
            <a:rPr lang="en-US" sz="2200" b="0" i="0" kern="1200" dirty="0">
              <a:highlight>
                <a:srgbClr val="FFFF00"/>
              </a:highlight>
              <a:latin typeface="Cambria" panose="02040503050406030204" pitchFamily="18" charset="0"/>
            </a:rPr>
            <a:t> </a:t>
          </a:r>
          <a:r>
            <a:rPr lang="en-US" sz="2200" b="0" i="0" kern="1200" dirty="0" err="1">
              <a:highlight>
                <a:srgbClr val="FFFF00"/>
              </a:highlight>
              <a:latin typeface="Cambria" panose="02040503050406030204" pitchFamily="18" charset="0"/>
            </a:rPr>
            <a:t>DataFrame</a:t>
          </a:r>
          <a:r>
            <a:rPr lang="en-US" sz="2200" b="0" i="0" kern="1200" dirty="0">
              <a:latin typeface="Cambria" panose="02040503050406030204" pitchFamily="18" charset="0"/>
            </a:rPr>
            <a:t>, or a </a:t>
          </a:r>
          <a:r>
            <a:rPr lang="en-US" sz="2200" b="0" i="0" kern="1200" dirty="0">
              <a:highlight>
                <a:srgbClr val="FFFF00"/>
              </a:highlight>
              <a:latin typeface="Cambria" panose="02040503050406030204" pitchFamily="18" charset="0"/>
            </a:rPr>
            <a:t>NumPy array</a:t>
          </a:r>
          <a:r>
            <a:rPr lang="en-US" sz="2200" b="0" i="0" kern="1200" dirty="0">
              <a:latin typeface="Cambria" panose="02040503050406030204" pitchFamily="18" charset="0"/>
            </a:rPr>
            <a:t>.</a:t>
          </a:r>
          <a:endParaRPr lang="en-US" sz="2200" kern="1200" dirty="0">
            <a:latin typeface="Cambria" panose="02040503050406030204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>
            <a:latin typeface="Cambria" panose="02040503050406030204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i="0" kern="1200" dirty="0">
              <a:highlight>
                <a:srgbClr val="00FF00"/>
              </a:highlight>
              <a:latin typeface="Cambria" panose="02040503050406030204" pitchFamily="18" charset="0"/>
            </a:rPr>
            <a:t>columns</a:t>
          </a:r>
          <a:r>
            <a:rPr lang="en-US" sz="2200" b="0" i="0" kern="1200" dirty="0">
              <a:latin typeface="Cambria" panose="02040503050406030204" pitchFamily="18" charset="0"/>
            </a:rPr>
            <a:t>: to specify the </a:t>
          </a:r>
          <a:r>
            <a:rPr lang="en-US" sz="2200" b="0" i="0" kern="1200" dirty="0">
              <a:highlight>
                <a:srgbClr val="FFFF00"/>
              </a:highlight>
              <a:latin typeface="Cambria" panose="02040503050406030204" pitchFamily="18" charset="0"/>
            </a:rPr>
            <a:t>column labels </a:t>
          </a:r>
          <a:r>
            <a:rPr lang="en-US" sz="2200" b="0" i="0" kern="1200" dirty="0">
              <a:latin typeface="Cambria" panose="02040503050406030204" pitchFamily="18" charset="0"/>
            </a:rPr>
            <a:t>for the </a:t>
          </a:r>
          <a:r>
            <a:rPr lang="en-US" sz="2200" b="0" i="0" kern="1200" dirty="0" err="1">
              <a:latin typeface="Cambria" panose="02040503050406030204" pitchFamily="18" charset="0"/>
            </a:rPr>
            <a:t>DataFrame</a:t>
          </a:r>
          <a:r>
            <a:rPr lang="en-US" sz="2200" b="0" i="0" kern="1200" dirty="0">
              <a:latin typeface="Cambria" panose="02040503050406030204" pitchFamily="18" charset="0"/>
            </a:rPr>
            <a:t>. It can be a list or an array. Default is integers starting from </a:t>
          </a:r>
          <a:r>
            <a:rPr lang="en-US" sz="2200" b="0" i="0" kern="1200" dirty="0">
              <a:highlight>
                <a:srgbClr val="00FF00"/>
              </a:highlight>
              <a:latin typeface="Cambria" panose="02040503050406030204" pitchFamily="18" charset="0"/>
            </a:rPr>
            <a:t>0</a:t>
          </a:r>
          <a:r>
            <a:rPr lang="en-US" sz="2200" b="0" i="0" kern="1200" dirty="0">
              <a:latin typeface="Cambria" panose="02040503050406030204" pitchFamily="18" charset="0"/>
            </a:rPr>
            <a:t>.</a:t>
          </a:r>
          <a:endParaRPr lang="en-US" sz="2200" kern="1200" dirty="0">
            <a:latin typeface="Cambria" panose="02040503050406030204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>
            <a:latin typeface="Cambria" panose="02040503050406030204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i="0" kern="1200" dirty="0">
              <a:highlight>
                <a:srgbClr val="00FF00"/>
              </a:highlight>
              <a:latin typeface="Cambria" panose="02040503050406030204" pitchFamily="18" charset="0"/>
            </a:rPr>
            <a:t>index</a:t>
          </a:r>
          <a:r>
            <a:rPr lang="en-US" sz="2200" b="0" i="0" kern="1200" dirty="0">
              <a:latin typeface="Cambria" panose="02040503050406030204" pitchFamily="18" charset="0"/>
            </a:rPr>
            <a:t>: to specify the </a:t>
          </a:r>
          <a:r>
            <a:rPr lang="en-US" sz="2200" b="0" i="0" kern="1200" dirty="0">
              <a:highlight>
                <a:srgbClr val="FFFF00"/>
              </a:highlight>
              <a:latin typeface="Cambria" panose="02040503050406030204" pitchFamily="18" charset="0"/>
            </a:rPr>
            <a:t>row labels </a:t>
          </a:r>
          <a:r>
            <a:rPr lang="en-US" sz="2200" b="0" i="0" kern="1200" dirty="0">
              <a:latin typeface="Cambria" panose="02040503050406030204" pitchFamily="18" charset="0"/>
            </a:rPr>
            <a:t>for the </a:t>
          </a:r>
          <a:r>
            <a:rPr lang="en-US" sz="2200" b="0" i="0" kern="1200" dirty="0" err="1">
              <a:latin typeface="Cambria" panose="02040503050406030204" pitchFamily="18" charset="0"/>
            </a:rPr>
            <a:t>DataFrame</a:t>
          </a:r>
          <a:r>
            <a:rPr lang="en-US" sz="2200" b="0" i="0" kern="1200" dirty="0">
              <a:latin typeface="Cambria" panose="02040503050406030204" pitchFamily="18" charset="0"/>
            </a:rPr>
            <a:t>. It can be a list or an array. Default is integers starting from </a:t>
          </a:r>
          <a:r>
            <a:rPr lang="en-US" sz="2200" b="0" i="0" kern="1200" dirty="0">
              <a:highlight>
                <a:srgbClr val="00FF00"/>
              </a:highlight>
              <a:latin typeface="Cambria" panose="02040503050406030204" pitchFamily="18" charset="0"/>
            </a:rPr>
            <a:t>0</a:t>
          </a:r>
          <a:r>
            <a:rPr lang="en-US" sz="2200" b="0" i="0" kern="1200" dirty="0">
              <a:latin typeface="Cambria" panose="02040503050406030204" pitchFamily="18" charset="0"/>
            </a:rPr>
            <a:t>.</a:t>
          </a:r>
          <a:endParaRPr lang="en-US" sz="2200" kern="1200" dirty="0">
            <a:latin typeface="Cambria" panose="02040503050406030204" pitchFamily="18" charset="0"/>
          </a:endParaRPr>
        </a:p>
      </dsp:txBody>
      <dsp:txXfrm>
        <a:off x="0" y="1399582"/>
        <a:ext cx="11274341" cy="3534300"/>
      </dsp:txXfrm>
    </dsp:sp>
    <dsp:sp modelId="{785B68AE-136D-BB45-B51C-D3CF5719E52B}">
      <dsp:nvSpPr>
        <dsp:cNvPr id="0" name=""/>
        <dsp:cNvSpPr/>
      </dsp:nvSpPr>
      <dsp:spPr>
        <a:xfrm>
          <a:off x="548197" y="1218293"/>
          <a:ext cx="789203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300" tIns="0" rIns="29830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latin typeface="Cambria" panose="02040503050406030204" pitchFamily="18" charset="0"/>
            </a:rPr>
            <a:t>The parameters of the </a:t>
          </a:r>
          <a:r>
            <a:rPr lang="en-US" sz="2200" b="0" i="0" kern="1200" dirty="0" err="1">
              <a:latin typeface="Cambria" panose="02040503050406030204" pitchFamily="18" charset="0"/>
            </a:rPr>
            <a:t>DataFrame</a:t>
          </a:r>
          <a:r>
            <a:rPr lang="en-US" sz="2200" b="0" i="0" kern="1200" dirty="0">
              <a:latin typeface="Cambria" panose="02040503050406030204" pitchFamily="18" charset="0"/>
            </a:rPr>
            <a:t>() constructor</a:t>
          </a:r>
          <a:endParaRPr lang="en-US" sz="2200" kern="1200" dirty="0">
            <a:latin typeface="Cambria" panose="02040503050406030204" pitchFamily="18" charset="0"/>
          </a:endParaRPr>
        </a:p>
      </dsp:txBody>
      <dsp:txXfrm>
        <a:off x="579900" y="1249996"/>
        <a:ext cx="7828632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F23D8-0271-F541-9BCD-5C391912005C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12D8E-D471-A34E-AB17-24705BCE4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7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 typical data science workflow looks like this:</a:t>
            </a:r>
          </a:p>
          <a:p>
            <a:r>
              <a:rPr lang="en-AU" b="1" dirty="0"/>
              <a:t>Collect data</a:t>
            </a:r>
            <a:r>
              <a:rPr lang="en-AU" dirty="0"/>
              <a:t> from databases, sensors, APIs, or files. </a:t>
            </a:r>
          </a:p>
          <a:p>
            <a:r>
              <a:rPr lang="en-AU" b="1" dirty="0"/>
              <a:t>Clean and prepare the data</a:t>
            </a:r>
            <a:r>
              <a:rPr lang="en-AU" dirty="0"/>
              <a:t> by handling missing values, duplicates, and inconsistencies. </a:t>
            </a:r>
          </a:p>
          <a:p>
            <a:r>
              <a:rPr lang="en-AU" b="1" dirty="0" err="1"/>
              <a:t>Analyze</a:t>
            </a:r>
            <a:r>
              <a:rPr lang="en-AU" b="1" dirty="0"/>
              <a:t> the data (Data Analytics)</a:t>
            </a:r>
            <a:r>
              <a:rPr lang="en-AU" dirty="0"/>
              <a:t> to: </a:t>
            </a:r>
          </a:p>
          <a:p>
            <a:pPr lvl="1"/>
            <a:r>
              <a:rPr lang="en-AU" dirty="0"/>
              <a:t>Understand the dataset. </a:t>
            </a:r>
          </a:p>
          <a:p>
            <a:pPr lvl="1"/>
            <a:r>
              <a:rPr lang="en-AU" dirty="0"/>
              <a:t>Identify patterns and trends. </a:t>
            </a:r>
          </a:p>
          <a:p>
            <a:pPr lvl="1"/>
            <a:r>
              <a:rPr lang="en-AU" dirty="0"/>
              <a:t>Detect outliers and anomalies. </a:t>
            </a:r>
          </a:p>
          <a:p>
            <a:pPr lvl="1"/>
            <a:r>
              <a:rPr lang="en-AU" dirty="0"/>
              <a:t>Explore relationships between variables. </a:t>
            </a:r>
          </a:p>
          <a:p>
            <a:r>
              <a:rPr lang="en-AU" b="1" dirty="0"/>
              <a:t>Build predictive or machine learning models</a:t>
            </a:r>
            <a:r>
              <a:rPr lang="en-AU" dirty="0"/>
              <a:t> using the insights gained from the analysis. </a:t>
            </a:r>
          </a:p>
          <a:p>
            <a:r>
              <a:rPr lang="en-AU" b="1" dirty="0"/>
              <a:t>Evaluate and improve the models.</a:t>
            </a:r>
            <a:r>
              <a:rPr lang="en-AU" dirty="0"/>
              <a:t> </a:t>
            </a:r>
          </a:p>
          <a:p>
            <a:r>
              <a:rPr lang="en-AU" b="1" dirty="0"/>
              <a:t>Deploy the model</a:t>
            </a:r>
            <a:r>
              <a:rPr lang="en-AU" dirty="0"/>
              <a:t> so it can make predictions or automate decisions.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Data Science</a:t>
            </a:r>
          </a:p>
          <a:p>
            <a:r>
              <a:rPr lang="en-AU" dirty="0"/>
              <a:t>│</a:t>
            </a:r>
          </a:p>
          <a:p>
            <a:r>
              <a:rPr lang="en-AU" dirty="0"/>
              <a:t>├── Data Collection</a:t>
            </a:r>
          </a:p>
          <a:p>
            <a:r>
              <a:rPr lang="en-AU" dirty="0"/>
              <a:t>├── Data Cleaning</a:t>
            </a:r>
          </a:p>
          <a:p>
            <a:r>
              <a:rPr lang="en-AU" dirty="0"/>
              <a:t>├── Data Analytics  ← Essential step</a:t>
            </a:r>
          </a:p>
          <a:p>
            <a:r>
              <a:rPr lang="en-AU" dirty="0"/>
              <a:t>├── Feature Engineering</a:t>
            </a:r>
          </a:p>
          <a:p>
            <a:r>
              <a:rPr lang="en-AU" dirty="0"/>
              <a:t>├── Machine Learning</a:t>
            </a:r>
          </a:p>
          <a:p>
            <a:r>
              <a:rPr lang="en-AU" dirty="0"/>
              <a:t>├── Model Evaluation</a:t>
            </a:r>
          </a:p>
          <a:p>
            <a:r>
              <a:rPr lang="en-AU" dirty="0"/>
              <a:t>└── Deployment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58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1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98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Jupyter lab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14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57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1. What is a binary file?</a:t>
            </a:r>
          </a:p>
          <a:p>
            <a:r>
              <a:rPr lang="en-AU" dirty="0"/>
              <a:t>A </a:t>
            </a:r>
            <a:r>
              <a:rPr lang="en-AU" b="1" dirty="0"/>
              <a:t>binary file</a:t>
            </a:r>
            <a:r>
              <a:rPr lang="en-AU" dirty="0"/>
              <a:t> stores data in a format that computers can read directly, using </a:t>
            </a:r>
            <a:r>
              <a:rPr lang="en-AU" b="1" dirty="0"/>
              <a:t>0s and 1s</a:t>
            </a:r>
            <a:r>
              <a:rPr lang="en-AU" dirty="0"/>
              <a:t>.</a:t>
            </a:r>
          </a:p>
          <a:p>
            <a:r>
              <a:rPr lang="en-AU" dirty="0"/>
              <a:t>Unlike a text file (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.txt</a:t>
            </a:r>
            <a:r>
              <a:rPr lang="en-AU" dirty="0"/>
              <a:t>), you </a:t>
            </a:r>
            <a:r>
              <a:rPr lang="en-AU" b="1" dirty="0"/>
              <a:t>cannot open a pickle file and read its contents</a:t>
            </a:r>
            <a:r>
              <a:rPr lang="en-AU" dirty="0"/>
              <a:t> because it is not written in human-readable text.</a:t>
            </a:r>
          </a:p>
          <a:p>
            <a:r>
              <a:rPr lang="en-AU" dirty="0"/>
              <a:t>For example:</a:t>
            </a:r>
          </a:p>
          <a:p>
            <a:r>
              <a:rPr lang="en-AU" b="1" dirty="0"/>
              <a:t>Text file (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notes.txt</a:t>
            </a:r>
            <a:r>
              <a:rPr lang="en-AU" b="1" dirty="0"/>
              <a:t>)</a:t>
            </a:r>
            <a:r>
              <a:rPr lang="en-AU" dirty="0"/>
              <a:t> → You can open it in Notepad and read the text. </a:t>
            </a:r>
          </a:p>
          <a:p>
            <a:r>
              <a:rPr lang="en-AU" b="1" dirty="0"/>
              <a:t>Pickle file (</a:t>
            </a:r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students.pkl</a:t>
            </a:r>
            <a:r>
              <a:rPr lang="en-AU" b="1" dirty="0"/>
              <a:t>)</a:t>
            </a:r>
            <a:r>
              <a:rPr lang="en-AU" dirty="0"/>
              <a:t> → If you open it in Notepad, you'll see random symbols and unreadable characters because it is stored in binary format.</a:t>
            </a:r>
          </a:p>
          <a:p>
            <a:endParaRPr lang="en-AU" dirty="0"/>
          </a:p>
          <a:p>
            <a:r>
              <a:rPr lang="en-AU" b="1" dirty="0"/>
              <a:t>2. What does "serialized" mean?</a:t>
            </a:r>
          </a:p>
          <a:p>
            <a:r>
              <a:rPr lang="en-AU" b="1" dirty="0"/>
              <a:t>Serialization</a:t>
            </a:r>
            <a:r>
              <a:rPr lang="en-AU" dirty="0"/>
              <a:t> is the process of converting a Python object (such as a list, dictionary, </a:t>
            </a:r>
            <a:r>
              <a:rPr lang="en-AU" dirty="0" err="1"/>
              <a:t>DataFrame</a:t>
            </a:r>
            <a:r>
              <a:rPr lang="en-AU" dirty="0"/>
              <a:t>, or machine learning model) into a sequence of bytes so it can be saved to a file.</a:t>
            </a:r>
          </a:p>
          <a:p>
            <a:r>
              <a:rPr lang="en-AU" b="1" dirty="0"/>
              <a:t>Serialized object</a:t>
            </a:r>
            <a:r>
              <a:rPr lang="en-AU" dirty="0"/>
              <a:t> → A Python object that has been converted into bytes so it can be saved or transferred.</a:t>
            </a:r>
          </a:p>
          <a:p>
            <a:endParaRPr lang="en-AU" dirty="0"/>
          </a:p>
          <a:p>
            <a:r>
              <a:rPr lang="en-AU" b="1" dirty="0"/>
              <a:t>3. What is inside a pickle file?</a:t>
            </a:r>
          </a:p>
          <a:p>
            <a:r>
              <a:rPr lang="en-AU" dirty="0"/>
              <a:t>A pickle file contains </a:t>
            </a:r>
            <a:r>
              <a:rPr lang="en-AU" b="1" dirty="0"/>
              <a:t>everything needed to reconstruct the original Python object</a:t>
            </a:r>
            <a:r>
              <a:rPr lang="en-AU" dirty="0"/>
              <a:t>.</a:t>
            </a:r>
          </a:p>
          <a:p>
            <a:endParaRPr lang="en-AU" dirty="0"/>
          </a:p>
          <a:p>
            <a:endParaRPr lang="en-AU" dirty="0"/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endParaRPr lang="en-US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Saving and loading machine learning models</a:t>
            </a:r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Saving and loading large data structures</a:t>
            </a:r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Caching intermediate results to disk</a:t>
            </a:r>
          </a:p>
          <a:p>
            <a:endParaRPr lang="en-AU" dirty="0"/>
          </a:p>
          <a:p>
            <a:endParaRPr lang="en-AU" dirty="0"/>
          </a:p>
          <a:p>
            <a:r>
              <a:rPr lang="en-AU" b="1" dirty="0"/>
              <a:t>Pickling can save you from repeating preprocessing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79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Pickling</a:t>
            </a:r>
            <a:r>
              <a:rPr lang="en-AU" dirty="0"/>
              <a:t> is like </a:t>
            </a:r>
            <a:r>
              <a:rPr lang="en-AU" b="1" dirty="0"/>
              <a:t>saving the document</a:t>
            </a:r>
            <a:r>
              <a:rPr lang="en-AU" dirty="0"/>
              <a:t> to your computer. </a:t>
            </a:r>
            <a:r>
              <a:rPr lang="en-AU" b="1" dirty="0"/>
              <a:t>Unpickling</a:t>
            </a:r>
            <a:r>
              <a:rPr lang="en-AU" dirty="0"/>
              <a:t> is like </a:t>
            </a:r>
            <a:r>
              <a:rPr lang="en-AU" b="1" dirty="0"/>
              <a:t>opening the saved document</a:t>
            </a:r>
            <a:r>
              <a:rPr lang="en-AU" dirty="0"/>
              <a:t> later to continue your work.</a:t>
            </a:r>
          </a:p>
          <a:p>
            <a:endParaRPr lang="en-AU" dirty="0"/>
          </a:p>
          <a:p>
            <a:r>
              <a:rPr lang="en-AU" b="1" dirty="0"/>
              <a:t>Why do we use pickling?</a:t>
            </a:r>
          </a:p>
          <a:p>
            <a:r>
              <a:rPr lang="en-AU" dirty="0"/>
              <a:t>We use pickling to: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AU" dirty="0"/>
              <a:t>Save Python objects so they can be </a:t>
            </a:r>
            <a:r>
              <a:rPr lang="en-AU" b="1" dirty="0"/>
              <a:t>used later</a:t>
            </a:r>
            <a:r>
              <a:rPr lang="en-AU" dirty="0"/>
              <a:t>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AU" b="1" dirty="0"/>
              <a:t>Avoid recreating or recalculating </a:t>
            </a:r>
            <a:r>
              <a:rPr lang="en-AU" dirty="0"/>
              <a:t>data every time we run a program.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AU" b="1" dirty="0"/>
              <a:t>Save trained machine </a:t>
            </a:r>
            <a:r>
              <a:rPr lang="en-AU" dirty="0"/>
              <a:t>learning models so they can be reused without training them again.</a:t>
            </a:r>
          </a:p>
          <a:p>
            <a:endParaRPr lang="en-AU" dirty="0"/>
          </a:p>
          <a:p>
            <a:r>
              <a:rPr lang="en-AU" b="1" dirty="0"/>
              <a:t>In summary:</a:t>
            </a:r>
            <a:endParaRPr lang="en-AU" dirty="0"/>
          </a:p>
          <a:p>
            <a:r>
              <a:rPr lang="en-AU" b="1" dirty="0"/>
              <a:t>Pickling = Saving a Python object to a file.</a:t>
            </a:r>
            <a:r>
              <a:rPr lang="en-AU" dirty="0"/>
              <a:t> </a:t>
            </a:r>
          </a:p>
          <a:p>
            <a:r>
              <a:rPr lang="en-AU" b="1" dirty="0"/>
              <a:t>Unpickling = Loading the saved object back into Python.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27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57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 err="1"/>
              <a:t>Df.ndim</a:t>
            </a:r>
            <a:r>
              <a:rPr lang="en-AU" sz="1200" dirty="0"/>
              <a:t>: A </a:t>
            </a:r>
            <a:r>
              <a:rPr lang="en-AU" sz="1200" dirty="0" err="1"/>
              <a:t>DataFrame</a:t>
            </a:r>
            <a:r>
              <a:rPr lang="en-AU" sz="1200" dirty="0"/>
              <a:t> is always two-dimensional because it has rows and columns.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 err="1"/>
              <a:t>Df.size</a:t>
            </a:r>
            <a:r>
              <a:rPr lang="en-AU" sz="1200" dirty="0"/>
              <a:t>: </a:t>
            </a:r>
            <a:r>
              <a:rPr lang="en-AU" dirty="0"/>
              <a:t>Returns the total number of values in the </a:t>
            </a:r>
            <a:r>
              <a:rPr lang="en-AU" dirty="0" err="1"/>
              <a:t>DataFrame</a:t>
            </a:r>
            <a:r>
              <a:rPr lang="en-AU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 err="1"/>
              <a:t>Df.values</a:t>
            </a:r>
            <a:r>
              <a:rPr lang="en-AU" sz="1200" dirty="0"/>
              <a:t> =&gt; numbers and strings…everything is dataset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Exploratory Data Analysis (EDA)</a:t>
            </a:r>
            <a:r>
              <a:rPr lang="en-AU" dirty="0"/>
              <a:t> to quickly understand the data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1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31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df.loc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en-AU" dirty="0"/>
              <a:t> is a </a:t>
            </a:r>
            <a:r>
              <a:rPr lang="en-AU" b="1" dirty="0"/>
              <a:t>Pandas indexer</a:t>
            </a:r>
            <a:r>
              <a:rPr lang="en-AU" dirty="0"/>
              <a:t> used to </a:t>
            </a:r>
            <a:r>
              <a:rPr lang="en-AU" b="1" dirty="0"/>
              <a:t>select or modify rows and columns by their labels (names)</a:t>
            </a:r>
            <a:r>
              <a:rPr lang="en-AU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loc[]</a:t>
            </a:r>
            <a:r>
              <a:rPr lang="en-AU" dirty="0"/>
              <a:t> uses </a:t>
            </a:r>
            <a:r>
              <a:rPr lang="en-AU" b="1" dirty="0"/>
              <a:t>row and column labels</a:t>
            </a:r>
            <a:r>
              <a:rPr lang="en-AU" dirty="0"/>
              <a:t>, not their numerical positions.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51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Pandas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query()</a:t>
            </a:r>
            <a:r>
              <a:rPr lang="en-AU" dirty="0"/>
              <a:t> method is used to </a:t>
            </a:r>
            <a:r>
              <a:rPr lang="en-AU" b="1" dirty="0"/>
              <a:t>select rows from a </a:t>
            </a:r>
            <a:r>
              <a:rPr lang="en-AU" b="1" dirty="0" err="1"/>
              <a:t>DataFrame</a:t>
            </a:r>
            <a:r>
              <a:rPr lang="en-AU" b="1" dirty="0"/>
              <a:t> based on a condition</a:t>
            </a:r>
            <a:r>
              <a:rPr lang="en-AU" dirty="0"/>
              <a:t>. It provides a simple way to filter data using column names directly.</a:t>
            </a:r>
            <a:br>
              <a:rPr lang="en-AU" dirty="0"/>
            </a:br>
            <a:r>
              <a:rPr lang="en-AU" dirty="0"/>
              <a:t>The condition is written as a </a:t>
            </a:r>
            <a:r>
              <a:rPr lang="en-AU" b="1" dirty="0"/>
              <a:t>string</a:t>
            </a:r>
            <a:r>
              <a:rPr lang="en-AU" dirty="0"/>
              <a:t> and uses column names to define which rows should be selected.</a:t>
            </a:r>
          </a:p>
          <a:p>
            <a:r>
              <a:rPr lang="en-AU" dirty="0" err="1"/>
              <a:t>df</a:t>
            </a:r>
            <a:r>
              <a:rPr lang="en-AU" dirty="0"/>
              <a:t>[</a:t>
            </a:r>
            <a:r>
              <a:rPr lang="en-AU" dirty="0" err="1"/>
              <a:t>df</a:t>
            </a:r>
            <a:r>
              <a:rPr lang="en-AU" dirty="0"/>
              <a:t>["Age"] &gt; 20]   same as </a:t>
            </a:r>
            <a:r>
              <a:rPr lang="en-AU" dirty="0" err="1"/>
              <a:t>df.query</a:t>
            </a:r>
            <a:r>
              <a:rPr lang="en-AU" dirty="0"/>
              <a:t>("Age &gt; 20")</a:t>
            </a:r>
          </a:p>
          <a:p>
            <a:endParaRPr lang="en-AU" dirty="0"/>
          </a:p>
          <a:p>
            <a:r>
              <a:rPr lang="en-AU" b="1" dirty="0"/>
              <a:t>Why use 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query()</a:t>
            </a:r>
            <a:r>
              <a:rPr lang="en-AU" b="1" dirty="0"/>
              <a:t>?</a:t>
            </a:r>
          </a:p>
          <a:p>
            <a:r>
              <a:rPr lang="en-AU" b="1" dirty="0"/>
              <a:t>Easier to read when conditions become complex</a:t>
            </a:r>
            <a:r>
              <a:rPr lang="en-AU" dirty="0"/>
              <a:t>. </a:t>
            </a:r>
          </a:p>
          <a:p>
            <a:r>
              <a:rPr lang="en-AU" dirty="0"/>
              <a:t>Allows direct use of column names. </a:t>
            </a:r>
          </a:p>
          <a:p>
            <a:r>
              <a:rPr lang="en-AU" dirty="0"/>
              <a:t>Makes filtering expressions look </a:t>
            </a:r>
            <a:r>
              <a:rPr lang="en-AU" b="1" dirty="0"/>
              <a:t>closer to natural language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b="1" dirty="0"/>
              <a:t>Important Notes</a:t>
            </a:r>
          </a:p>
          <a:p>
            <a:pPr marL="228600" indent="-228600">
              <a:buAutoNum type="arabicPeriod"/>
            </a:pPr>
            <a:r>
              <a:rPr lang="en-AU" b="1" dirty="0"/>
              <a:t>Column names are written without quotes. </a:t>
            </a:r>
          </a:p>
          <a:p>
            <a:pPr marL="228600" indent="-228600">
              <a:buAutoNum type="arabicPeriod"/>
            </a:pPr>
            <a:r>
              <a:rPr lang="en-AU" dirty="0"/>
              <a:t>2. String values need quotes : </a:t>
            </a:r>
            <a:r>
              <a:rPr lang="en-AU" dirty="0" err="1"/>
              <a:t>df.query</a:t>
            </a:r>
            <a:r>
              <a:rPr lang="en-AU" b="1" dirty="0"/>
              <a:t>("Name == 'Bob’”)</a:t>
            </a:r>
          </a:p>
          <a:p>
            <a:r>
              <a:rPr lang="en-AU" b="1" dirty="0"/>
              <a:t>3. Multiple conditions</a:t>
            </a:r>
          </a:p>
          <a:p>
            <a:r>
              <a:rPr lang="en-AU" dirty="0"/>
              <a:t>Use: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AU" dirty="0"/>
              <a:t> for both conditions 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AU" dirty="0"/>
              <a:t> for either condition</a:t>
            </a:r>
          </a:p>
          <a:p>
            <a:pPr marL="228600" indent="-228600">
              <a:buAutoNum type="arabicPeriod"/>
            </a:pPr>
            <a:endParaRPr lang="en-AU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337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Each condition is evaluated separately. A row is returned </a:t>
            </a:r>
            <a:r>
              <a:rPr lang="en-AU" b="1" dirty="0"/>
              <a:t>only if all conditions are True</a:t>
            </a:r>
            <a:r>
              <a:rPr lang="en-AU" dirty="0"/>
              <a:t>.</a:t>
            </a:r>
          </a:p>
          <a:p>
            <a:r>
              <a:rPr lang="en-AU" dirty="0" err="1"/>
              <a:t>df.query</a:t>
            </a:r>
            <a:r>
              <a:rPr lang="en-AU" dirty="0"/>
              <a:t>("Age &gt; 20 and Grade &gt; 85") same as </a:t>
            </a:r>
            <a:r>
              <a:rPr lang="en-AU" dirty="0" err="1"/>
              <a:t>df</a:t>
            </a:r>
            <a:r>
              <a:rPr lang="en-AU" dirty="0"/>
              <a:t>[(</a:t>
            </a:r>
            <a:r>
              <a:rPr lang="en-AU" dirty="0" err="1"/>
              <a:t>df</a:t>
            </a:r>
            <a:r>
              <a:rPr lang="en-AU" dirty="0"/>
              <a:t>["Age"] &gt; 20) &amp; (</a:t>
            </a:r>
            <a:r>
              <a:rPr lang="en-AU" dirty="0" err="1"/>
              <a:t>df</a:t>
            </a:r>
            <a:r>
              <a:rPr lang="en-AU" dirty="0"/>
              <a:t>["Grade"] &gt; 85)]</a:t>
            </a:r>
          </a:p>
          <a:p>
            <a:endParaRPr lang="en-AU" dirty="0"/>
          </a:p>
          <a:p>
            <a:r>
              <a:rPr lang="en-AU" b="1" dirty="0"/>
              <a:t>Important Notes</a:t>
            </a:r>
          </a:p>
          <a:p>
            <a:r>
              <a:rPr lang="en-AU" b="1" dirty="0"/>
              <a:t>Use 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AU" b="1" dirty="0"/>
              <a:t>, not 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AU" b="1" dirty="0"/>
              <a:t>, inside 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query()</a:t>
            </a:r>
            <a:endParaRPr lang="en-AU" b="1" dirty="0"/>
          </a:p>
          <a:p>
            <a:endParaRPr lang="en-AU" dirty="0"/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AU" dirty="0"/>
              <a:t> is used with Boolean indexing, not normally inside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query()</a:t>
            </a:r>
            <a:r>
              <a:rPr lang="en-A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22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At least one of multiple conditions is true</a:t>
            </a:r>
            <a:r>
              <a:rPr lang="en-AU" dirty="0"/>
              <a:t>.</a:t>
            </a:r>
          </a:p>
          <a:p>
            <a:r>
              <a:rPr lang="en-AU" dirty="0"/>
              <a:t>Each condition is evaluated separately. A row is returned if </a:t>
            </a:r>
            <a:r>
              <a:rPr lang="en-AU" b="1" dirty="0"/>
              <a:t>one or more conditions are True</a:t>
            </a:r>
            <a:r>
              <a:rPr lang="en-A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290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863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Pandas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query()</a:t>
            </a:r>
            <a:r>
              <a:rPr lang="en-AU" dirty="0"/>
              <a:t> method is mainly used to </a:t>
            </a:r>
            <a:r>
              <a:rPr lang="en-AU" b="1" dirty="0"/>
              <a:t>filter rows based on conditions</a:t>
            </a:r>
            <a:r>
              <a:rPr lang="en-AU" dirty="0"/>
              <a:t>. To access a </a:t>
            </a:r>
            <a:r>
              <a:rPr lang="en-AU" b="1" dirty="0"/>
              <a:t>subset of rows and specific columns</a:t>
            </a:r>
            <a:r>
              <a:rPr lang="en-AU" dirty="0"/>
              <a:t>, combine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query()</a:t>
            </a:r>
            <a:r>
              <a:rPr lang="en-AU" dirty="0"/>
              <a:t> with the column selection operator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query()</a:t>
            </a:r>
            <a:r>
              <a:rPr lang="en-AU" dirty="0"/>
              <a:t> → selects rows that satisfy the condition. 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[["column1", "column2"]]</a:t>
            </a:r>
            <a:r>
              <a:rPr lang="en-AU" dirty="0"/>
              <a:t> → selects the required columns from those rows.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you can select </a:t>
            </a:r>
            <a:r>
              <a:rPr lang="en-AU" b="1" dirty="0"/>
              <a:t>a single column</a:t>
            </a:r>
            <a:r>
              <a:rPr lang="en-AU" dirty="0"/>
              <a:t> using the </a:t>
            </a:r>
            <a:r>
              <a:rPr lang="en-AU" b="1" dirty="0"/>
              <a:t>dot notation</a:t>
            </a:r>
            <a:r>
              <a:rPr lang="en-AU" dirty="0"/>
              <a:t> (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column_name</a:t>
            </a:r>
            <a:r>
              <a:rPr lang="en-AU" dirty="0"/>
              <a:t>) instead of using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[["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column_name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"]]</a:t>
            </a:r>
            <a:r>
              <a:rPr lang="en-AU" dirty="0"/>
              <a:t>.</a:t>
            </a:r>
          </a:p>
          <a:p>
            <a:r>
              <a:rPr lang="en-AU" dirty="0"/>
              <a:t>The dot notation </a:t>
            </a:r>
            <a:r>
              <a:rPr lang="en-AU" b="1" dirty="0"/>
              <a:t>cannot select multiple columns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b="1" dirty="0"/>
              <a:t>Dot Notation Limitations</a:t>
            </a:r>
          </a:p>
          <a:p>
            <a:r>
              <a:rPr lang="en-AU" dirty="0"/>
              <a:t>You can only use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column_name</a:t>
            </a:r>
            <a:r>
              <a:rPr lang="en-AU" dirty="0"/>
              <a:t> when:</a:t>
            </a:r>
          </a:p>
          <a:p>
            <a:pPr marL="228600" indent="-228600">
              <a:buAutoNum type="arabicPeriod"/>
            </a:pPr>
            <a:r>
              <a:rPr lang="en-AU" b="1" dirty="0"/>
              <a:t>Column name is a valid Python identifier</a:t>
            </a:r>
          </a:p>
          <a:p>
            <a:r>
              <a:rPr lang="en-AU" b="1" dirty="0"/>
              <a:t>For example: </a:t>
            </a:r>
            <a:r>
              <a:rPr lang="en-AU" dirty="0"/>
              <a:t>Does not work:</a:t>
            </a:r>
          </a:p>
          <a:p>
            <a:pPr rtl="0"/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df.Student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Age     # contains space</a:t>
            </a:r>
          </a:p>
          <a:p>
            <a:pPr rtl="0"/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df.Total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-Grade     # contains special character</a:t>
            </a:r>
          </a:p>
          <a:p>
            <a:r>
              <a:rPr lang="en-AU" dirty="0"/>
              <a:t>For these cases, use:</a:t>
            </a:r>
          </a:p>
          <a:p>
            <a:pPr rtl="0"/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["Student Age"]</a:t>
            </a:r>
          </a:p>
          <a:p>
            <a:pPr rtl="0"/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["Total-Grade"]</a:t>
            </a:r>
          </a:p>
          <a:p>
            <a:pPr rtl="0"/>
            <a:endParaRPr lang="en-A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A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AU" b="1" dirty="0"/>
              <a:t>2. Column name does not conflict with </a:t>
            </a:r>
            <a:r>
              <a:rPr lang="en-AU" b="1" dirty="0" err="1"/>
              <a:t>DataFrame</a:t>
            </a:r>
            <a:r>
              <a:rPr lang="en-AU" b="1" dirty="0"/>
              <a:t> methods</a:t>
            </a:r>
          </a:p>
          <a:p>
            <a:r>
              <a:rPr lang="en-AU" dirty="0"/>
              <a:t>For example, if you have a column called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</a:t>
            </a:r>
            <a:r>
              <a:rPr lang="en-AU" dirty="0"/>
              <a:t>:</a:t>
            </a:r>
          </a:p>
          <a:p>
            <a:pPr rtl="0"/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df.count</a:t>
            </a:r>
            <a:endParaRPr lang="en-A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AU" dirty="0"/>
              <a:t>may refer to the </a:t>
            </a:r>
            <a:r>
              <a:rPr lang="en-AU" dirty="0" err="1"/>
              <a:t>DataFrame</a:t>
            </a:r>
            <a:r>
              <a:rPr lang="en-AU" dirty="0"/>
              <a:t> method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count()</a:t>
            </a:r>
            <a:r>
              <a:rPr lang="en-AU" dirty="0"/>
              <a:t> rather than your column.</a:t>
            </a:r>
          </a:p>
          <a:p>
            <a:r>
              <a:rPr lang="en-AU" dirty="0"/>
              <a:t>Use:</a:t>
            </a:r>
          </a:p>
          <a:p>
            <a:pPr rtl="0"/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["count"]</a:t>
            </a:r>
          </a:p>
          <a:p>
            <a:r>
              <a:rPr lang="en-AU" dirty="0"/>
              <a:t>instead.</a:t>
            </a:r>
          </a:p>
          <a:p>
            <a:pPr rtl="0"/>
            <a:endParaRPr lang="en-A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A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AU" dirty="0"/>
              <a:t>Dot notation: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df.query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("Age &gt; 20").Grade     </a:t>
            </a:r>
            <a:r>
              <a:rPr lang="en-AU" dirty="0"/>
              <a:t>Select </a:t>
            </a:r>
            <a:r>
              <a:rPr lang="en-AU" b="1" dirty="0"/>
              <a:t>one column</a:t>
            </a:r>
            <a:endParaRPr lang="en-AU" dirty="0"/>
          </a:p>
          <a:p>
            <a:r>
              <a:rPr lang="en-AU" dirty="0"/>
              <a:t>Bracket notation:  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df.query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("Age &gt; 20")["Grade"]    </a:t>
            </a:r>
            <a:r>
              <a:rPr lang="en-AU" dirty="0"/>
              <a:t>Select </a:t>
            </a:r>
            <a:r>
              <a:rPr lang="en-AU" b="1" dirty="0"/>
              <a:t>one column (recommended)</a:t>
            </a:r>
            <a:endParaRPr lang="en-AU" dirty="0"/>
          </a:p>
          <a:p>
            <a:r>
              <a:rPr lang="en-AU" dirty="0"/>
              <a:t>Double brackets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df.query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("Age &gt; 20")[["Name", "Grade"]]    </a:t>
            </a:r>
            <a:r>
              <a:rPr lang="en-AU" dirty="0"/>
              <a:t>Select </a:t>
            </a:r>
            <a:r>
              <a:rPr lang="en-AU" b="1" dirty="0"/>
              <a:t>multiple columns</a:t>
            </a:r>
            <a:endParaRPr lang="en-AU" dirty="0"/>
          </a:p>
          <a:p>
            <a:pPr rtl="0"/>
            <a:endParaRPr lang="en-A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AU" b="1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503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iloc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en-AU" dirty="0"/>
              <a:t> follows normal Python slicing rules, where the </a:t>
            </a:r>
            <a:r>
              <a:rPr lang="en-AU" b="1" dirty="0"/>
              <a:t>end position is excluded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 err="1"/>
              <a:t>df.iloc</a:t>
            </a:r>
            <a:r>
              <a:rPr lang="en-AU" dirty="0"/>
              <a:t>[0:2]</a:t>
            </a:r>
          </a:p>
          <a:p>
            <a:r>
              <a:rPr lang="en-AU" dirty="0"/>
              <a:t>Select rows at positions 0 and 1 (stop before position 2).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With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loc[]</a:t>
            </a:r>
            <a:r>
              <a:rPr lang="en-AU" dirty="0"/>
              <a:t>: The last column (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</a:t>
            </a:r>
            <a:r>
              <a:rPr lang="en-AU" dirty="0"/>
              <a:t>) is included.</a:t>
            </a:r>
          </a:p>
          <a:p>
            <a:endParaRPr lang="en-AU" dirty="0"/>
          </a:p>
          <a:p>
            <a:r>
              <a:rPr lang="en-AU" b="1" dirty="0"/>
              <a:t>Last value included?</a:t>
            </a:r>
          </a:p>
          <a:p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loc[]      </a:t>
            </a:r>
            <a:r>
              <a:rPr lang="en-AU" dirty="0"/>
              <a:t>Label-</a:t>
            </a:r>
            <a:r>
              <a:rPr lang="en-AU" dirty="0" err="1"/>
              <a:t>based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df.loc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[0:2]</a:t>
            </a:r>
            <a:r>
              <a:rPr lang="en-AU" dirty="0"/>
              <a:t>✅ Yes</a:t>
            </a:r>
          </a:p>
          <a:p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iloc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      </a:t>
            </a:r>
            <a:r>
              <a:rPr lang="en-AU" dirty="0"/>
              <a:t>Position-</a:t>
            </a:r>
            <a:r>
              <a:rPr lang="en-AU" dirty="0" err="1"/>
              <a:t>based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df.iloc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[0:2]</a:t>
            </a:r>
            <a:r>
              <a:rPr lang="en-AU" dirty="0"/>
              <a:t>❌ No</a:t>
            </a:r>
          </a:p>
          <a:p>
            <a:r>
              <a:rPr lang="en-AU" dirty="0"/>
              <a:t>Python list </a:t>
            </a:r>
            <a:r>
              <a:rPr lang="en-AU" dirty="0" err="1"/>
              <a:t>slicingPosition-based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[0:2]</a:t>
            </a:r>
            <a:r>
              <a:rPr lang="en-AU" dirty="0"/>
              <a:t>❌ No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58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721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Arrange the rows based on the values in one or more columns.</a:t>
            </a:r>
          </a:p>
          <a:p>
            <a:r>
              <a:rPr lang="en-AU" dirty="0"/>
              <a:t>By default, sorting is performed in </a:t>
            </a:r>
            <a:r>
              <a:rPr lang="en-AU" b="1" dirty="0"/>
              <a:t>ascending order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Sort by Multiple Columns.</a:t>
            </a:r>
          </a:p>
          <a:p>
            <a:endParaRPr lang="en-AU" dirty="0"/>
          </a:p>
          <a:p>
            <a:r>
              <a:rPr lang="en-AU" dirty="0"/>
              <a:t>First column is done first then second column among similar values of the first column is studied.</a:t>
            </a:r>
          </a:p>
          <a:p>
            <a:endParaRPr lang="en-AU" dirty="0"/>
          </a:p>
          <a:p>
            <a:r>
              <a:rPr lang="en-AU" dirty="0"/>
              <a:t>By default,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sort_values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returns a </a:t>
            </a:r>
            <a:r>
              <a:rPr lang="en-AU" b="1" dirty="0"/>
              <a:t>new sorted </a:t>
            </a:r>
            <a:r>
              <a:rPr lang="en-AU" b="1" dirty="0" err="1"/>
              <a:t>DataFrame</a:t>
            </a:r>
            <a:r>
              <a:rPr lang="en-AU" dirty="0"/>
              <a:t> and does not change the original one. </a:t>
            </a:r>
          </a:p>
          <a:p>
            <a:endParaRPr lang="en-AU" dirty="0"/>
          </a:p>
          <a:p>
            <a:r>
              <a:rPr lang="en-AU" dirty="0"/>
              <a:t>To </a:t>
            </a:r>
            <a:r>
              <a:rPr lang="en-AU" b="1" dirty="0"/>
              <a:t>modify the original </a:t>
            </a:r>
            <a:r>
              <a:rPr lang="en-AU" dirty="0" err="1"/>
              <a:t>DataFrame</a:t>
            </a:r>
            <a:r>
              <a:rPr lang="en-AU" dirty="0"/>
              <a:t>:</a:t>
            </a:r>
          </a:p>
          <a:p>
            <a:pPr rtl="0"/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df.sort_values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(by="Age", </a:t>
            </a:r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inplace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=True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 err="1"/>
              <a:t>df.sort_index</a:t>
            </a:r>
            <a:r>
              <a:rPr lang="en-AU" dirty="0"/>
              <a:t>(ascending=False) This sorts rows from the largest index to the smallest.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223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280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01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set_index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is a </a:t>
            </a:r>
            <a:r>
              <a:rPr lang="en-AU" b="1" dirty="0" err="1"/>
              <a:t>DataFrame</a:t>
            </a:r>
            <a:r>
              <a:rPr lang="en-AU" b="1" dirty="0"/>
              <a:t> method</a:t>
            </a:r>
            <a:r>
              <a:rPr lang="en-AU" dirty="0"/>
              <a:t> used to replace the default row index with one or more existing columns from the </a:t>
            </a:r>
            <a:r>
              <a:rPr lang="en-AU" dirty="0" err="1"/>
              <a:t>DataFrame</a:t>
            </a:r>
            <a:r>
              <a:rPr lang="en-AU" dirty="0"/>
              <a:t>.</a:t>
            </a:r>
          </a:p>
          <a:p>
            <a:r>
              <a:rPr lang="en-AU" dirty="0"/>
              <a:t>By default, Pandas creates a numerical index:</a:t>
            </a:r>
          </a:p>
          <a:p>
            <a:pPr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0, 1, 2, 3, ...</a:t>
            </a:r>
          </a:p>
          <a:p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set_index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allows you to choose a meaningful column (such as ID, date, or name) as the row labels.</a:t>
            </a:r>
          </a:p>
          <a:p>
            <a:endParaRPr lang="en-AU"/>
          </a:p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765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It is commonly used to change the layout of data so that it becomes easier to analyse, summarise, or present in reports.</a:t>
            </a:r>
          </a:p>
          <a:p>
            <a:endParaRPr lang="en-AU" dirty="0"/>
          </a:p>
          <a:p>
            <a:r>
              <a:rPr lang="en-AU" dirty="0"/>
              <a:t>When you pivot a dataset, you usually select:</a:t>
            </a:r>
          </a:p>
          <a:p>
            <a:r>
              <a:rPr lang="en-AU" b="1" dirty="0"/>
              <a:t>Index column</a:t>
            </a:r>
            <a:r>
              <a:rPr lang="en-AU" dirty="0"/>
              <a:t> – the column that </a:t>
            </a:r>
            <a:r>
              <a:rPr lang="en-AU" b="1" dirty="0"/>
              <a:t>remains as the row labels</a:t>
            </a:r>
            <a:r>
              <a:rPr lang="en-AU" dirty="0"/>
              <a:t>. </a:t>
            </a:r>
          </a:p>
          <a:p>
            <a:r>
              <a:rPr lang="en-AU" b="1" dirty="0"/>
              <a:t>Columns column</a:t>
            </a:r>
            <a:r>
              <a:rPr lang="en-AU" dirty="0"/>
              <a:t> – the column </a:t>
            </a:r>
            <a:r>
              <a:rPr lang="en-AU" b="1" dirty="0"/>
              <a:t>whose unique values become the new column headers</a:t>
            </a:r>
            <a:r>
              <a:rPr lang="en-AU" dirty="0"/>
              <a:t>. </a:t>
            </a:r>
          </a:p>
          <a:p>
            <a:r>
              <a:rPr lang="en-AU" b="1" dirty="0"/>
              <a:t>Values column</a:t>
            </a:r>
            <a:r>
              <a:rPr lang="en-AU" dirty="0"/>
              <a:t> – the column containing the data values that fill the new table.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Pivoting is useful when you want to:</a:t>
            </a:r>
          </a:p>
          <a:p>
            <a:r>
              <a:rPr lang="en-AU" b="1" dirty="0"/>
              <a:t>Compare categories side-by-side</a:t>
            </a:r>
            <a:r>
              <a:rPr lang="en-AU" dirty="0"/>
              <a:t> </a:t>
            </a:r>
          </a:p>
          <a:p>
            <a:pPr lvl="1"/>
            <a:r>
              <a:rPr lang="en-AU" dirty="0"/>
              <a:t>Example: Compare sales of different products across months. </a:t>
            </a:r>
          </a:p>
          <a:p>
            <a:r>
              <a:rPr lang="en-AU" b="1" dirty="0"/>
              <a:t>Create summary tables</a:t>
            </a:r>
            <a:r>
              <a:rPr lang="en-AU" dirty="0"/>
              <a:t> </a:t>
            </a:r>
          </a:p>
          <a:p>
            <a:pPr lvl="1"/>
            <a:r>
              <a:rPr lang="en-AU" dirty="0"/>
              <a:t>Example: Convert transaction-level data into a reporting format. </a:t>
            </a:r>
          </a:p>
          <a:p>
            <a:r>
              <a:rPr lang="en-AU" b="1" dirty="0"/>
              <a:t>Prepare data for visualisation</a:t>
            </a:r>
            <a:r>
              <a:rPr lang="en-AU" dirty="0"/>
              <a:t> </a:t>
            </a:r>
          </a:p>
          <a:p>
            <a:pPr lvl="1"/>
            <a:r>
              <a:rPr lang="en-AU" dirty="0"/>
              <a:t>Example: Create a table suitable for plotting trends. </a:t>
            </a:r>
          </a:p>
          <a:p>
            <a:r>
              <a:rPr lang="en-AU" b="1" dirty="0"/>
              <a:t>Make data easier to analyse</a:t>
            </a:r>
            <a:r>
              <a:rPr lang="en-AU" dirty="0"/>
              <a:t> </a:t>
            </a:r>
          </a:p>
          <a:p>
            <a:pPr lvl="1"/>
            <a:r>
              <a:rPr lang="en-AU" dirty="0"/>
              <a:t>Example: Convert long-format data into wide-format data.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b="1" dirty="0"/>
              <a:t>Long Format vs Wide Format</a:t>
            </a:r>
          </a:p>
          <a:p>
            <a:r>
              <a:rPr lang="en-AU" b="1" dirty="0"/>
              <a:t>Before pivoting (long format):</a:t>
            </a:r>
            <a:endParaRPr lang="en-AU" dirty="0"/>
          </a:p>
          <a:p>
            <a:r>
              <a:rPr lang="en-AU" dirty="0"/>
              <a:t>Student</a:t>
            </a:r>
          </a:p>
          <a:p>
            <a:r>
              <a:rPr lang="en-AU" dirty="0"/>
              <a:t>Subject</a:t>
            </a:r>
          </a:p>
          <a:p>
            <a:r>
              <a:rPr lang="en-AU" dirty="0"/>
              <a:t>Mark</a:t>
            </a:r>
          </a:p>
          <a:p>
            <a:endParaRPr lang="en-AU" dirty="0"/>
          </a:p>
          <a:p>
            <a:endParaRPr lang="en-AU" dirty="0"/>
          </a:p>
          <a:p>
            <a:r>
              <a:rPr lang="en-AU" b="1" dirty="0"/>
              <a:t>After pivoting (wide format):</a:t>
            </a:r>
            <a:endParaRPr lang="en-AU" dirty="0"/>
          </a:p>
          <a:p>
            <a:r>
              <a:rPr lang="en-AU" dirty="0"/>
              <a:t>Student</a:t>
            </a:r>
          </a:p>
          <a:p>
            <a:r>
              <a:rPr lang="en-AU" dirty="0"/>
              <a:t>Math</a:t>
            </a:r>
          </a:p>
          <a:p>
            <a:r>
              <a:rPr lang="en-AU" dirty="0"/>
              <a:t>Science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713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E6E0C-8EAB-26E4-8429-2F1782C0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2DAB5-0C06-55DF-6810-DF6F97362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828BD-22EE-51D4-F6CB-357274FCA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It is commonly used to change the layout of data so that it becomes easier to analyse, summarise, or present in reports.</a:t>
            </a:r>
          </a:p>
          <a:p>
            <a:endParaRPr lang="en-AU" dirty="0"/>
          </a:p>
          <a:p>
            <a:r>
              <a:rPr lang="en-AU" dirty="0"/>
              <a:t>When you pivot a dataset, you usually select:</a:t>
            </a:r>
          </a:p>
          <a:p>
            <a:r>
              <a:rPr lang="en-AU" b="1" dirty="0"/>
              <a:t>Index column</a:t>
            </a:r>
            <a:r>
              <a:rPr lang="en-AU" dirty="0"/>
              <a:t> – the column that remains as the row labels. </a:t>
            </a:r>
          </a:p>
          <a:p>
            <a:r>
              <a:rPr lang="en-AU" b="1" dirty="0"/>
              <a:t>Columns column</a:t>
            </a:r>
            <a:r>
              <a:rPr lang="en-AU" dirty="0"/>
              <a:t> – the column whose unique values become the new column headers. </a:t>
            </a:r>
          </a:p>
          <a:p>
            <a:r>
              <a:rPr lang="en-AU" b="1" dirty="0"/>
              <a:t>Values column</a:t>
            </a:r>
            <a:r>
              <a:rPr lang="en-AU" dirty="0"/>
              <a:t> – the column containing the data values that fill the new table.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Pivoting is useful when you want to:</a:t>
            </a:r>
          </a:p>
          <a:p>
            <a:r>
              <a:rPr lang="en-AU" b="1" dirty="0"/>
              <a:t>Compare categories side-by-side</a:t>
            </a:r>
            <a:r>
              <a:rPr lang="en-AU" dirty="0"/>
              <a:t> </a:t>
            </a:r>
          </a:p>
          <a:p>
            <a:pPr lvl="1"/>
            <a:r>
              <a:rPr lang="en-AU" dirty="0"/>
              <a:t>Example: Compare sales of different products across months. </a:t>
            </a:r>
          </a:p>
          <a:p>
            <a:r>
              <a:rPr lang="en-AU" b="1" dirty="0"/>
              <a:t>Create summary tables</a:t>
            </a:r>
            <a:r>
              <a:rPr lang="en-AU" dirty="0"/>
              <a:t> </a:t>
            </a:r>
          </a:p>
          <a:p>
            <a:pPr lvl="1"/>
            <a:r>
              <a:rPr lang="en-AU" dirty="0"/>
              <a:t>Example: Convert transaction-level data into a reporting format. </a:t>
            </a:r>
          </a:p>
          <a:p>
            <a:r>
              <a:rPr lang="en-AU" b="1" dirty="0"/>
              <a:t>Prepare data for visualisation</a:t>
            </a:r>
            <a:r>
              <a:rPr lang="en-AU" dirty="0"/>
              <a:t> </a:t>
            </a:r>
          </a:p>
          <a:p>
            <a:pPr lvl="1"/>
            <a:r>
              <a:rPr lang="en-AU" dirty="0"/>
              <a:t>Example: Create a table suitable for plotting trends. </a:t>
            </a:r>
          </a:p>
          <a:p>
            <a:r>
              <a:rPr lang="en-AU" b="1" dirty="0"/>
              <a:t>Make data easier to analyse</a:t>
            </a:r>
            <a:r>
              <a:rPr lang="en-AU" dirty="0"/>
              <a:t> </a:t>
            </a:r>
          </a:p>
          <a:p>
            <a:pPr lvl="1"/>
            <a:r>
              <a:rPr lang="en-AU" dirty="0"/>
              <a:t>Example: Convert long-format data into wide-format data.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b="1" dirty="0"/>
              <a:t>Long Format vs Wide Format</a:t>
            </a:r>
          </a:p>
          <a:p>
            <a:r>
              <a:rPr lang="en-AU" b="1" dirty="0"/>
              <a:t>Before pivoting (long format):</a:t>
            </a:r>
            <a:endParaRPr lang="en-AU" dirty="0"/>
          </a:p>
          <a:p>
            <a:r>
              <a:rPr lang="en-AU" dirty="0"/>
              <a:t>Student</a:t>
            </a:r>
          </a:p>
          <a:p>
            <a:r>
              <a:rPr lang="en-AU" dirty="0"/>
              <a:t>Subject</a:t>
            </a:r>
          </a:p>
          <a:p>
            <a:r>
              <a:rPr lang="en-AU" dirty="0"/>
              <a:t>Mark</a:t>
            </a:r>
          </a:p>
          <a:p>
            <a:endParaRPr lang="en-AU" dirty="0"/>
          </a:p>
          <a:p>
            <a:endParaRPr lang="en-AU" dirty="0"/>
          </a:p>
          <a:p>
            <a:r>
              <a:rPr lang="en-AU" b="1" dirty="0"/>
              <a:t>After pivoting (wide format):</a:t>
            </a:r>
            <a:endParaRPr lang="en-AU" dirty="0"/>
          </a:p>
          <a:p>
            <a:r>
              <a:rPr lang="en-AU" dirty="0"/>
              <a:t>Student</a:t>
            </a:r>
          </a:p>
          <a:p>
            <a:r>
              <a:rPr lang="en-AU" dirty="0"/>
              <a:t>Math</a:t>
            </a:r>
          </a:p>
          <a:p>
            <a:r>
              <a:rPr lang="en-AU" dirty="0"/>
              <a:t>Science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02033-7D7B-8115-012F-CA104F660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829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Melting data</a:t>
            </a:r>
            <a:r>
              <a:rPr lang="en-AU" dirty="0"/>
              <a:t> is the process of </a:t>
            </a:r>
            <a:r>
              <a:rPr lang="en-AU" b="1" dirty="0"/>
              <a:t>transforming a dataset from a wide format into a long format</a:t>
            </a:r>
            <a:r>
              <a:rPr lang="en-AU" dirty="0"/>
              <a:t>. It converts </a:t>
            </a:r>
            <a:r>
              <a:rPr lang="en-AU" b="1" dirty="0"/>
              <a:t>multiple columns into rows</a:t>
            </a:r>
            <a:r>
              <a:rPr lang="en-AU" dirty="0"/>
              <a:t>, making the dataset easier to analyse, visualise, and process with many data analysis tools.</a:t>
            </a:r>
            <a:r>
              <a:rPr lang="en-AU" b="1" dirty="0"/>
              <a:t> </a:t>
            </a:r>
          </a:p>
          <a:p>
            <a:endParaRPr lang="en-AU" dirty="0"/>
          </a:p>
          <a:p>
            <a:r>
              <a:rPr lang="en-AU" dirty="0"/>
              <a:t>Long-format data makes operations such as:</a:t>
            </a:r>
          </a:p>
          <a:p>
            <a:r>
              <a:rPr lang="en-AU" dirty="0"/>
              <a:t>grouping, </a:t>
            </a:r>
          </a:p>
          <a:p>
            <a:r>
              <a:rPr lang="en-AU" dirty="0"/>
              <a:t>filtering, </a:t>
            </a:r>
          </a:p>
          <a:p>
            <a:r>
              <a:rPr lang="en-AU" dirty="0"/>
              <a:t>aggregation, </a:t>
            </a:r>
          </a:p>
          <a:p>
            <a:r>
              <a:rPr lang="en-AU" dirty="0"/>
              <a:t>statistical analysis </a:t>
            </a:r>
          </a:p>
          <a:p>
            <a:r>
              <a:rPr lang="en-AU" dirty="0"/>
              <a:t>simpler.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id_vars</a:t>
            </a:r>
            <a:r>
              <a:rPr lang="en-AU" dirty="0"/>
              <a:t>: Columns that should remain unchanged (identifier columns) </a:t>
            </a:r>
          </a:p>
          <a:p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var_name</a:t>
            </a:r>
            <a:r>
              <a:rPr lang="en-AU" dirty="0"/>
              <a:t>: Name of the new column containing former column names </a:t>
            </a:r>
          </a:p>
          <a:p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value_name</a:t>
            </a:r>
            <a:r>
              <a:rPr lang="en-AU" dirty="0"/>
              <a:t>: Name of the new column containing values</a:t>
            </a:r>
          </a:p>
          <a:p>
            <a:endParaRPr lang="en-AU" dirty="0"/>
          </a:p>
          <a:p>
            <a:r>
              <a:rPr lang="en-AU" b="1" dirty="0"/>
              <a:t>Pivot = Spread data out</a:t>
            </a:r>
            <a:br>
              <a:rPr lang="en-AU" dirty="0"/>
            </a:br>
            <a:r>
              <a:rPr lang="en-AU" b="1" dirty="0"/>
              <a:t>Melt = Stack data together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3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248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245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split data into groups based on one or more columns</a:t>
            </a:r>
            <a:r>
              <a:rPr lang="en-AU" dirty="0"/>
              <a:t>, perform calculations or operations on each group</a:t>
            </a:r>
          </a:p>
          <a:p>
            <a:endParaRPr lang="en-AU" dirty="0"/>
          </a:p>
          <a:p>
            <a:r>
              <a:rPr lang="en-AU" b="1" dirty="0"/>
              <a:t>Split</a:t>
            </a:r>
            <a:r>
              <a:rPr lang="en-AU" dirty="0"/>
              <a:t> → Divide the </a:t>
            </a:r>
            <a:r>
              <a:rPr lang="en-AU" dirty="0" err="1"/>
              <a:t>DataFrame</a:t>
            </a:r>
            <a:r>
              <a:rPr lang="en-AU" dirty="0"/>
              <a:t> into groups based on a column. ::: This creates a </a:t>
            </a:r>
            <a:r>
              <a:rPr lang="en-AU" b="1" dirty="0" err="1"/>
              <a:t>GroupBy</a:t>
            </a:r>
            <a:r>
              <a:rPr lang="en-AU" b="1" dirty="0"/>
              <a:t> object</a:t>
            </a:r>
            <a:r>
              <a:rPr lang="en-AU" dirty="0"/>
              <a:t>, but it does not display the result yet. We need to apply an aggregation function.</a:t>
            </a:r>
          </a:p>
          <a:p>
            <a:r>
              <a:rPr lang="en-AU" b="1" dirty="0"/>
              <a:t>Apply</a:t>
            </a:r>
            <a:r>
              <a:rPr lang="en-AU" dirty="0"/>
              <a:t> → Perform an operation on each group (e.g., sum, average, count). </a:t>
            </a:r>
          </a:p>
          <a:p>
            <a:r>
              <a:rPr lang="en-AU" b="1" dirty="0"/>
              <a:t>Combine</a:t>
            </a:r>
            <a:r>
              <a:rPr lang="en-AU" dirty="0"/>
              <a:t> → Combine the results into a new </a:t>
            </a:r>
            <a:r>
              <a:rPr lang="en-AU" dirty="0" err="1"/>
              <a:t>DataFrame</a:t>
            </a:r>
            <a:r>
              <a:rPr lang="en-AU" dirty="0"/>
              <a:t> or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869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289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99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2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7"/>
            <a:ext cx="10869248" cy="120549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4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4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2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76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9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4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6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9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23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1"/>
            <a:ext cx="12192000" cy="17890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94519"/>
            <a:ext cx="10869248" cy="1205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065467"/>
            <a:ext cx="10869248" cy="409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56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bg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A26A151-13BF-4305-A6DC-9DC7C9877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FFDDA6-2CAE-438F-B0D6-FF4E710E2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29884" y="6324431"/>
            <a:ext cx="62116" cy="4289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F8BA2-5609-1185-67AB-D0B477AE4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122" y="365125"/>
            <a:ext cx="5022630" cy="243003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Essentials for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4F7A9-0B69-50D3-EFD6-01EB73B91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054927"/>
            <a:ext cx="5022630" cy="31220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SIT112 | Intro to Data Science &amp; AI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Lecture Week 2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27DDA6F5-26EC-28A4-45B4-8F5AB8D9F2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964" r="9242"/>
          <a:stretch/>
        </p:blipFill>
        <p:spPr>
          <a:xfrm>
            <a:off x="6083645" y="10"/>
            <a:ext cx="6108356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EB6CD3-1079-C315-AFA6-5381F1AB7B61}"/>
              </a:ext>
            </a:extLst>
          </p:cNvPr>
          <p:cNvSpPr txBox="1"/>
          <p:nvPr/>
        </p:nvSpPr>
        <p:spPr>
          <a:xfrm>
            <a:off x="484552" y="5054351"/>
            <a:ext cx="609600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Dr. Fatima Ansarizadeh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Lecturer in Applied AI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School of Information Technology, Deakin University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Email: f.ansarizadeh@deakin.edu.au</a:t>
            </a:r>
          </a:p>
        </p:txBody>
      </p:sp>
      <p:pic>
        <p:nvPicPr>
          <p:cNvPr id="2056" name="Picture 8" descr="Free Artificial Intelligence Brain illustration and picture">
            <a:extLst>
              <a:ext uri="{FF2B5EF4-FFF2-40B4-BE49-F238E27FC236}">
                <a16:creationId xmlns:a16="http://schemas.microsoft.com/office/drawing/2014/main" id="{2CAC7885-F5FC-9728-CD03-112A71453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321" y="1552489"/>
            <a:ext cx="6096000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38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65"/>
    </mc:Choice>
    <mc:Fallback xmlns="">
      <p:transition spd="slow" advTm="1816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7023783-1BA7-4B53-8EDC-B7F22732F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8B7D45-C71F-4FD6-BE9F-31CB24678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305878"/>
            <a:ext cx="12192000" cy="4552121"/>
            <a:chOff x="6096002" y="-9073"/>
            <a:chExt cx="6095998" cy="686707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0E55DB-2DD2-4990-952E-AF7499C79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31DE2E-D7A0-4137-B8A6-3F996F89A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BEECA9E-C489-4B62-9103-5A6D60EA2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2913"/>
            <a:ext cx="6095996" cy="23187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A757A-1DC5-4610-897D-1BF798A5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83" y="-14295"/>
            <a:ext cx="5251230" cy="1601755"/>
          </a:xfrm>
        </p:spPr>
        <p:txBody>
          <a:bodyPr>
            <a:normAutofit/>
          </a:bodyPr>
          <a:lstStyle/>
          <a:p>
            <a:r>
              <a:rPr lang="en-US" sz="4400" dirty="0"/>
              <a:t>Agenda</a:t>
            </a:r>
          </a:p>
        </p:txBody>
      </p:sp>
      <p:pic>
        <p:nvPicPr>
          <p:cNvPr id="7" name="Graphic 6" descr="Open Folder">
            <a:extLst>
              <a:ext uri="{FF2B5EF4-FFF2-40B4-BE49-F238E27FC236}">
                <a16:creationId xmlns:a16="http://schemas.microsoft.com/office/drawing/2014/main" id="{19126D58-8FBC-653D-8295-1FBF59F14F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5363" y="136526"/>
            <a:ext cx="1973954" cy="19739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EBEF-C5EF-C27F-584B-2C710C594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501" y="2775664"/>
            <a:ext cx="10228475" cy="3496539"/>
          </a:xfrm>
        </p:spPr>
        <p:txBody>
          <a:bodyPr>
            <a:noAutofit/>
          </a:bodyPr>
          <a:lstStyle/>
          <a:p>
            <a:pPr marL="514350" indent="-514350" eaLnBrk="1" hangingPunct="1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FFFF00"/>
                </a:highlight>
                <a:cs typeface="Calibri" panose="020F0502020204030204" pitchFamily="34" charset="0"/>
              </a:rPr>
              <a:t>Create a </a:t>
            </a:r>
            <a:r>
              <a:rPr lang="en-US" sz="1800" dirty="0" err="1">
                <a:cs typeface="Calibri" panose="020F0502020204030204" pitchFamily="34" charset="0"/>
              </a:rPr>
              <a:t>DataFrame</a:t>
            </a:r>
            <a:r>
              <a:rPr lang="en-US" sz="1800" dirty="0">
                <a:cs typeface="Calibri" panose="020F0502020204030204" pitchFamily="34" charset="0"/>
              </a:rPr>
              <a:t> by reading data from a file or by using the </a:t>
            </a:r>
            <a:r>
              <a:rPr lang="en-US" sz="1800" dirty="0" err="1">
                <a:cs typeface="Calibri" panose="020F0502020204030204" pitchFamily="34" charset="0"/>
              </a:rPr>
              <a:t>DataFrame</a:t>
            </a:r>
            <a:r>
              <a:rPr lang="en-US" sz="1800" dirty="0">
                <a:cs typeface="Calibri" panose="020F0502020204030204" pitchFamily="34" charset="0"/>
              </a:rPr>
              <a:t> constructor</a:t>
            </a:r>
          </a:p>
          <a:p>
            <a:pPr marL="514350" indent="-514350" eaLnBrk="1" hangingPunct="1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FFFF00"/>
                </a:highlight>
                <a:cs typeface="Calibri" panose="020F0502020204030204" pitchFamily="34" charset="0"/>
              </a:rPr>
              <a:t>Save </a:t>
            </a:r>
            <a:r>
              <a:rPr lang="en-US" sz="1800" dirty="0">
                <a:cs typeface="Calibri" panose="020F0502020204030204" pitchFamily="34" charset="0"/>
              </a:rPr>
              <a:t>a </a:t>
            </a:r>
            <a:r>
              <a:rPr lang="en-US" sz="1800" dirty="0" err="1">
                <a:cs typeface="Calibri" panose="020F0502020204030204" pitchFamily="34" charset="0"/>
              </a:rPr>
              <a:t>DataFrame</a:t>
            </a:r>
            <a:r>
              <a:rPr lang="en-US" sz="1800" dirty="0">
                <a:cs typeface="Calibri" panose="020F0502020204030204" pitchFamily="34" charset="0"/>
              </a:rPr>
              <a:t> to disk as a </a:t>
            </a:r>
            <a:r>
              <a:rPr lang="en-US" sz="1800" b="1" dirty="0">
                <a:cs typeface="Calibri" panose="020F0502020204030204" pitchFamily="34" charset="0"/>
              </a:rPr>
              <a:t>pickle</a:t>
            </a:r>
            <a:r>
              <a:rPr lang="en-US" sz="1800" dirty="0">
                <a:cs typeface="Calibri" panose="020F0502020204030204" pitchFamily="34" charset="0"/>
              </a:rPr>
              <a:t> file, and restore the </a:t>
            </a:r>
            <a:r>
              <a:rPr lang="en-US" sz="1800" dirty="0" err="1">
                <a:cs typeface="Calibri" panose="020F0502020204030204" pitchFamily="34" charset="0"/>
              </a:rPr>
              <a:t>DataFrame</a:t>
            </a:r>
            <a:r>
              <a:rPr lang="en-US" sz="1800" dirty="0">
                <a:cs typeface="Calibri" panose="020F0502020204030204" pitchFamily="34" charset="0"/>
              </a:rPr>
              <a:t> by reading the pickle file</a:t>
            </a:r>
          </a:p>
          <a:p>
            <a:pPr marL="514350" indent="-514350" eaLnBrk="1" hangingPunct="1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FFFF00"/>
                </a:highlight>
                <a:cs typeface="Calibri" panose="020F0502020204030204" pitchFamily="34" charset="0"/>
              </a:rPr>
              <a:t>Examine </a:t>
            </a:r>
            <a:r>
              <a:rPr lang="en-US" sz="1800" dirty="0">
                <a:cs typeface="Calibri" panose="020F0502020204030204" pitchFamily="34" charset="0"/>
              </a:rPr>
              <a:t>the data in a </a:t>
            </a:r>
            <a:r>
              <a:rPr lang="en-US" sz="1800" dirty="0" err="1">
                <a:cs typeface="Calibri" panose="020F0502020204030204" pitchFamily="34" charset="0"/>
              </a:rPr>
              <a:t>DataFrame</a:t>
            </a:r>
            <a:r>
              <a:rPr lang="en-US" sz="1800" dirty="0">
                <a:cs typeface="Calibri" panose="020F0502020204030204" pitchFamily="34" charset="0"/>
              </a:rPr>
              <a:t> </a:t>
            </a:r>
          </a:p>
          <a:p>
            <a:pPr marL="514350" indent="-514350" eaLnBrk="1" hangingPunct="1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FFFF00"/>
                </a:highlight>
                <a:cs typeface="Calibri" panose="020F0502020204030204" pitchFamily="34" charset="0"/>
              </a:rPr>
              <a:t>Access columns, rows, or a subset of columns and rows </a:t>
            </a:r>
            <a:endParaRPr lang="en-US" sz="1800" dirty="0">
              <a:cs typeface="Calibri" panose="020F0502020204030204" pitchFamily="34" charset="0"/>
            </a:endParaRPr>
          </a:p>
          <a:p>
            <a:pPr marL="514350" indent="-514350" eaLnBrk="1" hangingPunct="1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cs typeface="Calibri" panose="020F0502020204030204" pitchFamily="34" charset="0"/>
              </a:rPr>
              <a:t>Use Pandas </a:t>
            </a:r>
            <a:r>
              <a:rPr lang="en-US" sz="1800" dirty="0">
                <a:highlight>
                  <a:srgbClr val="FFFF00"/>
                </a:highlight>
                <a:cs typeface="Calibri" panose="020F0502020204030204" pitchFamily="34" charset="0"/>
              </a:rPr>
              <a:t>methods </a:t>
            </a:r>
            <a:r>
              <a:rPr lang="en-US" sz="1800" dirty="0">
                <a:cs typeface="Calibri" panose="020F0502020204030204" pitchFamily="34" charset="0"/>
              </a:rPr>
              <a:t>and</a:t>
            </a:r>
            <a:r>
              <a:rPr lang="en-US" sz="1800" dirty="0">
                <a:highlight>
                  <a:srgbClr val="FFFF00"/>
                </a:highlight>
                <a:cs typeface="Calibri" panose="020F0502020204030204" pitchFamily="34" charset="0"/>
              </a:rPr>
              <a:t> attributes</a:t>
            </a:r>
            <a:endParaRPr lang="en-US" sz="1800" dirty="0">
              <a:cs typeface="Calibri" panose="020F0502020204030204" pitchFamily="34" charset="0"/>
            </a:endParaRPr>
          </a:p>
          <a:p>
            <a:pPr marL="514350" indent="-5143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FFFF00"/>
                </a:highlight>
              </a:rPr>
              <a:t>Perform calculations </a:t>
            </a:r>
            <a:r>
              <a:rPr lang="en-US" sz="1800" dirty="0"/>
              <a:t>on the data in the columns of a </a:t>
            </a:r>
            <a:r>
              <a:rPr lang="en-US" sz="1800" dirty="0" err="1"/>
              <a:t>DataFrame</a:t>
            </a:r>
            <a:r>
              <a:rPr lang="en-US" sz="1800" dirty="0"/>
              <a:t>.</a:t>
            </a:r>
          </a:p>
          <a:p>
            <a:pPr marL="514350" indent="-514350" eaLnBrk="1" hangingPunct="1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3162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858"/>
    </mc:Choice>
    <mc:Fallback xmlns="">
      <p:transition spd="slow" advTm="14285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30" y="4850597"/>
            <a:ext cx="5741086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Introduction to the Pandas </a:t>
            </a:r>
            <a:r>
              <a:rPr lang="en-US" sz="4000" dirty="0" err="1"/>
              <a:t>DataFrame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49400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005"/>
    </mc:Choice>
    <mc:Fallback xmlns="">
      <p:transition spd="slow" advTm="3800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A3C52-27E8-8874-0CBC-C6DCB866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455" y="93424"/>
            <a:ext cx="10869248" cy="1205491"/>
          </a:xfrm>
        </p:spPr>
        <p:txBody>
          <a:bodyPr/>
          <a:lstStyle/>
          <a:p>
            <a:r>
              <a:rPr lang="en-US" dirty="0"/>
              <a:t>What is a </a:t>
            </a:r>
            <a:r>
              <a:rPr lang="en-US" dirty="0" err="1"/>
              <a:t>DataFrame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18F32-49E1-A2CC-BC92-C5DE55AE5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714" y="2129576"/>
            <a:ext cx="10973523" cy="4096363"/>
          </a:xfrm>
        </p:spPr>
        <p:txBody>
          <a:bodyPr/>
          <a:lstStyle/>
          <a:p>
            <a:r>
              <a:rPr lang="en-AU" dirty="0"/>
              <a:t>A </a:t>
            </a:r>
            <a:r>
              <a:rPr lang="en-AU" b="1" dirty="0" err="1"/>
              <a:t>DataFrame</a:t>
            </a:r>
            <a:r>
              <a:rPr lang="en-AU" dirty="0"/>
              <a:t> in Python is a </a:t>
            </a:r>
            <a:r>
              <a:rPr lang="en-AU" b="1" dirty="0"/>
              <a:t>two-dimensional </a:t>
            </a:r>
            <a:r>
              <a:rPr lang="en-AU" dirty="0"/>
              <a:t>data structure in the </a:t>
            </a:r>
            <a:r>
              <a:rPr lang="en-AU" b="1" dirty="0"/>
              <a:t>pandas</a:t>
            </a:r>
            <a:r>
              <a:rPr lang="en-AU" dirty="0"/>
              <a:t> library that stores data in a </a:t>
            </a:r>
            <a:r>
              <a:rPr lang="en-AU" b="1" dirty="0"/>
              <a:t>table-like format</a:t>
            </a:r>
            <a:r>
              <a:rPr lang="en-AU" dirty="0"/>
              <a:t>, similar to an </a:t>
            </a:r>
            <a:r>
              <a:rPr lang="en-AU" b="1" dirty="0"/>
              <a:t>Excel spreadsheet</a:t>
            </a:r>
            <a:r>
              <a:rPr lang="en-AU" dirty="0"/>
              <a:t>. 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E81897-F24B-B7F4-4CC2-6B31A0AFC87A}"/>
              </a:ext>
            </a:extLst>
          </p:cNvPr>
          <p:cNvSpPr txBox="1"/>
          <p:nvPr/>
        </p:nvSpPr>
        <p:spPr>
          <a:xfrm>
            <a:off x="693763" y="3235945"/>
            <a:ext cx="61132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Rows</a:t>
            </a:r>
            <a:r>
              <a:rPr lang="en-AU" dirty="0"/>
              <a:t> → individual </a:t>
            </a:r>
            <a:r>
              <a:rPr lang="en-AU" dirty="0">
                <a:highlight>
                  <a:srgbClr val="FFFF00"/>
                </a:highlight>
              </a:rPr>
              <a:t>records</a:t>
            </a:r>
            <a:r>
              <a:rPr lang="en-AU" dirty="0"/>
              <a:t> or </a:t>
            </a:r>
            <a:r>
              <a:rPr lang="en-AU" dirty="0">
                <a:highlight>
                  <a:srgbClr val="FFFF00"/>
                </a:highlight>
              </a:rPr>
              <a:t>observations</a:t>
            </a:r>
            <a:r>
              <a:rPr lang="en-AU" dirty="0"/>
              <a:t> </a:t>
            </a:r>
          </a:p>
          <a:p>
            <a:r>
              <a:rPr lang="en-AU" b="1" dirty="0"/>
              <a:t>Columns</a:t>
            </a:r>
            <a:r>
              <a:rPr lang="en-AU" dirty="0"/>
              <a:t> → </a:t>
            </a:r>
            <a:r>
              <a:rPr lang="en-AU" dirty="0">
                <a:highlight>
                  <a:srgbClr val="FFFF00"/>
                </a:highlight>
              </a:rPr>
              <a:t>variables</a:t>
            </a:r>
            <a:r>
              <a:rPr lang="en-AU" dirty="0"/>
              <a:t> or </a:t>
            </a:r>
            <a:r>
              <a:rPr lang="en-AU" dirty="0">
                <a:highlight>
                  <a:srgbClr val="FFFF00"/>
                </a:highlight>
              </a:rPr>
              <a:t>features</a:t>
            </a:r>
            <a:r>
              <a:rPr lang="en-AU" dirty="0"/>
              <a:t> describing the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0C633-B4E1-CAA4-05FF-6BEE97C56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070" y="4130599"/>
            <a:ext cx="7364634" cy="230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6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38"/>
    </mc:Choice>
    <mc:Fallback xmlns="">
      <p:transition spd="slow" advTm="10193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361D-84C1-4ABF-F063-EFAC0D63E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88" y="123304"/>
            <a:ext cx="10869248" cy="1205491"/>
          </a:xfrm>
        </p:spPr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in Python</a:t>
            </a:r>
            <a:endParaRPr lang="en-AU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D6658FD-9A51-4378-AF22-C279FF9DA7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82697" y="1798064"/>
            <a:ext cx="7758044" cy="517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32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F250-4D79-076F-6A01-8FF7D3D1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97" y="0"/>
            <a:ext cx="10869248" cy="1205491"/>
          </a:xfrm>
        </p:spPr>
        <p:txBody>
          <a:bodyPr>
            <a:normAutofit/>
          </a:bodyPr>
          <a:lstStyle/>
          <a:p>
            <a:r>
              <a:rPr lang="en-US" dirty="0"/>
              <a:t>Reading Data into a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7F1AD8-40F6-1357-B311-6A7475F2185C}"/>
              </a:ext>
            </a:extLst>
          </p:cNvPr>
          <p:cNvSpPr txBox="1">
            <a:spLocks/>
          </p:cNvSpPr>
          <p:nvPr/>
        </p:nvSpPr>
        <p:spPr>
          <a:xfrm>
            <a:off x="492236" y="2034346"/>
            <a:ext cx="11032534" cy="469084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Various </a:t>
            </a:r>
            <a:r>
              <a:rPr lang="en-US" sz="2400" dirty="0">
                <a:highlight>
                  <a:srgbClr val="FFFF00"/>
                </a:highlight>
              </a:rPr>
              <a:t>types of data </a:t>
            </a:r>
            <a:r>
              <a:rPr lang="en-US" sz="2400" dirty="0"/>
              <a:t>from </a:t>
            </a:r>
            <a:r>
              <a:rPr lang="en-US" sz="2400" dirty="0">
                <a:highlight>
                  <a:srgbClr val="FFFF00"/>
                </a:highlight>
              </a:rPr>
              <a:t>external sources </a:t>
            </a:r>
            <a:r>
              <a:rPr lang="en-US" sz="2400" dirty="0"/>
              <a:t>can be read into a </a:t>
            </a:r>
            <a:r>
              <a:rPr lang="en-US" sz="2400" dirty="0" err="1"/>
              <a:t>DataFrame</a:t>
            </a:r>
            <a:r>
              <a:rPr lang="en-US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Commonly used </a:t>
            </a:r>
            <a:r>
              <a:rPr lang="en-US" sz="2400" dirty="0">
                <a:highlight>
                  <a:srgbClr val="FFFF00"/>
                </a:highlight>
              </a:rPr>
              <a:t>functions (methods) </a:t>
            </a:r>
            <a:r>
              <a:rPr lang="en-US" sz="2400" dirty="0"/>
              <a:t>to read data into a </a:t>
            </a:r>
            <a:r>
              <a:rPr lang="en-US" sz="2400" dirty="0" err="1"/>
              <a:t>DataFrame</a:t>
            </a:r>
            <a:r>
              <a:rPr lang="en-US" sz="24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lvl="1" indent="-342900">
              <a:buFont typeface="Wingdings" panose="05000000000000000000" pitchFamily="2" charset="2"/>
              <a:buChar char="ü"/>
            </a:pPr>
            <a:r>
              <a:rPr lang="en-US" sz="2000" b="1" dirty="0" err="1"/>
              <a:t>read_csv</a:t>
            </a:r>
            <a:r>
              <a:rPr lang="en-US" sz="2000" b="1" dirty="0"/>
              <a:t>(): </a:t>
            </a:r>
            <a:r>
              <a:rPr lang="en-US" sz="2000" dirty="0"/>
              <a:t>Read data from a CSV file.</a:t>
            </a:r>
          </a:p>
          <a:p>
            <a:pPr marL="571500" lvl="1" indent="-342900">
              <a:buFont typeface="Wingdings" panose="05000000000000000000" pitchFamily="2" charset="2"/>
              <a:buChar char="ü"/>
            </a:pPr>
            <a:r>
              <a:rPr lang="en-US" sz="2000" b="1" dirty="0" err="1"/>
              <a:t>read_excel</a:t>
            </a:r>
            <a:r>
              <a:rPr lang="en-US" sz="2000" b="1" dirty="0"/>
              <a:t>(): </a:t>
            </a:r>
            <a:r>
              <a:rPr lang="en-US" sz="2000" dirty="0"/>
              <a:t>Read data from an Excel file.</a:t>
            </a:r>
          </a:p>
          <a:p>
            <a:pPr marL="571500" lvl="1" indent="-342900">
              <a:buFont typeface="Wingdings" panose="05000000000000000000" pitchFamily="2" charset="2"/>
              <a:buChar char="ü"/>
            </a:pPr>
            <a:r>
              <a:rPr lang="en-US" sz="2000" b="1" dirty="0" err="1"/>
              <a:t>read_sql</a:t>
            </a:r>
            <a:r>
              <a:rPr lang="en-US" sz="2000" b="1" dirty="0"/>
              <a:t>(): </a:t>
            </a:r>
            <a:r>
              <a:rPr lang="en-US" sz="2000" dirty="0"/>
              <a:t>Read data from a SQL query or database table.</a:t>
            </a:r>
          </a:p>
          <a:p>
            <a:pPr marL="571500" lvl="1" indent="-342900">
              <a:buFont typeface="Wingdings" panose="05000000000000000000" pitchFamily="2" charset="2"/>
              <a:buChar char="ü"/>
            </a:pPr>
            <a:r>
              <a:rPr lang="en-US" sz="2000" b="1" dirty="0" err="1"/>
              <a:t>read_json</a:t>
            </a:r>
            <a:r>
              <a:rPr lang="en-US" sz="2000" b="1" dirty="0"/>
              <a:t>(): </a:t>
            </a:r>
            <a:r>
              <a:rPr lang="en-US" sz="2000" dirty="0"/>
              <a:t>Read data from a JSON file.</a:t>
            </a:r>
          </a:p>
          <a:p>
            <a:pPr marL="571500" lvl="1" indent="-342900">
              <a:buFont typeface="Wingdings" panose="05000000000000000000" pitchFamily="2" charset="2"/>
              <a:buChar char="ü"/>
            </a:pPr>
            <a:r>
              <a:rPr lang="en-US" sz="2000" b="1" dirty="0" err="1"/>
              <a:t>read_html</a:t>
            </a:r>
            <a:r>
              <a:rPr lang="en-US" sz="2000" b="1" dirty="0"/>
              <a:t>(): </a:t>
            </a:r>
            <a:r>
              <a:rPr lang="en-US" sz="2000" dirty="0"/>
              <a:t>Read data from an HTML file or web page into a list of </a:t>
            </a:r>
            <a:r>
              <a:rPr lang="en-US" sz="2000" dirty="0" err="1"/>
              <a:t>DataFrame</a:t>
            </a:r>
            <a:r>
              <a:rPr lang="en-US" sz="2000" dirty="0"/>
              <a:t> objects.</a:t>
            </a:r>
          </a:p>
          <a:p>
            <a:pPr marL="571500" lvl="1" indent="-342900">
              <a:buFont typeface="Wingdings" panose="05000000000000000000" pitchFamily="2" charset="2"/>
              <a:buChar char="ü"/>
            </a:pPr>
            <a:r>
              <a:rPr lang="en-US" sz="2000" b="1" dirty="0" err="1"/>
              <a:t>read_pickle</a:t>
            </a:r>
            <a:r>
              <a:rPr lang="en-US" sz="2000" b="1" dirty="0"/>
              <a:t>(): </a:t>
            </a:r>
            <a:r>
              <a:rPr lang="en-US" sz="2000" dirty="0"/>
              <a:t>Read a pickled object (</a:t>
            </a:r>
            <a:r>
              <a:rPr lang="en-US" sz="2000" dirty="0" err="1"/>
              <a:t>serialised</a:t>
            </a:r>
            <a:r>
              <a:rPr lang="en-US" sz="2000" dirty="0"/>
              <a:t> object) from a file.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64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706"/>
    </mc:Choice>
    <mc:Fallback xmlns="">
      <p:transition spd="slow" advTm="4570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F250-4D79-076F-6A01-8FF7D3D1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57" y="0"/>
            <a:ext cx="10869248" cy="1205491"/>
          </a:xfrm>
        </p:spPr>
        <p:txBody>
          <a:bodyPr>
            <a:normAutofit/>
          </a:bodyPr>
          <a:lstStyle/>
          <a:p>
            <a:r>
              <a:rPr lang="en-US" dirty="0" err="1"/>
              <a:t>DataFrame</a:t>
            </a:r>
            <a:r>
              <a:rPr lang="en-US" dirty="0"/>
              <a:t> Constructor</a:t>
            </a:r>
          </a:p>
        </p:txBody>
      </p:sp>
      <p:graphicFrame>
        <p:nvGraphicFramePr>
          <p:cNvPr id="15" name="Text Placeholder 2">
            <a:extLst>
              <a:ext uri="{FF2B5EF4-FFF2-40B4-BE49-F238E27FC236}">
                <a16:creationId xmlns:a16="http://schemas.microsoft.com/office/drawing/2014/main" id="{E6817667-38FB-DF76-DF6B-82CA6595D3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4950254"/>
              </p:ext>
            </p:extLst>
          </p:nvPr>
        </p:nvGraphicFramePr>
        <p:xfrm>
          <a:off x="512967" y="1866486"/>
          <a:ext cx="11274341" cy="4933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92DEB6D-DA64-CF97-251F-C4FA1E0070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392" y="2557278"/>
            <a:ext cx="7607691" cy="40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9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384"/>
    </mc:Choice>
    <mc:Fallback xmlns="">
      <p:transition spd="slow" advTm="14038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1E156-4002-9871-0945-733F2A80A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17681"/>
            <a:ext cx="10765971" cy="1205491"/>
          </a:xfrm>
        </p:spPr>
        <p:txBody>
          <a:bodyPr>
            <a:normAutofit/>
          </a:bodyPr>
          <a:lstStyle/>
          <a:p>
            <a:r>
              <a:rPr lang="en-US" dirty="0" err="1"/>
              <a:t>DataFrame</a:t>
            </a:r>
            <a:r>
              <a:rPr lang="en-US" dirty="0"/>
              <a:t>(data, columns, index)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BB603B-A5DE-F0ED-4ED2-BA10B0171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15" y="2093445"/>
            <a:ext cx="9005248" cy="398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71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618"/>
    </mc:Choice>
    <mc:Fallback xmlns="">
      <p:transition spd="slow" advTm="13661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1DF49-8450-1B89-D7F7-6C4AA650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978" y="0"/>
            <a:ext cx="10793930" cy="1205491"/>
          </a:xfrm>
        </p:spPr>
        <p:txBody>
          <a:bodyPr/>
          <a:lstStyle/>
          <a:p>
            <a:r>
              <a:rPr lang="en-US" dirty="0"/>
              <a:t>Saving a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8208C77-7195-85B1-5311-F46BCBD0B3FE}"/>
              </a:ext>
            </a:extLst>
          </p:cNvPr>
          <p:cNvSpPr txBox="1">
            <a:spLocks/>
          </p:cNvSpPr>
          <p:nvPr/>
        </p:nvSpPr>
        <p:spPr>
          <a:xfrm>
            <a:off x="559869" y="1978794"/>
            <a:ext cx="10793929" cy="322847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You can save a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 to a file in a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variety of formats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using the to_ methods.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The following are some commonly used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to_ methods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to save a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effectLst/>
                <a:highlight>
                  <a:srgbClr val="00FF00"/>
                </a:highlight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to_csv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00FF00"/>
                </a:highlight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: Save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 to a comma-separated values (csv) file.</a:t>
            </a:r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effectLst/>
                <a:highlight>
                  <a:srgbClr val="00FF00"/>
                </a:highlight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to_excel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00FF00"/>
                </a:highlight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: Save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 to an Excel file.</a:t>
            </a:r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effectLst/>
                <a:highlight>
                  <a:srgbClr val="00FF00"/>
                </a:highlight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to_pickle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00FF00"/>
                </a:highlight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: Save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 to a pickle file.</a:t>
            </a:r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effectLst/>
                <a:highlight>
                  <a:srgbClr val="00FF00"/>
                </a:highlight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to_json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00FF00"/>
                </a:highlight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: Save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 to a JSON file.</a:t>
            </a:r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effectLst/>
                <a:highlight>
                  <a:srgbClr val="00FF00"/>
                </a:highlight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to_html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00FF00"/>
                </a:highlight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: Save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 to an HTML file.</a:t>
            </a:r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effectLst/>
                <a:highlight>
                  <a:srgbClr val="00FF00"/>
                </a:highlight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to_sql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00FF00"/>
                </a:highlight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: Save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  <a:t> to a SQL database.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1371600" algn="l"/>
              </a:tabLst>
              <a:defRPr/>
            </a:pPr>
            <a:br>
              <a:rPr kumimoji="0" 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0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806"/>
    </mc:Choice>
    <mc:Fallback xmlns="">
      <p:transition spd="slow" advTm="4280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1DF49-8450-1B89-D7F7-6C4AA650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86" y="0"/>
            <a:ext cx="10874829" cy="1205491"/>
          </a:xfrm>
        </p:spPr>
        <p:txBody>
          <a:bodyPr/>
          <a:lstStyle/>
          <a:p>
            <a:r>
              <a:rPr lang="en-US" dirty="0"/>
              <a:t>Pickle Files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8208C77-7195-85B1-5311-F46BCBD0B3FE}"/>
              </a:ext>
            </a:extLst>
          </p:cNvPr>
          <p:cNvSpPr txBox="1">
            <a:spLocks/>
          </p:cNvSpPr>
          <p:nvPr/>
        </p:nvSpPr>
        <p:spPr>
          <a:xfrm>
            <a:off x="431586" y="1854248"/>
            <a:ext cx="11125852" cy="48723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lang="en-US" sz="2400" dirty="0">
                <a:highlight>
                  <a:srgbClr val="FFFF00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Pickling</a:t>
            </a:r>
            <a:r>
              <a:rPr lang="en-US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 is the process of converting a Python object </a:t>
            </a:r>
            <a:r>
              <a:rPr lang="en-US" sz="2400" dirty="0">
                <a:highlight>
                  <a:srgbClr val="FFFF00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into a binary file</a:t>
            </a:r>
            <a:r>
              <a:rPr lang="en-US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dirty="0">
                <a:highlight>
                  <a:srgbClr val="FFFF00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unpickling</a:t>
            </a:r>
            <a:r>
              <a:rPr lang="en-US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 is the inverse operation of loading the byte stream </a:t>
            </a:r>
            <a:r>
              <a:rPr lang="en-US" sz="2400" dirty="0">
                <a:highlight>
                  <a:srgbClr val="FFFF00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back into the Python object</a:t>
            </a:r>
            <a:r>
              <a:rPr lang="en-US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endParaRPr lang="en-US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lang="en-US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The pickle module is used for various purposes, such as:</a:t>
            </a:r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Saving and loading machine learning </a:t>
            </a:r>
            <a:r>
              <a:rPr lang="en-US" sz="2000" dirty="0">
                <a:highlight>
                  <a:srgbClr val="FFFF00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  <a:defRPr/>
            </a:pP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Saving and loading </a:t>
            </a:r>
            <a:r>
              <a:rPr lang="en-US" sz="2000" dirty="0">
                <a:highlight>
                  <a:srgbClr val="FFFF00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large data </a:t>
            </a: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>
                <a:tab pos="1371600" algn="l"/>
              </a:tabLst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37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778"/>
    </mc:Choice>
    <mc:Fallback xmlns="">
      <p:transition spd="slow" advTm="11277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07E59-5288-AA34-AF13-7952D818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48525"/>
            <a:ext cx="10869248" cy="1205491"/>
          </a:xfrm>
        </p:spPr>
        <p:txBody>
          <a:bodyPr/>
          <a:lstStyle/>
          <a:p>
            <a:r>
              <a:rPr lang="en-US" dirty="0"/>
              <a:t>Why pickle?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49480-157D-8795-DC08-8B85442C3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92" y="2079165"/>
            <a:ext cx="10974681" cy="3210590"/>
          </a:xfrm>
        </p:spPr>
        <p:txBody>
          <a:bodyPr>
            <a:normAutofit/>
          </a:bodyPr>
          <a:lstStyle/>
          <a:p>
            <a:r>
              <a:rPr lang="en-AU" dirty="0"/>
              <a:t>Once you create a </a:t>
            </a:r>
            <a:r>
              <a:rPr lang="en-AU" dirty="0" err="1"/>
              <a:t>DataFrame</a:t>
            </a:r>
            <a:r>
              <a:rPr lang="en-AU" dirty="0"/>
              <a:t>, it </a:t>
            </a:r>
            <a:r>
              <a:rPr lang="en-AU" b="1" dirty="0"/>
              <a:t>exists</a:t>
            </a:r>
            <a:r>
              <a:rPr lang="en-AU" dirty="0"/>
              <a:t> only while your Python program is </a:t>
            </a:r>
            <a:r>
              <a:rPr lang="en-AU" b="1" dirty="0"/>
              <a:t>running</a:t>
            </a:r>
            <a:r>
              <a:rPr lang="en-AU" dirty="0"/>
              <a:t>. If you close </a:t>
            </a:r>
            <a:r>
              <a:rPr lang="en-AU" dirty="0" err="1"/>
              <a:t>JupyterLab</a:t>
            </a:r>
            <a:r>
              <a:rPr lang="en-AU" dirty="0"/>
              <a:t>, it </a:t>
            </a:r>
            <a:r>
              <a:rPr lang="en-AU" b="1" dirty="0"/>
              <a:t>disappears from memory</a:t>
            </a:r>
            <a:r>
              <a:rPr lang="en-AU" dirty="0"/>
              <a:t>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Instead of recreating it every time, you can </a:t>
            </a:r>
            <a:r>
              <a:rPr lang="en-AU" b="1" dirty="0"/>
              <a:t>pickle</a:t>
            </a:r>
            <a:r>
              <a:rPr lang="en-AU" dirty="0"/>
              <a:t> it:</a:t>
            </a:r>
          </a:p>
          <a:p>
            <a:r>
              <a:rPr lang="en-AU" dirty="0"/>
              <a:t>Later, when you need it again, you </a:t>
            </a:r>
            <a:r>
              <a:rPr lang="en-AU" b="1" dirty="0"/>
              <a:t>unpickle</a:t>
            </a:r>
            <a:r>
              <a:rPr lang="en-AU" dirty="0"/>
              <a:t> it: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062ED-04E3-34CD-B84D-68BAE1A95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666" y="3777825"/>
            <a:ext cx="3786103" cy="534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0675BA-681E-7AC3-C8A9-419FD4564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666" y="4387491"/>
            <a:ext cx="5014968" cy="534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C3657B-C7B4-7D5D-79AB-7F69F0912E8E}"/>
              </a:ext>
            </a:extLst>
          </p:cNvPr>
          <p:cNvSpPr txBox="1"/>
          <p:nvPr/>
        </p:nvSpPr>
        <p:spPr>
          <a:xfrm>
            <a:off x="1068269" y="5610415"/>
            <a:ext cx="9495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mbria" panose="02040503050406030204" pitchFamily="18" charset="0"/>
              </a:rPr>
              <a:t>The </a:t>
            </a:r>
            <a:r>
              <a:rPr lang="en-AU" sz="2000" dirty="0" err="1">
                <a:latin typeface="Cambria" panose="02040503050406030204" pitchFamily="18" charset="0"/>
              </a:rPr>
              <a:t>DataFrame</a:t>
            </a:r>
            <a:r>
              <a:rPr lang="en-AU" sz="2000" dirty="0">
                <a:latin typeface="Cambria" panose="02040503050406030204" pitchFamily="18" charset="0"/>
              </a:rPr>
              <a:t> is restored exactly as it was before, with all its data and structure.</a:t>
            </a:r>
          </a:p>
        </p:txBody>
      </p:sp>
    </p:spTree>
    <p:extLst>
      <p:ext uri="{BB962C8B-B14F-4D97-AF65-F5344CB8AC3E}">
        <p14:creationId xmlns:p14="http://schemas.microsoft.com/office/powerpoint/2010/main" val="3439406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2E266-D572-066C-93BC-00F507D50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18" y="0"/>
            <a:ext cx="10196148" cy="1205491"/>
          </a:xfrm>
        </p:spPr>
        <p:txBody>
          <a:bodyPr>
            <a:normAutofit/>
          </a:bodyPr>
          <a:lstStyle/>
          <a:p>
            <a:r>
              <a:rPr lang="en-US" dirty="0"/>
              <a:t>Saving a </a:t>
            </a:r>
            <a:r>
              <a:rPr lang="en-US" dirty="0" err="1"/>
              <a:t>DataFrame</a:t>
            </a:r>
            <a:r>
              <a:rPr lang="en-US" dirty="0"/>
              <a:t> into a Pickle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35947D-053A-DCD6-406B-0D3F24E53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64" y="1890626"/>
            <a:ext cx="61341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8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238"/>
    </mc:Choice>
    <mc:Fallback xmlns="">
      <p:transition spd="slow" advTm="6523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30" y="4850597"/>
            <a:ext cx="5741086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Examine the Data</a:t>
            </a:r>
          </a:p>
        </p:txBody>
      </p:sp>
    </p:spTree>
    <p:extLst>
      <p:ext uri="{BB962C8B-B14F-4D97-AF65-F5344CB8AC3E}">
        <p14:creationId xmlns:p14="http://schemas.microsoft.com/office/powerpoint/2010/main" val="297992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724"/>
    </mc:Choice>
    <mc:Fallback xmlns="">
      <p:transition spd="slow" advTm="4272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D90D76C-184F-4A96-8FE8-1114F8EE1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9DE355-E8A7-498B-A6A0-54D03B953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E286B-C939-F89F-A786-3E6F6F39D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122363"/>
            <a:ext cx="491084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Display a </a:t>
            </a:r>
            <a:r>
              <a:rPr lang="en-US" sz="5400" dirty="0" err="1"/>
              <a:t>DataFrame</a:t>
            </a:r>
            <a:endParaRPr lang="en-US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00337-C03B-8D1D-5AE3-28C7B4974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644" y="70986"/>
            <a:ext cx="4685956" cy="671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1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114"/>
    </mc:Choice>
    <mc:Fallback xmlns="">
      <p:transition spd="slow" advTm="3911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7C9B-8ED3-2947-4BE8-4C665DFB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00" y="157838"/>
            <a:ext cx="10869248" cy="1452596"/>
          </a:xfrm>
        </p:spPr>
        <p:txBody>
          <a:bodyPr>
            <a:normAutofit fontScale="90000"/>
          </a:bodyPr>
          <a:lstStyle/>
          <a:p>
            <a:r>
              <a:rPr lang="en-US" dirty="0"/>
              <a:t>Attributes of a </a:t>
            </a:r>
            <a:r>
              <a:rPr lang="en-US" dirty="0" err="1"/>
              <a:t>DataFrame</a:t>
            </a:r>
            <a:br>
              <a:rPr lang="en-US" dirty="0"/>
            </a:br>
            <a:r>
              <a:rPr lang="en-US" dirty="0"/>
              <a:t>       (</a:t>
            </a:r>
            <a:r>
              <a:rPr lang="en-AU" dirty="0"/>
              <a:t>Information about an object)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F289F-2522-B2E0-EE14-13C32C26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84" y="2014236"/>
            <a:ext cx="10869248" cy="1452596"/>
          </a:xfrm>
        </p:spPr>
        <p:txBody>
          <a:bodyPr>
            <a:normAutofit/>
          </a:bodyPr>
          <a:lstStyle/>
          <a:p>
            <a:r>
              <a:rPr lang="en-AU" b="1" dirty="0"/>
              <a:t>Attributes</a:t>
            </a:r>
            <a:r>
              <a:rPr lang="en-AU" dirty="0"/>
              <a:t> of a </a:t>
            </a:r>
            <a:r>
              <a:rPr lang="en-AU" dirty="0" err="1"/>
              <a:t>DataFrame</a:t>
            </a:r>
            <a:r>
              <a:rPr lang="en-AU" dirty="0"/>
              <a:t> object are </a:t>
            </a:r>
            <a:r>
              <a:rPr lang="en-AU" b="1" dirty="0">
                <a:highlight>
                  <a:srgbClr val="FFFF00"/>
                </a:highlight>
              </a:rPr>
              <a:t>properties</a:t>
            </a:r>
            <a:r>
              <a:rPr lang="en-AU" b="1" dirty="0"/>
              <a:t> </a:t>
            </a:r>
            <a:r>
              <a:rPr lang="en-AU" dirty="0"/>
              <a:t>that describe the </a:t>
            </a:r>
            <a:r>
              <a:rPr lang="en-AU" dirty="0" err="1"/>
              <a:t>DataFrame</a:t>
            </a:r>
            <a:r>
              <a:rPr lang="en-AU" dirty="0"/>
              <a:t>. Unlike methods, attributes </a:t>
            </a:r>
            <a:r>
              <a:rPr lang="en-AU" b="1" dirty="0"/>
              <a:t>provide information</a:t>
            </a:r>
            <a:r>
              <a:rPr lang="en-AU" dirty="0"/>
              <a:t> about the </a:t>
            </a:r>
            <a:r>
              <a:rPr lang="en-AU" dirty="0" err="1"/>
              <a:t>DataFrame</a:t>
            </a:r>
            <a:r>
              <a:rPr lang="en-AU" dirty="0"/>
              <a:t> and </a:t>
            </a:r>
            <a:r>
              <a:rPr lang="en-AU" b="1" dirty="0"/>
              <a:t>do not require parentheses.</a:t>
            </a:r>
          </a:p>
          <a:p>
            <a:endParaRPr lang="en-AU" b="1" dirty="0"/>
          </a:p>
          <a:p>
            <a:endParaRPr lang="en-AU" b="1" dirty="0"/>
          </a:p>
        </p:txBody>
      </p:sp>
      <p:graphicFrame>
        <p:nvGraphicFramePr>
          <p:cNvPr id="23" name="Content Placeholder 3">
            <a:extLst>
              <a:ext uri="{FF2B5EF4-FFF2-40B4-BE49-F238E27FC236}">
                <a16:creationId xmlns:a16="http://schemas.microsoft.com/office/drawing/2014/main" id="{7DA30939-188C-9C11-2C5B-7DFC02DD36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4155745"/>
              </p:ext>
            </p:extLst>
          </p:nvPr>
        </p:nvGraphicFramePr>
        <p:xfrm>
          <a:off x="2930013" y="3154956"/>
          <a:ext cx="5761703" cy="3545206"/>
        </p:xfrm>
        <a:graphic>
          <a:graphicData uri="http://schemas.openxmlformats.org/drawingml/2006/table">
            <a:tbl>
              <a:tblPr/>
              <a:tblGrid>
                <a:gridCol w="1875620">
                  <a:extLst>
                    <a:ext uri="{9D8B030D-6E8A-4147-A177-3AD203B41FA5}">
                      <a16:colId xmlns:a16="http://schemas.microsoft.com/office/drawing/2014/main" val="3754103294"/>
                    </a:ext>
                  </a:extLst>
                </a:gridCol>
                <a:gridCol w="3886083">
                  <a:extLst>
                    <a:ext uri="{9D8B030D-6E8A-4147-A177-3AD203B41FA5}">
                      <a16:colId xmlns:a16="http://schemas.microsoft.com/office/drawing/2014/main" val="2453563470"/>
                    </a:ext>
                  </a:extLst>
                </a:gridCol>
              </a:tblGrid>
              <a:tr h="404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dirty="0"/>
                        <a:t>Attribute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dirty="0"/>
                        <a:t>What it tells you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066451"/>
                  </a:ext>
                </a:extLst>
              </a:tr>
              <a:tr h="712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 err="1">
                          <a:solidFill>
                            <a:srgbClr val="00B050"/>
                          </a:solidFill>
                          <a:latin typeface="Congenial SemiBold" panose="020F0502020204030204" pitchFamily="2" charset="0"/>
                        </a:rPr>
                        <a:t>df.shape</a:t>
                      </a:r>
                      <a:endParaRPr lang="en-AU" sz="2000" dirty="0">
                        <a:solidFill>
                          <a:srgbClr val="00B050"/>
                        </a:solidFill>
                        <a:latin typeface="Congenial SemiBold" panose="020F0502020204030204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/>
                        <a:t>Number of rows and columns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612207"/>
                  </a:ext>
                </a:extLst>
              </a:tr>
              <a:tr h="404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 err="1">
                          <a:solidFill>
                            <a:srgbClr val="00B050"/>
                          </a:solidFill>
                          <a:latin typeface="Congenial SemiBold" panose="020F0502020204030204" pitchFamily="2" charset="0"/>
                        </a:rPr>
                        <a:t>df.columns</a:t>
                      </a:r>
                      <a:endParaRPr lang="en-AU" sz="2000" dirty="0">
                        <a:solidFill>
                          <a:srgbClr val="00B050"/>
                        </a:solidFill>
                        <a:latin typeface="Congenial SemiBold" panose="020F0502020204030204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/>
                        <a:t>Column names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314532"/>
                  </a:ext>
                </a:extLst>
              </a:tr>
              <a:tr h="404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 err="1">
                          <a:solidFill>
                            <a:srgbClr val="00B050"/>
                          </a:solidFill>
                          <a:latin typeface="Congenial SemiBold" panose="020F0502020204030204" pitchFamily="2" charset="0"/>
                        </a:rPr>
                        <a:t>df.index</a:t>
                      </a:r>
                      <a:endParaRPr lang="en-AU" sz="2000" dirty="0">
                        <a:solidFill>
                          <a:srgbClr val="00B050"/>
                        </a:solidFill>
                        <a:latin typeface="Congenial SemiBold" panose="020F0502020204030204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/>
                        <a:t>Row labels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147205"/>
                  </a:ext>
                </a:extLst>
              </a:tr>
              <a:tr h="404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 err="1">
                          <a:solidFill>
                            <a:srgbClr val="00B050"/>
                          </a:solidFill>
                          <a:latin typeface="Congenial SemiBold" panose="020F0502020204030204" pitchFamily="2" charset="0"/>
                        </a:rPr>
                        <a:t>df.dtypes</a:t>
                      </a:r>
                      <a:endParaRPr lang="en-AU" sz="2000" dirty="0">
                        <a:solidFill>
                          <a:srgbClr val="00B050"/>
                        </a:solidFill>
                        <a:latin typeface="Congenial SemiBold" panose="020F0502020204030204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/>
                        <a:t>Data type of each 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25335"/>
                  </a:ext>
                </a:extLst>
              </a:tr>
              <a:tr h="404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 err="1">
                          <a:solidFill>
                            <a:srgbClr val="00B050"/>
                          </a:solidFill>
                          <a:latin typeface="Congenial SemiBold" panose="020F0502020204030204" pitchFamily="2" charset="0"/>
                        </a:rPr>
                        <a:t>df.size</a:t>
                      </a:r>
                      <a:endParaRPr lang="en-AU" sz="2000" dirty="0">
                        <a:solidFill>
                          <a:srgbClr val="00B050"/>
                        </a:solidFill>
                        <a:latin typeface="Congenial SemiBold" panose="020F0502020204030204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/>
                        <a:t>Total number of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166570"/>
                  </a:ext>
                </a:extLst>
              </a:tr>
              <a:tr h="404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 err="1">
                          <a:solidFill>
                            <a:srgbClr val="00B050"/>
                          </a:solidFill>
                          <a:latin typeface="Congenial SemiBold" panose="020F0502020204030204" pitchFamily="2" charset="0"/>
                        </a:rPr>
                        <a:t>df.ndim</a:t>
                      </a:r>
                      <a:endParaRPr lang="en-AU" sz="2000" dirty="0">
                        <a:solidFill>
                          <a:srgbClr val="00B050"/>
                        </a:solidFill>
                        <a:latin typeface="Congenial SemiBold" panose="020F0502020204030204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/>
                        <a:t>Number of dimensions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774420"/>
                  </a:ext>
                </a:extLst>
              </a:tr>
              <a:tr h="404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 err="1">
                          <a:solidFill>
                            <a:srgbClr val="00B050"/>
                          </a:solidFill>
                          <a:latin typeface="Congenial SemiBold" panose="020F0502020204030204" pitchFamily="2" charset="0"/>
                        </a:rPr>
                        <a:t>df.values</a:t>
                      </a:r>
                      <a:endParaRPr lang="en-AU" sz="2000" dirty="0">
                        <a:solidFill>
                          <a:srgbClr val="00B050"/>
                        </a:solidFill>
                        <a:latin typeface="Congenial SemiBold" panose="020F0502020204030204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/>
                        <a:t>The data as a NumPy 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709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376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2202D-A126-984F-58DE-03FDC90FE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451" y="0"/>
            <a:ext cx="10869248" cy="1205491"/>
          </a:xfrm>
        </p:spPr>
        <p:txBody>
          <a:bodyPr>
            <a:normAutofit/>
          </a:bodyPr>
          <a:lstStyle/>
          <a:p>
            <a:r>
              <a:rPr lang="en-US" dirty="0"/>
              <a:t>Display the Attributes of a </a:t>
            </a:r>
            <a:r>
              <a:rPr lang="en-US" dirty="0" err="1"/>
              <a:t>DataFrame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3DD2C2-77FD-1799-43B6-857C4C73A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52" y="1898631"/>
            <a:ext cx="7340600" cy="455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52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400"/>
    </mc:Choice>
    <mc:Fallback xmlns="">
      <p:transition spd="slow" advTm="1064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A55B-11FD-B376-E21C-D1B628627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01" y="451757"/>
            <a:ext cx="10869248" cy="1205491"/>
          </a:xfrm>
        </p:spPr>
        <p:txBody>
          <a:bodyPr>
            <a:normAutofit fontScale="90000"/>
          </a:bodyPr>
          <a:lstStyle/>
          <a:p>
            <a:r>
              <a:rPr lang="en-US" dirty="0"/>
              <a:t>Use the Columns Attribute to Replace Spaces with Nothing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F548A8-C43B-E642-7738-F99000E89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37" y="1935843"/>
            <a:ext cx="7251700" cy="447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D1F940-7E99-6A11-EADD-514281D4B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4191964"/>
            <a:ext cx="2984500" cy="205184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912D46-2E3A-ED30-C54F-EF8F98B12657}"/>
              </a:ext>
            </a:extLst>
          </p:cNvPr>
          <p:cNvCxnSpPr>
            <a:cxnSpLocks/>
          </p:cNvCxnSpPr>
          <p:nvPr/>
        </p:nvCxnSpPr>
        <p:spPr>
          <a:xfrm flipH="1">
            <a:off x="3936024" y="4478621"/>
            <a:ext cx="215997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7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899"/>
    </mc:Choice>
    <mc:Fallback xmlns="">
      <p:transition spd="slow" advTm="15089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1182-A99B-E314-944B-BD5CAFAC0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61" y="62688"/>
            <a:ext cx="10869248" cy="1520223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Methods of a </a:t>
            </a:r>
            <a:r>
              <a:rPr lang="en-US" dirty="0" err="1"/>
              <a:t>DataFrame</a:t>
            </a:r>
            <a:br>
              <a:rPr lang="en-US" dirty="0"/>
            </a:br>
            <a:r>
              <a:rPr lang="en-US" dirty="0"/>
              <a:t>       (</a:t>
            </a:r>
            <a:r>
              <a:rPr lang="en-AU" dirty="0"/>
              <a:t>Action performed by an object</a:t>
            </a:r>
            <a:r>
              <a:rPr lang="en-US" dirty="0"/>
              <a:t>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75F9B-0D2F-7FA7-BD89-498D72F6D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612" y="2091971"/>
            <a:ext cx="10176823" cy="4096363"/>
          </a:xfrm>
        </p:spPr>
        <p:txBody>
          <a:bodyPr/>
          <a:lstStyle/>
          <a:p>
            <a:r>
              <a:rPr lang="en-AU" dirty="0"/>
              <a:t>It is a </a:t>
            </a:r>
            <a:r>
              <a:rPr lang="en-AU" b="1" dirty="0"/>
              <a:t>function</a:t>
            </a:r>
            <a:r>
              <a:rPr lang="en-AU" dirty="0"/>
              <a:t> that belongs to a </a:t>
            </a:r>
            <a:r>
              <a:rPr lang="en-AU" dirty="0" err="1"/>
              <a:t>DataFrame</a:t>
            </a:r>
            <a:r>
              <a:rPr lang="en-AU" dirty="0"/>
              <a:t> object and allows you to </a:t>
            </a:r>
            <a:r>
              <a:rPr lang="en-AU" b="1" dirty="0">
                <a:highlight>
                  <a:srgbClr val="FFFF00"/>
                </a:highlight>
              </a:rPr>
              <a:t>perform operations </a:t>
            </a:r>
            <a:r>
              <a:rPr lang="en-AU" dirty="0"/>
              <a:t>on the data.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D7A144-4EFE-03B3-8B9C-E460CAE31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566647"/>
              </p:ext>
            </p:extLst>
          </p:nvPr>
        </p:nvGraphicFramePr>
        <p:xfrm>
          <a:off x="2772697" y="3618271"/>
          <a:ext cx="5820695" cy="3079120"/>
        </p:xfrm>
        <a:graphic>
          <a:graphicData uri="http://schemas.openxmlformats.org/drawingml/2006/table">
            <a:tbl>
              <a:tblPr/>
              <a:tblGrid>
                <a:gridCol w="2655861">
                  <a:extLst>
                    <a:ext uri="{9D8B030D-6E8A-4147-A177-3AD203B41FA5}">
                      <a16:colId xmlns:a16="http://schemas.microsoft.com/office/drawing/2014/main" val="2051891829"/>
                    </a:ext>
                  </a:extLst>
                </a:gridCol>
                <a:gridCol w="3164834">
                  <a:extLst>
                    <a:ext uri="{9D8B030D-6E8A-4147-A177-3AD203B41FA5}">
                      <a16:colId xmlns:a16="http://schemas.microsoft.com/office/drawing/2014/main" val="1423550001"/>
                    </a:ext>
                  </a:extLst>
                </a:gridCol>
              </a:tblGrid>
              <a:tr h="384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dirty="0"/>
                        <a:t>Method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dirty="0"/>
                        <a:t>Purpose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542708"/>
                  </a:ext>
                </a:extLst>
              </a:tr>
              <a:tr h="384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dirty="0" err="1">
                          <a:solidFill>
                            <a:srgbClr val="00B050"/>
                          </a:solidFill>
                          <a:latin typeface="Congenial" panose="02000503040000020004" pitchFamily="2" charset="0"/>
                        </a:rPr>
                        <a:t>df.head</a:t>
                      </a:r>
                      <a:r>
                        <a:rPr lang="en-AU" sz="2000" b="1" dirty="0">
                          <a:solidFill>
                            <a:srgbClr val="00B050"/>
                          </a:solidFill>
                          <a:latin typeface="Congenial" panose="02000503040000020004" pitchFamily="2" charset="0"/>
                        </a:rPr>
                        <a:t>()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/>
                        <a:t>View first rows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103707"/>
                  </a:ext>
                </a:extLst>
              </a:tr>
              <a:tr h="384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dirty="0" err="1">
                          <a:solidFill>
                            <a:srgbClr val="00B050"/>
                          </a:solidFill>
                          <a:latin typeface="Congenial" panose="02000503040000020004" pitchFamily="2" charset="0"/>
                        </a:rPr>
                        <a:t>df.tail</a:t>
                      </a:r>
                      <a:r>
                        <a:rPr lang="en-AU" sz="2000" b="1" dirty="0">
                          <a:solidFill>
                            <a:srgbClr val="00B050"/>
                          </a:solidFill>
                          <a:latin typeface="Congenial" panose="02000503040000020004" pitchFamily="2" charset="0"/>
                        </a:rPr>
                        <a:t>()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/>
                        <a:t>View last rows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944389"/>
                  </a:ext>
                </a:extLst>
              </a:tr>
              <a:tr h="384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dirty="0">
                          <a:solidFill>
                            <a:srgbClr val="00B050"/>
                          </a:solidFill>
                          <a:latin typeface="Congenial" panose="02000503040000020004" pitchFamily="2" charset="0"/>
                        </a:rPr>
                        <a:t>df.info()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/>
                        <a:t>Data structure summary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990614"/>
                  </a:ext>
                </a:extLst>
              </a:tr>
              <a:tr h="384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dirty="0" err="1">
                          <a:solidFill>
                            <a:srgbClr val="00B050"/>
                          </a:solidFill>
                          <a:latin typeface="Congenial" panose="02000503040000020004" pitchFamily="2" charset="0"/>
                        </a:rPr>
                        <a:t>df.describe</a:t>
                      </a:r>
                      <a:r>
                        <a:rPr lang="en-AU" sz="2000" b="1" dirty="0">
                          <a:solidFill>
                            <a:srgbClr val="00B050"/>
                          </a:solidFill>
                          <a:latin typeface="Congenial" panose="02000503040000020004" pitchFamily="2" charset="0"/>
                        </a:rPr>
                        <a:t>()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/>
                        <a:t>Statistical summary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065470"/>
                  </a:ext>
                </a:extLst>
              </a:tr>
              <a:tr h="384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dirty="0" err="1">
                          <a:solidFill>
                            <a:srgbClr val="00B050"/>
                          </a:solidFill>
                          <a:latin typeface="Congenial" panose="02000503040000020004" pitchFamily="2" charset="0"/>
                        </a:rPr>
                        <a:t>df.drop</a:t>
                      </a:r>
                      <a:r>
                        <a:rPr lang="en-AU" sz="2000" b="1" dirty="0">
                          <a:solidFill>
                            <a:srgbClr val="00B050"/>
                          </a:solidFill>
                          <a:latin typeface="Congenial" panose="02000503040000020004" pitchFamily="2" charset="0"/>
                        </a:rPr>
                        <a:t>()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/>
                        <a:t>Remove rows/columns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061512"/>
                  </a:ext>
                </a:extLst>
              </a:tr>
              <a:tr h="384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dirty="0" err="1">
                          <a:solidFill>
                            <a:srgbClr val="00B050"/>
                          </a:solidFill>
                          <a:latin typeface="Congenial" panose="02000503040000020004" pitchFamily="2" charset="0"/>
                        </a:rPr>
                        <a:t>df.rename</a:t>
                      </a:r>
                      <a:r>
                        <a:rPr lang="en-AU" sz="2000" b="1" dirty="0">
                          <a:solidFill>
                            <a:srgbClr val="00B050"/>
                          </a:solidFill>
                          <a:latin typeface="Congenial" panose="02000503040000020004" pitchFamily="2" charset="0"/>
                        </a:rPr>
                        <a:t>()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/>
                        <a:t>Rename columns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769401"/>
                  </a:ext>
                </a:extLst>
              </a:tr>
              <a:tr h="384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dirty="0" err="1">
                          <a:solidFill>
                            <a:srgbClr val="00B050"/>
                          </a:solidFill>
                          <a:latin typeface="Congenial" panose="02000503040000020004" pitchFamily="2" charset="0"/>
                        </a:rPr>
                        <a:t>df.sort_values</a:t>
                      </a:r>
                      <a:r>
                        <a:rPr lang="en-AU" sz="2000" b="1" dirty="0">
                          <a:solidFill>
                            <a:srgbClr val="00B050"/>
                          </a:solidFill>
                          <a:latin typeface="Congenial" panose="02000503040000020004" pitchFamily="2" charset="0"/>
                        </a:rPr>
                        <a:t>()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dirty="0"/>
                        <a:t>Sort data</a:t>
                      </a:r>
                    </a:p>
                  </a:txBody>
                  <a:tcPr marL="78764" marR="78764" marT="39382" marB="393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86472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113B810-30EF-004F-D7FB-B5D6536E9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221" y="2723535"/>
            <a:ext cx="2270984" cy="61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33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3D84B-E998-D66B-9C17-C3281265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40" y="102312"/>
            <a:ext cx="10869248" cy="1205491"/>
          </a:xfrm>
        </p:spPr>
        <p:txBody>
          <a:bodyPr/>
          <a:lstStyle/>
          <a:p>
            <a:r>
              <a:rPr lang="en-US" dirty="0"/>
              <a:t>Methods vs. Attributes</a:t>
            </a:r>
            <a:endParaRPr lang="en-AU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07B8889-CAD0-6F9C-DB55-D8E2D53F2B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0927355"/>
              </p:ext>
            </p:extLst>
          </p:nvPr>
        </p:nvGraphicFramePr>
        <p:xfrm>
          <a:off x="1941444" y="2855843"/>
          <a:ext cx="7255565" cy="1544468"/>
        </p:xfrm>
        <a:graphic>
          <a:graphicData uri="http://schemas.openxmlformats.org/drawingml/2006/table">
            <a:tbl>
              <a:tblPr/>
              <a:tblGrid>
                <a:gridCol w="3165869">
                  <a:extLst>
                    <a:ext uri="{9D8B030D-6E8A-4147-A177-3AD203B41FA5}">
                      <a16:colId xmlns:a16="http://schemas.microsoft.com/office/drawing/2014/main" val="2056515298"/>
                    </a:ext>
                  </a:extLst>
                </a:gridCol>
                <a:gridCol w="4089696">
                  <a:extLst>
                    <a:ext uri="{9D8B030D-6E8A-4147-A177-3AD203B41FA5}">
                      <a16:colId xmlns:a16="http://schemas.microsoft.com/office/drawing/2014/main" val="779325263"/>
                    </a:ext>
                  </a:extLst>
                </a:gridCol>
              </a:tblGrid>
              <a:tr h="386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/>
                        <a:t>Attributes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/>
                        <a:t>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011273"/>
                  </a:ext>
                </a:extLst>
              </a:tr>
              <a:tr h="386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Describe the </a:t>
                      </a:r>
                      <a:r>
                        <a:rPr lang="en-AU" dirty="0" err="1"/>
                        <a:t>DataFrame</a:t>
                      </a:r>
                      <a:endParaRPr lang="en-A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Perform an action on the DataFrame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493494"/>
                  </a:ext>
                </a:extLst>
              </a:tr>
              <a:tr h="386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No parentheses </a:t>
                      </a:r>
                      <a:r>
                        <a:rPr lang="en-AU">
                          <a:latin typeface="Courier New" panose="02070309020205020404" pitchFamily="49" charset="0"/>
                        </a:rPr>
                        <a:t>()</a:t>
                      </a:r>
                      <a:endParaRPr lang="en-A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Use parentheses </a:t>
                      </a:r>
                      <a:r>
                        <a:rPr lang="en-AU" dirty="0">
                          <a:latin typeface="Courier New" panose="02070309020205020404" pitchFamily="49" charset="0"/>
                        </a:rPr>
                        <a:t>()</a:t>
                      </a:r>
                      <a:endParaRPr lang="en-A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03608"/>
                  </a:ext>
                </a:extLst>
              </a:tr>
              <a:tr h="386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Example: </a:t>
                      </a:r>
                      <a:r>
                        <a:rPr lang="en-AU" dirty="0" err="1">
                          <a:highlight>
                            <a:srgbClr val="00FF00"/>
                          </a:highlight>
                          <a:latin typeface="Courier New" panose="02070309020205020404" pitchFamily="49" charset="0"/>
                        </a:rPr>
                        <a:t>df.shape</a:t>
                      </a:r>
                      <a:endParaRPr lang="en-AU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Example: </a:t>
                      </a:r>
                      <a:r>
                        <a:rPr lang="en-AU" dirty="0" err="1">
                          <a:highlight>
                            <a:srgbClr val="00FF00"/>
                          </a:highlight>
                          <a:latin typeface="Courier New" panose="02070309020205020404" pitchFamily="49" charset="0"/>
                        </a:rPr>
                        <a:t>df.head</a:t>
                      </a:r>
                      <a:r>
                        <a:rPr lang="en-AU" dirty="0">
                          <a:highlight>
                            <a:srgbClr val="00FF00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endParaRPr lang="en-AU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717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981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0D1B-2E10-994F-29B9-7D546A444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851" y="0"/>
            <a:ext cx="10869248" cy="1205491"/>
          </a:xfrm>
        </p:spPr>
        <p:txBody>
          <a:bodyPr>
            <a:normAutofit fontScale="90000"/>
          </a:bodyPr>
          <a:lstStyle/>
          <a:p>
            <a:r>
              <a:rPr lang="en-US" dirty="0"/>
              <a:t>info(), </a:t>
            </a:r>
            <a:r>
              <a:rPr lang="en-US" dirty="0" err="1"/>
              <a:t>nunique</a:t>
            </a:r>
            <a:r>
              <a:rPr lang="en-US" dirty="0"/>
              <a:t>(), and describe() Methods</a:t>
            </a:r>
          </a:p>
        </p:txBody>
      </p:sp>
      <p:graphicFrame>
        <p:nvGraphicFramePr>
          <p:cNvPr id="7" name="Table Placeholder 8">
            <a:extLst>
              <a:ext uri="{FF2B5EF4-FFF2-40B4-BE49-F238E27FC236}">
                <a16:creationId xmlns:a16="http://schemas.microsoft.com/office/drawing/2014/main" id="{F8B4C312-2E3F-06DA-453F-FAEE62D431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6064970"/>
              </p:ext>
            </p:extLst>
          </p:nvPr>
        </p:nvGraphicFramePr>
        <p:xfrm>
          <a:off x="888272" y="2635046"/>
          <a:ext cx="10415455" cy="3177743"/>
        </p:xfrm>
        <a:graphic>
          <a:graphicData uri="http://schemas.openxmlformats.org/drawingml/2006/table">
            <a:tbl>
              <a:tblPr firstRow="1"/>
              <a:tblGrid>
                <a:gridCol w="2383784">
                  <a:extLst>
                    <a:ext uri="{9D8B030D-6E8A-4147-A177-3AD203B41FA5}">
                      <a16:colId xmlns:a16="http://schemas.microsoft.com/office/drawing/2014/main" val="1400964425"/>
                    </a:ext>
                  </a:extLst>
                </a:gridCol>
                <a:gridCol w="8031671">
                  <a:extLst>
                    <a:ext uri="{9D8B030D-6E8A-4147-A177-3AD203B41FA5}">
                      <a16:colId xmlns:a16="http://schemas.microsoft.com/office/drawing/2014/main" val="2041532854"/>
                    </a:ext>
                  </a:extLst>
                </a:gridCol>
              </a:tblGrid>
              <a:tr h="5244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8467"/>
                  </a:ext>
                </a:extLst>
              </a:tr>
              <a:tr h="8844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.info(params)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Returns information about the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 and its columns.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250758"/>
                  </a:ext>
                </a:extLst>
              </a:tr>
              <a:tr h="8844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.</a:t>
                      </a:r>
                      <a:r>
                        <a:rPr lang="en-US" sz="2400" b="1" dirty="0" err="1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nunique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()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Returns the number of unique data items in each column.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559451"/>
                  </a:ext>
                </a:extLst>
              </a:tr>
              <a:tr h="8844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.describe()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Returns statistical information for each numeric </a:t>
                      </a:r>
                      <a:r>
                        <a:rPr lang="en-US" sz="24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column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5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425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498"/>
    </mc:Choice>
    <mc:Fallback xmlns="">
      <p:transition spd="slow" advTm="39498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D90D76C-184F-4A96-8FE8-1114F8EE1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9DE355-E8A7-498B-A6A0-54D03B953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30510-D07D-876A-AD24-AC849D3E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122363"/>
            <a:ext cx="491084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Using the info() Method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8C7A94-AABC-2000-FFD7-9DA381765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274" y="50800"/>
            <a:ext cx="5999095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1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495"/>
    </mc:Choice>
    <mc:Fallback xmlns="">
      <p:transition spd="slow" advTm="197495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4FA4C-2E1A-8826-6D5D-01934D78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</a:t>
            </a:r>
            <a:r>
              <a:rPr lang="en-US" dirty="0" err="1"/>
              <a:t>nunique</a:t>
            </a:r>
            <a:r>
              <a:rPr lang="en-US" dirty="0"/>
              <a:t>() Method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4C1507-4044-2B78-B07F-5985AEF9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86" y="2220686"/>
            <a:ext cx="7557086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458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634"/>
    </mc:Choice>
    <mc:Fallback xmlns="">
      <p:transition spd="slow" advTm="86634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661578-C9FE-B75D-9FFB-3C64CFFEC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Using the describe() Method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66E054D-0FC4-2DB5-D1A2-46294863C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19" y="149012"/>
            <a:ext cx="8197681" cy="627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6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0864"/>
    </mc:Choice>
    <mc:Fallback xmlns="">
      <p:transition spd="slow" advTm="320864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8875699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Access the Columns and Rows</a:t>
            </a:r>
          </a:p>
        </p:txBody>
      </p:sp>
    </p:spTree>
    <p:extLst>
      <p:ext uri="{BB962C8B-B14F-4D97-AF65-F5344CB8AC3E}">
        <p14:creationId xmlns:p14="http://schemas.microsoft.com/office/powerpoint/2010/main" val="409878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80"/>
    </mc:Choice>
    <mc:Fallback xmlns="">
      <p:transition spd="slow" advTm="1328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D475-7E0D-2CE5-A723-C67D866E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Accessing Columns with Dot Notation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9F5CF8-C0C6-45D1-EF23-6F61CD10E2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88" r="22646" b="50767"/>
          <a:stretch/>
        </p:blipFill>
        <p:spPr>
          <a:xfrm>
            <a:off x="575267" y="2308678"/>
            <a:ext cx="10974859" cy="324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27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168"/>
    </mc:Choice>
    <mc:Fallback xmlns="">
      <p:transition spd="slow" advTm="95168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D475-7E0D-2CE5-A723-C67D866E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Accessing Columns with Brackets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2F9460-0312-8EAB-F7E6-F0FE14C9F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57" y="1901882"/>
            <a:ext cx="11416502" cy="448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91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197"/>
    </mc:Choice>
    <mc:Fallback xmlns="">
      <p:transition spd="slow" advTm="122197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40F9-BC50-2E82-F17D-FFB3F85E3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26" y="0"/>
            <a:ext cx="10869248" cy="1205491"/>
          </a:xfrm>
        </p:spPr>
        <p:txBody>
          <a:bodyPr/>
          <a:lstStyle/>
          <a:p>
            <a:r>
              <a:rPr lang="en-US" dirty="0"/>
              <a:t>Accessing Columns using loc[ 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891965-43A6-3288-9BD6-5D84B12F11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960"/>
          <a:stretch/>
        </p:blipFill>
        <p:spPr>
          <a:xfrm>
            <a:off x="484552" y="2001519"/>
            <a:ext cx="11339960" cy="35102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350297-4BA9-8B8F-02CB-87888C994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125" y="583161"/>
            <a:ext cx="3338296" cy="76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7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760"/>
    </mc:Choice>
    <mc:Fallback xmlns="">
      <p:transition spd="slow" advTm="7776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0356-511C-DC0D-C6BD-FEBC8D2B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Accessing Rows using query() </a:t>
            </a:r>
            <a:br>
              <a:rPr lang="en-US" dirty="0"/>
            </a:br>
            <a:r>
              <a:rPr lang="en-US" dirty="0"/>
              <a:t>based on One Column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39195-BCAF-F127-F445-6824898A15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8222"/>
          <a:stretch/>
        </p:blipFill>
        <p:spPr>
          <a:xfrm>
            <a:off x="566056" y="2101472"/>
            <a:ext cx="11074682" cy="2938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716E03-5CB8-0C4F-DA9D-F8A01D842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348" y="677607"/>
            <a:ext cx="4077100" cy="82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9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904"/>
    </mc:Choice>
    <mc:Fallback xmlns="">
      <p:transition spd="slow" advTm="2390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0356-511C-DC0D-C6BD-FEBC8D2B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Accessing Rows using query() </a:t>
            </a:r>
            <a:br>
              <a:rPr lang="en-US" dirty="0"/>
            </a:br>
            <a:r>
              <a:rPr lang="en-US" dirty="0"/>
              <a:t>Across Multiple Columns with AND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39195-BCAF-F127-F445-6824898A15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705"/>
          <a:stretch/>
        </p:blipFill>
        <p:spPr>
          <a:xfrm>
            <a:off x="576941" y="2350013"/>
            <a:ext cx="11338559" cy="26900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80E736-5F4B-E3C8-BB5B-93A7C6B65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675" y="1507588"/>
            <a:ext cx="4305901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23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17"/>
    </mc:Choice>
    <mc:Fallback xmlns="">
      <p:transition spd="slow" advTm="35317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499C8-4162-9815-3693-B7436FCC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Accessing Rows using query() </a:t>
            </a:r>
            <a:br>
              <a:rPr lang="en-US" dirty="0"/>
            </a:br>
            <a:r>
              <a:rPr lang="en-US" dirty="0"/>
              <a:t>Across Multiple Columns with 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21C8D-52E2-45DD-FBCD-44F6C0EB7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2" y="2222500"/>
            <a:ext cx="7772400" cy="3886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9EF2B9-BE51-C548-11BB-057BE80C9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641" y="1507587"/>
            <a:ext cx="4398047" cy="55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298"/>
    </mc:Choice>
    <mc:Fallback xmlns="">
      <p:transition spd="slow" advTm="28298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0">
            <a:extLst>
              <a:ext uri="{FF2B5EF4-FFF2-40B4-BE49-F238E27FC236}">
                <a16:creationId xmlns:a16="http://schemas.microsoft.com/office/drawing/2014/main" id="{4D90D76C-184F-4A96-8FE8-1114F8EE1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2F9DE355-E8A7-498B-A6A0-54D03B953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D210E-534C-EBFD-F62B-8782282B7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1829934"/>
            <a:ext cx="4959965" cy="23876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Accessing </a:t>
            </a:r>
            <a:br>
              <a:rPr lang="en-US" sz="5400" dirty="0"/>
            </a:br>
            <a:r>
              <a:rPr lang="en-US" sz="5400" dirty="0"/>
              <a:t>Rows</a:t>
            </a:r>
            <a:br>
              <a:rPr lang="en-US" sz="5400" dirty="0"/>
            </a:br>
            <a:r>
              <a:rPr lang="en-US" sz="5400" dirty="0"/>
              <a:t>using loc[]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516AAF-9019-D60E-8667-40291B6E2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101" y="-19533"/>
            <a:ext cx="8456900" cy="68775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7C434C-EE93-0BF3-8BDB-5E25E788C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14" y="4664750"/>
            <a:ext cx="2949187" cy="65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3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936"/>
    </mc:Choice>
    <mc:Fallback xmlns="">
      <p:transition spd="slow" advTm="12393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89877-AE80-B20E-98B2-58767214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87" y="182827"/>
            <a:ext cx="10869248" cy="1205491"/>
          </a:xfrm>
        </p:spPr>
        <p:txBody>
          <a:bodyPr>
            <a:normAutofit/>
          </a:bodyPr>
          <a:lstStyle/>
          <a:p>
            <a:r>
              <a:rPr lang="en-US" sz="4800" dirty="0"/>
              <a:t>Accessing Rows using</a:t>
            </a:r>
            <a:r>
              <a:rPr lang="en-US" dirty="0"/>
              <a:t> </a:t>
            </a:r>
            <a:r>
              <a:rPr lang="en-US" sz="4800" dirty="0"/>
              <a:t>loc</a:t>
            </a:r>
            <a:r>
              <a:rPr lang="en-US" dirty="0"/>
              <a:t>[]</a:t>
            </a:r>
            <a:r>
              <a:rPr lang="en-US" sz="4800" dirty="0"/>
              <a:t> – Cont.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7AE9AC-3043-D44F-8D04-4A0E27A60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44" y="2355521"/>
            <a:ext cx="11103590" cy="266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24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69"/>
    </mc:Choice>
    <mc:Fallback xmlns="">
      <p:transition spd="slow" advTm="39669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1E85-40FD-E412-5BE1-709DCAC0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 a Subset of Rows and Columns </a:t>
            </a:r>
            <a:br>
              <a:rPr lang="en-US" dirty="0"/>
            </a:br>
            <a:r>
              <a:rPr lang="en-US" dirty="0"/>
              <a:t>using query 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ED08B3-568E-0B87-2380-895B199CC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14" y="1964871"/>
            <a:ext cx="7264400" cy="431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8AF482-E4C7-47E2-AF4D-B4D5DCCD8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238" y="3133684"/>
            <a:ext cx="3934374" cy="590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9D401B-57B6-880B-E507-A8F15469D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290" y="5275735"/>
            <a:ext cx="4258269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9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176"/>
    </mc:Choice>
    <mc:Fallback xmlns="">
      <p:transition spd="slow" advTm="98176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1E85-40FD-E412-5BE1-709DCAC0E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7"/>
            <a:ext cx="11428048" cy="1205491"/>
          </a:xfrm>
        </p:spPr>
        <p:txBody>
          <a:bodyPr>
            <a:normAutofit fontScale="90000"/>
          </a:bodyPr>
          <a:lstStyle/>
          <a:p>
            <a:r>
              <a:rPr lang="en-US" dirty="0"/>
              <a:t>Access a Subset of Rows and Columns </a:t>
            </a:r>
            <a:br>
              <a:rPr lang="en-US" dirty="0"/>
            </a:br>
            <a:r>
              <a:rPr lang="en-US" dirty="0"/>
              <a:t>using query () – Cont.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564115-F2C7-96D7-A8E3-5BE482E92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19" y="1839684"/>
            <a:ext cx="7549105" cy="50183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646F37-240C-836A-0662-F6EB622D7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143" y="3106995"/>
            <a:ext cx="7298588" cy="84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8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205"/>
    </mc:Choice>
    <mc:Fallback xmlns="">
      <p:transition spd="slow" advTm="97205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1E85-40FD-E412-5BE1-709DCAC0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 a Subset of Rows and Columns </a:t>
            </a:r>
            <a:br>
              <a:rPr lang="en-US" dirty="0"/>
            </a:br>
            <a:r>
              <a:rPr lang="en-US" dirty="0"/>
              <a:t>using loc[]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566794-B7A8-C022-59EE-F73FE00A1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1838020"/>
            <a:ext cx="7772400" cy="4883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9122DB-E872-9475-5A0E-265A512FF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437" y="1013334"/>
            <a:ext cx="3982006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045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568"/>
    </mc:Choice>
    <mc:Fallback xmlns="">
      <p:transition spd="slow" advTm="117568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89CD-0395-6EB7-12DC-EA75975E7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 Rows and Columns </a:t>
            </a:r>
            <a:br>
              <a:rPr lang="en-US" dirty="0"/>
            </a:br>
            <a:r>
              <a:rPr lang="en-US" dirty="0"/>
              <a:t>using </a:t>
            </a:r>
            <a:r>
              <a:rPr lang="en-US" dirty="0" err="1"/>
              <a:t>iloc</a:t>
            </a:r>
            <a:r>
              <a:rPr lang="en-US" dirty="0"/>
              <a:t>[]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09CAF4-5BAF-F12A-0D82-569546E3F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2" y="1959102"/>
            <a:ext cx="8608648" cy="44658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7B2520-1EFE-CB7C-6C68-B08D91064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612" y="954157"/>
            <a:ext cx="6215559" cy="61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62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312"/>
    </mc:Choice>
    <mc:Fallback xmlns="">
      <p:transition spd="slow" advTm="193312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FF8DE50-7A65-4407-ADF1-2CD17A9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4F5B6F84-73EF-47ED-850E-4308B2C0D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98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B1684-BC61-DFC5-EDC3-8167E1D0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530910"/>
          </a:xfrm>
        </p:spPr>
        <p:txBody>
          <a:bodyPr>
            <a:normAutofit fontScale="90000"/>
          </a:bodyPr>
          <a:lstStyle/>
          <a:p>
            <a:r>
              <a:rPr lang="en-US" dirty="0"/>
              <a:t>What’s  the difference between loc[] and </a:t>
            </a:r>
            <a:r>
              <a:rPr lang="en-US" dirty="0" err="1"/>
              <a:t>iloc</a:t>
            </a:r>
            <a:r>
              <a:rPr lang="en-US" dirty="0"/>
              <a:t>[]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32FAF-7821-1809-2ED6-9566B2BF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837329"/>
            <a:ext cx="5331229" cy="333963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600" dirty="0"/>
              <a:t>Ask </a:t>
            </a:r>
            <a:r>
              <a:rPr lang="en-US" sz="3600" dirty="0" err="1"/>
              <a:t>ChatGPT</a:t>
            </a:r>
            <a:r>
              <a:rPr lang="en-US" sz="3600" dirty="0"/>
              <a:t> </a:t>
            </a:r>
            <a:r>
              <a:rPr lang="en-US" sz="3600" dirty="0">
                <a:sym typeface="Wingdings" pitchFamily="2" charset="2"/>
              </a:rPr>
              <a:t>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1026" name="Picture 2" descr="Free Knowledge Curiosity photo and picture">
            <a:extLst>
              <a:ext uri="{FF2B5EF4-FFF2-40B4-BE49-F238E27FC236}">
                <a16:creationId xmlns:a16="http://schemas.microsoft.com/office/drawing/2014/main" id="{919A4985-9AF5-8006-5018-B2DC904960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0" r="14529" b="-1"/>
          <a:stretch/>
        </p:blipFill>
        <p:spPr bwMode="auto">
          <a:xfrm>
            <a:off x="6095998" y="2279889"/>
            <a:ext cx="6095998" cy="457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65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882"/>
    </mc:Choice>
    <mc:Fallback xmlns="">
      <p:transition spd="slow" advTm="35882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FF8DE50-7A65-4407-ADF1-2CD17A9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4F5B6F84-73EF-47ED-850E-4308B2C0D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98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B1684-BC61-DFC5-EDC3-8167E1D0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42" y="712738"/>
            <a:ext cx="11490112" cy="854414"/>
          </a:xfrm>
        </p:spPr>
        <p:txBody>
          <a:bodyPr>
            <a:normAutofit fontScale="90000"/>
          </a:bodyPr>
          <a:lstStyle/>
          <a:p>
            <a:r>
              <a:rPr lang="en-US" dirty="0"/>
              <a:t>What’s the difference between loc[ ] and </a:t>
            </a:r>
            <a:r>
              <a:rPr lang="en-US" dirty="0" err="1"/>
              <a:t>iloc</a:t>
            </a:r>
            <a:r>
              <a:rPr lang="en-US" dirty="0"/>
              <a:t>[ ]?</a:t>
            </a:r>
          </a:p>
        </p:txBody>
      </p:sp>
      <p:pic>
        <p:nvPicPr>
          <p:cNvPr id="1026" name="Picture 2" descr="Free Knowledge Curiosity photo and picture">
            <a:extLst>
              <a:ext uri="{FF2B5EF4-FFF2-40B4-BE49-F238E27FC236}">
                <a16:creationId xmlns:a16="http://schemas.microsoft.com/office/drawing/2014/main" id="{919A4985-9AF5-8006-5018-B2DC904960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0" r="14529" b="-1"/>
          <a:stretch/>
        </p:blipFill>
        <p:spPr bwMode="auto">
          <a:xfrm>
            <a:off x="6095998" y="2279889"/>
            <a:ext cx="6095998" cy="457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218776-4931-9049-0042-F811FAEB1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52" y="2544411"/>
            <a:ext cx="8282999" cy="367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3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413"/>
    </mc:Choice>
    <mc:Fallback xmlns="">
      <p:transition spd="slow" advTm="155413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30" y="4850597"/>
            <a:ext cx="6850956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Prepare the Data</a:t>
            </a:r>
          </a:p>
        </p:txBody>
      </p:sp>
    </p:spTree>
    <p:extLst>
      <p:ext uri="{BB962C8B-B14F-4D97-AF65-F5344CB8AC3E}">
        <p14:creationId xmlns:p14="http://schemas.microsoft.com/office/powerpoint/2010/main" val="95509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50"/>
    </mc:Choice>
    <mc:Fallback xmlns="">
      <p:transition spd="slow" advTm="2625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D90D76C-184F-4A96-8FE8-1114F8EE1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9DE355-E8A7-498B-A6A0-54D03B953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EB885-DE6A-66AF-2701-968F61039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122363"/>
            <a:ext cx="491084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Sorting </a:t>
            </a:r>
            <a:br>
              <a:rPr lang="en-US" sz="5400" dirty="0"/>
            </a:br>
            <a:r>
              <a:rPr lang="en-US" sz="5400" dirty="0"/>
              <a:t>the Data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57A15A7-7967-6A4D-4E55-42CE3C3F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582" y="49259"/>
            <a:ext cx="7879418" cy="67628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365C62-37F6-39D4-75C8-F2739AF2A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81" y="3780851"/>
            <a:ext cx="3781953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259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693"/>
    </mc:Choice>
    <mc:Fallback xmlns="">
      <p:transition spd="slow" advTm="312693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59F8-657C-568E-0C47-745E49BAE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07" y="71510"/>
            <a:ext cx="10869248" cy="1205491"/>
          </a:xfrm>
        </p:spPr>
        <p:txBody>
          <a:bodyPr/>
          <a:lstStyle/>
          <a:p>
            <a:r>
              <a:rPr lang="en-US" dirty="0"/>
              <a:t>Applying Statistical 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798750-DD9F-C638-79A7-B014E0EFC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1812406"/>
            <a:ext cx="9772265" cy="451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76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259"/>
    </mc:Choice>
    <mc:Fallback xmlns="">
      <p:transition spd="slow" advTm="89259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BAAA8-C385-9624-5B58-C2B153A4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Column Arithmetic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629AC0-329C-025A-7CD9-252D428EB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47998" y="-1"/>
            <a:ext cx="9192230" cy="673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893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762"/>
    </mc:Choice>
    <mc:Fallback xmlns="">
      <p:transition spd="slow" advTm="102762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759A4-FFE2-13AE-CAB2-0B39BC6A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Modifying the String Data in a Column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AF62490-021C-C0C2-D27A-B58B8A307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69" y="140350"/>
            <a:ext cx="8985910" cy="557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2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2170"/>
    </mc:Choice>
    <mc:Fallback xmlns="">
      <p:transition spd="slow" advTm="15217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30" y="4850597"/>
            <a:ext cx="6850956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Shape the Data</a:t>
            </a:r>
          </a:p>
        </p:txBody>
      </p:sp>
    </p:spTree>
    <p:extLst>
      <p:ext uri="{BB962C8B-B14F-4D97-AF65-F5344CB8AC3E}">
        <p14:creationId xmlns:p14="http://schemas.microsoft.com/office/powerpoint/2010/main" val="281609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54"/>
    </mc:Choice>
    <mc:Fallback xmlns="">
      <p:transition spd="slow" advTm="19754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05FCC-AFFE-F3E8-06A7-E7E87189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13" y="400543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Setting and Using an Index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6A27580-034A-382D-D68F-7023E66CC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8" y="-2"/>
            <a:ext cx="7908176" cy="411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3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554"/>
    </mc:Choice>
    <mc:Fallback xmlns="">
      <p:transition spd="slow" advTm="52554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7CA5-0887-2262-92EA-B134B7EBE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39" y="143071"/>
            <a:ext cx="10869248" cy="1205491"/>
          </a:xfrm>
        </p:spPr>
        <p:txBody>
          <a:bodyPr/>
          <a:lstStyle/>
          <a:p>
            <a:r>
              <a:rPr lang="en-US" dirty="0"/>
              <a:t>Pivoting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C31A2-39D0-B044-652C-91FF882D5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76" y="2526642"/>
            <a:ext cx="10869248" cy="40963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Transforming rows into columns, or vice versa, in a dataset.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restructure data to make it more useful for analysis or reporting purposes.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pivot data, you typically </a:t>
            </a:r>
            <a:r>
              <a:rPr lang="en-US" sz="2400" dirty="0">
                <a:highlight>
                  <a:srgbClr val="FFFF00"/>
                </a:highlight>
              </a:rPr>
              <a:t>identify a column of interest that you want to become the new column headers</a:t>
            </a:r>
            <a:r>
              <a:rPr lang="en-US" sz="2400" dirty="0"/>
              <a:t>, and a second column that contains the </a:t>
            </a:r>
            <a:r>
              <a:rPr lang="en-US" sz="2400" dirty="0">
                <a:highlight>
                  <a:srgbClr val="FFFF00"/>
                </a:highlight>
              </a:rPr>
              <a:t>values</a:t>
            </a:r>
            <a:r>
              <a:rPr lang="en-US" sz="2400" dirty="0"/>
              <a:t> that should be placed under each new header.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27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213"/>
    </mc:Choice>
    <mc:Fallback xmlns="">
      <p:transition spd="slow" advTm="48213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5D625-4E8F-B456-0D10-5CA5180FE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3ACEC-5B29-3360-DD40-FB2F9FA1E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39" y="143071"/>
            <a:ext cx="10869248" cy="1205491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60C35-0525-E041-3907-B52E7EF3F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76" y="2526642"/>
            <a:ext cx="10869248" cy="4096363"/>
          </a:xfrm>
        </p:spPr>
        <p:txBody>
          <a:bodyPr/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9FC371-1CBF-B213-A922-2EFDB36DD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34" y="3033963"/>
            <a:ext cx="4631961" cy="2163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FEA4C0-A7FE-614F-CF79-D22E5F468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684" y="3460805"/>
            <a:ext cx="5296850" cy="137350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2E62683E-1431-CDA9-48E6-E98EC39D501A}"/>
              </a:ext>
            </a:extLst>
          </p:cNvPr>
          <p:cNvSpPr/>
          <p:nvPr/>
        </p:nvSpPr>
        <p:spPr>
          <a:xfrm>
            <a:off x="5510254" y="4115750"/>
            <a:ext cx="739471" cy="2177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C0AFE3-36AA-09BB-3AA3-A17A71EC2E13}"/>
              </a:ext>
            </a:extLst>
          </p:cNvPr>
          <p:cNvSpPr txBox="1"/>
          <p:nvPr/>
        </p:nvSpPr>
        <p:spPr>
          <a:xfrm>
            <a:off x="1409368" y="2372918"/>
            <a:ext cx="8831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Long Format                                                 vs                     Wide Format</a:t>
            </a:r>
          </a:p>
        </p:txBody>
      </p:sp>
    </p:spTree>
    <p:extLst>
      <p:ext uri="{BB962C8B-B14F-4D97-AF65-F5344CB8AC3E}">
        <p14:creationId xmlns:p14="http://schemas.microsoft.com/office/powerpoint/2010/main" val="326363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213"/>
    </mc:Choice>
    <mc:Fallback xmlns="">
      <p:transition spd="slow" advTm="48213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2743E-FC97-887D-4AEE-E99F94A0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Pivoting the Data 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936D6A-106B-A8C6-AA1C-E1C74B29E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1105" y="144810"/>
            <a:ext cx="8997782" cy="656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5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456"/>
    </mc:Choice>
    <mc:Fallback xmlns="">
      <p:transition spd="slow" advTm="159456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53BE8-313B-BEE8-7DD0-65B33132F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95363"/>
            <a:ext cx="10869248" cy="1205491"/>
          </a:xfrm>
        </p:spPr>
        <p:txBody>
          <a:bodyPr/>
          <a:lstStyle/>
          <a:p>
            <a:r>
              <a:rPr lang="en-US" dirty="0"/>
              <a:t>Melting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F5435-52EB-D783-97A1-F5840A35B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216541"/>
            <a:ext cx="10869248" cy="40963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process of transforming a dataset from a wide format to a long format.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Typically involves </a:t>
            </a:r>
            <a:r>
              <a:rPr lang="en-US" sz="2400" dirty="0">
                <a:highlight>
                  <a:srgbClr val="FFFF00"/>
                </a:highlight>
              </a:rPr>
              <a:t>taking columns of data and converting them into rows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Can be useful for data analysis and </a:t>
            </a:r>
            <a:r>
              <a:rPr lang="en-US" sz="2400" dirty="0" err="1"/>
              <a:t>visualisation</a:t>
            </a:r>
            <a:r>
              <a:rPr lang="en-US" sz="2400" dirty="0"/>
              <a:t>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B4308-B057-4B2F-95F7-40EE851F6C98}"/>
              </a:ext>
            </a:extLst>
          </p:cNvPr>
          <p:cNvSpPr txBox="1"/>
          <p:nvPr/>
        </p:nvSpPr>
        <p:spPr>
          <a:xfrm>
            <a:off x="1463041" y="4484047"/>
            <a:ext cx="94461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latin typeface="Cambria" panose="02040503050406030204" pitchFamily="18" charset="0"/>
              </a:rPr>
              <a:t>Pivoting</a:t>
            </a:r>
            <a:r>
              <a:rPr lang="en-AU" sz="2400" dirty="0">
                <a:latin typeface="Cambria" panose="02040503050406030204" pitchFamily="18" charset="0"/>
              </a:rPr>
              <a:t>:     Converts rows → columns      (long format → wide format) </a:t>
            </a:r>
          </a:p>
          <a:p>
            <a:r>
              <a:rPr lang="en-AU" sz="2400" b="1">
                <a:latin typeface="Cambria" panose="02040503050406030204" pitchFamily="18" charset="0"/>
              </a:rPr>
              <a:t>Melting</a:t>
            </a:r>
            <a:r>
              <a:rPr lang="en-AU" sz="2400">
                <a:latin typeface="Cambria" panose="02040503050406030204" pitchFamily="18" charset="0"/>
              </a:rPr>
              <a:t>:      </a:t>
            </a:r>
            <a:r>
              <a:rPr lang="en-AU" sz="2400" dirty="0">
                <a:latin typeface="Cambria" panose="02040503050406030204" pitchFamily="18" charset="0"/>
              </a:rPr>
              <a:t>Converts columns → rows       (wide format → long format)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4F4623-3BA6-9B2E-20DE-9D5A82CCE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027" y="545096"/>
            <a:ext cx="5969211" cy="82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80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754"/>
    </mc:Choice>
    <mc:Fallback xmlns="">
      <p:transition spd="slow" advTm="27754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4C091-129A-5B6D-F258-191FA4B3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Melting the Data 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1B2FE75-60DF-6448-B538-5D2D03F3B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796" y="123383"/>
            <a:ext cx="7772400" cy="640860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96663B-F97F-A39C-8CE5-7A19D1358872}"/>
              </a:ext>
            </a:extLst>
          </p:cNvPr>
          <p:cNvCxnSpPr>
            <a:cxnSpLocks/>
          </p:cNvCxnSpPr>
          <p:nvPr/>
        </p:nvCxnSpPr>
        <p:spPr>
          <a:xfrm>
            <a:off x="3439886" y="1099457"/>
            <a:ext cx="0" cy="422365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56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570"/>
    </mc:Choice>
    <mc:Fallback xmlns="">
      <p:transition spd="slow" advTm="17857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30" y="4850597"/>
            <a:ext cx="6850956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Analyze the Data</a:t>
            </a:r>
          </a:p>
        </p:txBody>
      </p:sp>
    </p:spTree>
    <p:extLst>
      <p:ext uri="{BB962C8B-B14F-4D97-AF65-F5344CB8AC3E}">
        <p14:creationId xmlns:p14="http://schemas.microsoft.com/office/powerpoint/2010/main" val="1424502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26"/>
    </mc:Choice>
    <mc:Fallback xmlns="">
      <p:transition spd="slow" advTm="8426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0B6CA-3054-AE41-33D8-561D08BD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906" y="34161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Group the Data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3FD0CC1-2FFD-7B52-B22D-F9B99B4F46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86"/>
          <a:stretch/>
        </p:blipFill>
        <p:spPr>
          <a:xfrm>
            <a:off x="3047998" y="48115"/>
            <a:ext cx="7115910" cy="672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3813"/>
    </mc:Choice>
    <mc:Fallback xmlns="">
      <p:transition spd="slow" advTm="153813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0B6CA-3054-AE41-33D8-561D08BD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Group the Data(Cont.)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269EEBB-834D-E848-0CA4-C6CFAEB8A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604" y="58615"/>
            <a:ext cx="6690946" cy="36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3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682"/>
    </mc:Choice>
    <mc:Fallback xmlns="">
      <p:transition spd="slow" advTm="116682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5B5D6-680D-4455-BD4B-4AB901F7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37" y="79461"/>
            <a:ext cx="10869248" cy="1205491"/>
          </a:xfrm>
        </p:spPr>
        <p:txBody>
          <a:bodyPr/>
          <a:lstStyle/>
          <a:p>
            <a:r>
              <a:rPr lang="en-US" dirty="0"/>
              <a:t>Aggregate the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369EE-ABDA-95AB-C801-A24C07696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51" y="1973606"/>
            <a:ext cx="9086706" cy="386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07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941"/>
    </mc:Choice>
    <mc:Fallback xmlns="">
      <p:transition spd="slow" advTm="4194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C5B5D6-680D-4455-BD4B-4AB901F7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Aggregate the Data (Cont.)</a:t>
            </a:r>
            <a:endParaRPr lang="en-US" sz="3200" dirty="0">
              <a:latin typeface="+mj-l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F7F46D7-5926-4CD4-C762-0383D60CF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669" y="147906"/>
            <a:ext cx="8875110" cy="652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0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392"/>
    </mc:Choice>
    <mc:Fallback xmlns="">
      <p:transition spd="slow" advTm="103392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30" y="4850597"/>
            <a:ext cx="6850956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Visualize the Data</a:t>
            </a:r>
          </a:p>
        </p:txBody>
      </p:sp>
    </p:spTree>
    <p:extLst>
      <p:ext uri="{BB962C8B-B14F-4D97-AF65-F5344CB8AC3E}">
        <p14:creationId xmlns:p14="http://schemas.microsoft.com/office/powerpoint/2010/main" val="4189155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589"/>
    </mc:Choice>
    <mc:Fallback xmlns="">
      <p:transition spd="slow" advTm="27589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F52A9-F5B6-0B5B-9FFE-FE64ABF7E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75" y="79460"/>
            <a:ext cx="10869248" cy="1205491"/>
          </a:xfrm>
        </p:spPr>
        <p:txBody>
          <a:bodyPr/>
          <a:lstStyle/>
          <a:p>
            <a:r>
              <a:rPr lang="en-US" dirty="0" err="1"/>
              <a:t>Visualise</a:t>
            </a:r>
            <a:r>
              <a:rPr lang="en-US" dirty="0"/>
              <a:t> the Data: Line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82EC35-9510-7220-9CB2-A620E5FA2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1930954"/>
            <a:ext cx="74930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10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70"/>
    </mc:Choice>
    <mc:Fallback xmlns="">
      <p:transition spd="slow" advTm="8177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D5A35-C9F9-C563-707D-5BCECE1CE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1" y="119217"/>
            <a:ext cx="10869248" cy="1205491"/>
          </a:xfrm>
        </p:spPr>
        <p:txBody>
          <a:bodyPr/>
          <a:lstStyle/>
          <a:p>
            <a:r>
              <a:rPr lang="en-US" dirty="0"/>
              <a:t>Visualize the Data: Bar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5445FF-613C-1527-888D-8F5914D64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1" y="1839284"/>
            <a:ext cx="8991957" cy="498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0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53"/>
    </mc:Choice>
    <mc:Fallback xmlns="">
      <p:transition spd="slow" advTm="53653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3F5F-2B13-28BD-3ECD-8AB6AFE2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AA102-EDE6-9B55-37B7-018D15104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science from scratch: first principles with Python, Joel Grus, O'Reilly Media,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for Data Analysis: Data Wrangling with Pandas, NumPy, and </a:t>
            </a:r>
            <a:r>
              <a:rPr lang="en-US" dirty="0" err="1"/>
              <a:t>IPython</a:t>
            </a:r>
            <a:r>
              <a:rPr lang="en-US" dirty="0"/>
              <a:t>, Wes McKinney, O'Reilly Media, 3rd edition, 2022.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Data Science Handbook: Essential Tools for Working with Data, Jake </a:t>
            </a:r>
            <a:r>
              <a:rPr lang="en-US" dirty="0" err="1"/>
              <a:t>Vanderplas</a:t>
            </a:r>
            <a:r>
              <a:rPr lang="en-US" dirty="0"/>
              <a:t>, O'Reilly Media, 2022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Murach’s</a:t>
            </a:r>
            <a:r>
              <a:rPr lang="en-US" dirty="0"/>
              <a:t> Python for Data Analysis, Scott McCoy, Mike </a:t>
            </a:r>
            <a:r>
              <a:rPr lang="en-US" dirty="0" err="1"/>
              <a:t>Murach</a:t>
            </a:r>
            <a:r>
              <a:rPr lang="en-US" dirty="0"/>
              <a:t> &amp; Associates, Incorporated, 2021.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 to Python for Computer Science and Data Science: Learning to Program with AI, Big Data and The Cloud, Paul </a:t>
            </a:r>
            <a:r>
              <a:rPr lang="en-US" dirty="0" err="1"/>
              <a:t>Deitel</a:t>
            </a:r>
            <a:r>
              <a:rPr lang="en-US" dirty="0"/>
              <a:t>, Pearson Education Limited, 2021.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ChatGPT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3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56"/>
    </mc:Choice>
    <mc:Fallback xmlns="">
      <p:transition spd="slow" advTm="5856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Rectangle 3087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90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Free Meeting Modern photo and picture">
            <a:extLst>
              <a:ext uri="{FF2B5EF4-FFF2-40B4-BE49-F238E27FC236}">
                <a16:creationId xmlns:a16="http://schemas.microsoft.com/office/drawing/2014/main" id="{76FBD399-7BE7-EC10-DA33-19A99166B2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32" b="7668"/>
          <a:stretch/>
        </p:blipFill>
        <p:spPr bwMode="auto">
          <a:xfrm>
            <a:off x="20" y="10"/>
            <a:ext cx="12191979" cy="6857988"/>
          </a:xfrm>
          <a:prstGeom prst="rect">
            <a:avLst/>
          </a:prstGeom>
          <a:noFill/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2" name="Rectangle 3091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1879D-F756-F7EC-BF8D-7396BD0C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30" y="4850597"/>
            <a:ext cx="5741086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latin typeface="+mj-lt"/>
              </a:rPr>
              <a:t>End of lecture …</a:t>
            </a:r>
          </a:p>
        </p:txBody>
      </p:sp>
    </p:spTree>
    <p:extLst>
      <p:ext uri="{BB962C8B-B14F-4D97-AF65-F5344CB8AC3E}">
        <p14:creationId xmlns:p14="http://schemas.microsoft.com/office/powerpoint/2010/main" val="363912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2"/>
    </mc:Choice>
    <mc:Fallback xmlns="">
      <p:transition spd="slow" advTm="4592"/>
    </mc:Fallback>
  </mc:AlternateContent>
</p:sld>
</file>

<file path=ppt/theme/theme1.xml><?xml version="1.0" encoding="utf-8"?>
<a:theme xmlns:a="http://schemas.openxmlformats.org/drawingml/2006/main" name="MatrixVTI">
  <a:themeElements>
    <a:clrScheme name="AnalogousFromDarkSeedLeftStep">
      <a:dk1>
        <a:srgbClr val="000000"/>
      </a:dk1>
      <a:lt1>
        <a:srgbClr val="FFFFFF"/>
      </a:lt1>
      <a:dk2>
        <a:srgbClr val="2F1B2F"/>
      </a:dk2>
      <a:lt2>
        <a:srgbClr val="F0F3F2"/>
      </a:lt2>
      <a:accent1>
        <a:srgbClr val="E72989"/>
      </a:accent1>
      <a:accent2>
        <a:srgbClr val="D517C6"/>
      </a:accent2>
      <a:accent3>
        <a:srgbClr val="A629E7"/>
      </a:accent3>
      <a:accent4>
        <a:srgbClr val="542AD8"/>
      </a:accent4>
      <a:accent5>
        <a:srgbClr val="294AE7"/>
      </a:accent5>
      <a:accent6>
        <a:srgbClr val="1787D5"/>
      </a:accent6>
      <a:hlink>
        <a:srgbClr val="3F40BF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{92A7E645-25A4-9944-AA59-369BA7A7B2F7}tf10001070</Template>
  <TotalTime>12344</TotalTime>
  <Words>3203</Words>
  <Application>Microsoft Office PowerPoint</Application>
  <PresentationFormat>Widescreen</PresentationFormat>
  <Paragraphs>445</Paragraphs>
  <Slides>60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0" baseType="lpstr">
      <vt:lpstr>Arial</vt:lpstr>
      <vt:lpstr>Avenir Next LT Pro</vt:lpstr>
      <vt:lpstr>Calibri</vt:lpstr>
      <vt:lpstr>Cambria</vt:lpstr>
      <vt:lpstr>Congenial</vt:lpstr>
      <vt:lpstr>Congenial SemiBold</vt:lpstr>
      <vt:lpstr>Courier New</vt:lpstr>
      <vt:lpstr>Times New Roman</vt:lpstr>
      <vt:lpstr>Wingdings</vt:lpstr>
      <vt:lpstr>MatrixVTI</vt:lpstr>
      <vt:lpstr>Essentials for Data Analysis</vt:lpstr>
      <vt:lpstr>Agenda</vt:lpstr>
      <vt:lpstr>Introduction to the Pandas DataFrame</vt:lpstr>
      <vt:lpstr>What is a DataFrame?</vt:lpstr>
      <vt:lpstr>DataFrame in Python</vt:lpstr>
      <vt:lpstr>Reading Data into a DataFrame</vt:lpstr>
      <vt:lpstr>DataFrame Constructor</vt:lpstr>
      <vt:lpstr>DataFrame(data, columns, index)</vt:lpstr>
      <vt:lpstr>Saving a DataFrame</vt:lpstr>
      <vt:lpstr>Pickle Files</vt:lpstr>
      <vt:lpstr>Why pickle?</vt:lpstr>
      <vt:lpstr>Saving a DataFrame into a Pickle File</vt:lpstr>
      <vt:lpstr>How to Examine the Data</vt:lpstr>
      <vt:lpstr>Display a DataFrame</vt:lpstr>
      <vt:lpstr>Attributes of a DataFrame        (Information about an object)</vt:lpstr>
      <vt:lpstr>Display the Attributes of a DataFrame</vt:lpstr>
      <vt:lpstr>Use the Columns Attribute to Replace Spaces with Nothing</vt:lpstr>
      <vt:lpstr>Methods of a DataFrame        (Action performed by an object)</vt:lpstr>
      <vt:lpstr>Methods vs. Attributes</vt:lpstr>
      <vt:lpstr>info(), nunique(), and describe() Methods</vt:lpstr>
      <vt:lpstr>Using the info() Method </vt:lpstr>
      <vt:lpstr>Using the nunique() Method</vt:lpstr>
      <vt:lpstr>Using the describe() Method</vt:lpstr>
      <vt:lpstr>How to Access the Columns and Rows</vt:lpstr>
      <vt:lpstr>Accessing Columns with Dot Notation </vt:lpstr>
      <vt:lpstr>Accessing Columns with Brackets</vt:lpstr>
      <vt:lpstr>Accessing Columns using loc[ ]</vt:lpstr>
      <vt:lpstr>Accessing Rows using query()  based on One Column</vt:lpstr>
      <vt:lpstr>Accessing Rows using query()  Across Multiple Columns with AND</vt:lpstr>
      <vt:lpstr>Accessing Rows using query()  Across Multiple Columns with OR</vt:lpstr>
      <vt:lpstr>Accessing  Rows using loc[]</vt:lpstr>
      <vt:lpstr>Accessing Rows using loc[] – Cont. </vt:lpstr>
      <vt:lpstr>Access a Subset of Rows and Columns  using query ()</vt:lpstr>
      <vt:lpstr>Access a Subset of Rows and Columns  using query () – Cont. </vt:lpstr>
      <vt:lpstr>Access a Subset of Rows and Columns  using loc[]</vt:lpstr>
      <vt:lpstr>Access Rows and Columns  using iloc[]</vt:lpstr>
      <vt:lpstr>What’s  the difference between loc[] and iloc[] ?</vt:lpstr>
      <vt:lpstr>What’s the difference between loc[ ] and iloc[ ]?</vt:lpstr>
      <vt:lpstr>How to Prepare the Data</vt:lpstr>
      <vt:lpstr>Sorting  the Data</vt:lpstr>
      <vt:lpstr>Applying Statistical Methods</vt:lpstr>
      <vt:lpstr>Column Arithmetic</vt:lpstr>
      <vt:lpstr>Modifying the String Data in a Column</vt:lpstr>
      <vt:lpstr>How to Shape the Data</vt:lpstr>
      <vt:lpstr>Setting and Using an Index</vt:lpstr>
      <vt:lpstr>Pivoting the Data</vt:lpstr>
      <vt:lpstr>Example</vt:lpstr>
      <vt:lpstr>Pivoting the Data (Cont.)</vt:lpstr>
      <vt:lpstr>Melting the Data</vt:lpstr>
      <vt:lpstr>Melting the Data (Cont.)</vt:lpstr>
      <vt:lpstr>Analyze the Data</vt:lpstr>
      <vt:lpstr>Group the Data </vt:lpstr>
      <vt:lpstr>Group the Data(Cont.) </vt:lpstr>
      <vt:lpstr>Aggregate the Data</vt:lpstr>
      <vt:lpstr>Aggregate the Data (Cont.)</vt:lpstr>
      <vt:lpstr>Visualize the Data</vt:lpstr>
      <vt:lpstr>Visualise the Data: Line Plot</vt:lpstr>
      <vt:lpstr>Visualize the Data: Bar Chart</vt:lpstr>
      <vt:lpstr>References</vt:lpstr>
      <vt:lpstr>End of lecture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Science</dc:title>
  <dc:creator>Davoud Mougouei</dc:creator>
  <cp:lastModifiedBy>Fatima Ansarizadeh</cp:lastModifiedBy>
  <cp:revision>561</cp:revision>
  <dcterms:created xsi:type="dcterms:W3CDTF">2023-02-28T21:57:24Z</dcterms:created>
  <dcterms:modified xsi:type="dcterms:W3CDTF">2026-07-22T00:52:29Z</dcterms:modified>
</cp:coreProperties>
</file>