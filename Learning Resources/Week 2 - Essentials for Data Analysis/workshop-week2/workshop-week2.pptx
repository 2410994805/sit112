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78" r:id="rId5"/>
    <p:sldId id="279" r:id="rId6"/>
    <p:sldId id="280" r:id="rId7"/>
    <p:sldId id="271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26" d="100"/>
          <a:sy n="126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Introduction to Python </a:t>
          </a:r>
        </a:p>
        <a:p>
          <a:pPr algn="ctr" rtl="0"/>
          <a:r>
            <a:rPr lang="en-US" dirty="0"/>
            <a:t>- Part 2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8232862E-24A7-524E-B10F-91F16D37C990}" type="sibTrans" cxnId="{87D753B1-6FC9-E747-8B46-3C2D4ADEB7B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Week 1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578178FE-64F4-F748-B768-F9AE7E3022B8}">
      <dgm:prSet/>
      <dgm:spPr/>
      <dgm:t>
        <a:bodyPr/>
        <a:lstStyle/>
        <a:p>
          <a:pPr algn="ctr" rtl="0"/>
          <a:r>
            <a:rPr lang="en-US" dirty="0"/>
            <a:t>Task P1</a:t>
          </a:r>
        </a:p>
      </dgm:t>
    </dgm:pt>
    <dgm:pt modelId="{3F677BF6-4C59-C449-AB2E-85E5CD28FA6E}" type="parTrans" cxnId="{E845A6F1-6D8B-3B49-B588-5B71457D8E92}">
      <dgm:prSet/>
      <dgm:spPr/>
    </dgm:pt>
    <dgm:pt modelId="{D57F1B76-9144-3047-9711-496B0BC01811}" type="sibTrans" cxnId="{E845A6F1-6D8B-3B49-B588-5B71457D8E9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3"/>
      <dgm:spPr/>
    </dgm:pt>
    <dgm:pt modelId="{AC296FDF-FC97-9C47-BC24-BED29EB41706}" type="pres">
      <dgm:prSet presAssocID="{A71E2B2C-A9A6-4BE7-9912-DAABFDEC38B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6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3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088CFE2F-E4C8-2B4A-8FE8-3E0FFEDDF4B2}" type="pres">
      <dgm:prSet presAssocID="{578178FE-64F4-F748-B768-F9AE7E3022B8}" presName="compositeNode" presStyleCnt="0">
        <dgm:presLayoutVars>
          <dgm:bulletEnabled val="1"/>
        </dgm:presLayoutVars>
      </dgm:prSet>
      <dgm:spPr/>
    </dgm:pt>
    <dgm:pt modelId="{938210ED-AED3-6541-95CA-24C9AA1E7069}" type="pres">
      <dgm:prSet presAssocID="{578178FE-64F4-F748-B768-F9AE7E3022B8}" presName="bgRect" presStyleLbl="bgAccFollowNode1" presStyleIdx="1" presStyleCnt="3"/>
      <dgm:spPr/>
    </dgm:pt>
    <dgm:pt modelId="{C8A01BAE-D43A-974B-A9CB-0C935D3E75D2}" type="pres">
      <dgm:prSet presAssocID="{D57F1B76-9144-3047-9711-496B0BC01811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4B1907B-B483-2D49-B21E-9A15B6947051}" type="pres">
      <dgm:prSet presAssocID="{578178FE-64F4-F748-B768-F9AE7E3022B8}" presName="bottomLine" presStyleLbl="alignNode1" presStyleIdx="3" presStyleCnt="6">
        <dgm:presLayoutVars/>
      </dgm:prSet>
      <dgm:spPr/>
    </dgm:pt>
    <dgm:pt modelId="{06CF47B6-2CCA-FD49-A091-6E9B45ED2523}" type="pres">
      <dgm:prSet presAssocID="{578178FE-64F4-F748-B768-F9AE7E3022B8}" presName="nodeText" presStyleLbl="bgAccFollowNode1" presStyleIdx="1" presStyleCnt="3">
        <dgm:presLayoutVars>
          <dgm:bulletEnabled val="1"/>
        </dgm:presLayoutVars>
      </dgm:prSet>
      <dgm:spPr/>
    </dgm:pt>
    <dgm:pt modelId="{2362E0FB-65A4-7F4F-AB04-3B1DEEC70455}" type="pres">
      <dgm:prSet presAssocID="{D57F1B76-9144-3047-9711-496B0BC01811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2" presStyleCnt="3"/>
      <dgm:spPr/>
    </dgm:pt>
    <dgm:pt modelId="{ADFA3982-9683-C14C-BFA5-3596E3C4775B}" type="pres">
      <dgm:prSet presAssocID="{8232862E-24A7-524E-B10F-91F16D37C990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5" presStyleCnt="6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086FA43-B0FD-3040-A6D5-986A5838AD38}" type="presOf" srcId="{578178FE-64F4-F748-B768-F9AE7E3022B8}" destId="{06CF47B6-2CCA-FD49-A091-6E9B45ED25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C51D5E7E-A066-1A44-9754-F76669BC5F81}" type="presOf" srcId="{578178FE-64F4-F748-B768-F9AE7E3022B8}" destId="{938210ED-AED3-6541-95CA-24C9AA1E7069}" srcOrd="0" destOrd="0" presId="urn:microsoft.com/office/officeart/2016/7/layout/BasicLinearProcessNumbered"/>
    <dgm:cxn modelId="{87D753B1-6FC9-E747-8B46-3C2D4ADEB7B1}" srcId="{6CC569E7-DA93-4CBC-8743-3D24EF4C5B15}" destId="{6640B877-C1C6-EB42-A02B-72DB37A64350}" srcOrd="2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E845A6F1-6D8B-3B49-B588-5B71457D8E92}" srcId="{6CC569E7-DA93-4CBC-8743-3D24EF4C5B15}" destId="{578178FE-64F4-F748-B768-F9AE7E3022B8}" srcOrd="1" destOrd="0" parTransId="{3F677BF6-4C59-C449-AB2E-85E5CD28FA6E}" sibTransId="{D57F1B76-9144-3047-9711-496B0BC01811}"/>
    <dgm:cxn modelId="{9E02E7FD-5A5A-A04F-90E8-13B77EE9C934}" type="presOf" srcId="{D57F1B76-9144-3047-9711-496B0BC01811}" destId="{C8A01BAE-D43A-974B-A9CB-0C935D3E75D2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9609DEAA-C653-4A47-8DB2-29C1B09CAB8A}" type="presParOf" srcId="{E517FD12-7F7C-214A-A19A-02E18B38E65C}" destId="{088CFE2F-E4C8-2B4A-8FE8-3E0FFEDDF4B2}" srcOrd="2" destOrd="0" presId="urn:microsoft.com/office/officeart/2016/7/layout/BasicLinearProcessNumbered"/>
    <dgm:cxn modelId="{E9866E98-65BB-A744-AF66-CF8B5EA1D3DB}" type="presParOf" srcId="{088CFE2F-E4C8-2B4A-8FE8-3E0FFEDDF4B2}" destId="{938210ED-AED3-6541-95CA-24C9AA1E7069}" srcOrd="0" destOrd="0" presId="urn:microsoft.com/office/officeart/2016/7/layout/BasicLinearProcessNumbered"/>
    <dgm:cxn modelId="{702EF31A-AD83-CF43-B0AF-AAF34BDEA133}" type="presParOf" srcId="{088CFE2F-E4C8-2B4A-8FE8-3E0FFEDDF4B2}" destId="{C8A01BAE-D43A-974B-A9CB-0C935D3E75D2}" srcOrd="1" destOrd="0" presId="urn:microsoft.com/office/officeart/2016/7/layout/BasicLinearProcessNumbered"/>
    <dgm:cxn modelId="{7A146766-42AD-894B-B54E-5A046FFBCBDB}" type="presParOf" srcId="{088CFE2F-E4C8-2B4A-8FE8-3E0FFEDDF4B2}" destId="{04B1907B-B483-2D49-B21E-9A15B6947051}" srcOrd="2" destOrd="0" presId="urn:microsoft.com/office/officeart/2016/7/layout/BasicLinearProcessNumbered"/>
    <dgm:cxn modelId="{FD217DFC-4051-C846-B190-B51872A3C45D}" type="presParOf" srcId="{088CFE2F-E4C8-2B4A-8FE8-3E0FFEDDF4B2}" destId="{06CF47B6-2CCA-FD49-A091-6E9B45ED2523}" srcOrd="3" destOrd="0" presId="urn:microsoft.com/office/officeart/2016/7/layout/BasicLinearProcessNumbered"/>
    <dgm:cxn modelId="{081BEAA3-C411-9A45-B618-1E0776F9D77A}" type="presParOf" srcId="{E517FD12-7F7C-214A-A19A-02E18B38E65C}" destId="{2362E0FB-65A4-7F4F-AB04-3B1DEEC70455}" srcOrd="3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4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of Lecture Week 1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pPr rtl="0"/>
          <a:r>
            <a:rPr lang="en-US" dirty="0"/>
            <a:t>We continue on "Introduction to Python"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41149ABF-F48F-3B4C-89D2-A593A98A3D3E}">
      <dgm:prSet/>
      <dgm:spPr/>
      <dgm:t>
        <a:bodyPr/>
        <a:lstStyle/>
        <a:p>
          <a:r>
            <a:rPr lang="en-US" dirty="0"/>
            <a:t>The tutors will help you clarify any questions about the assessment guideline and task P1</a:t>
          </a:r>
        </a:p>
      </dgm:t>
    </dgm:pt>
    <dgm:pt modelId="{5935F966-BC0C-9F4A-8E50-746203C22DAC}" type="parTrans" cxnId="{779C8BB0-FFF2-024B-931D-47B4D610EB6C}">
      <dgm:prSet/>
      <dgm:spPr/>
      <dgm:t>
        <a:bodyPr/>
        <a:lstStyle/>
        <a:p>
          <a:endParaRPr lang="en-US"/>
        </a:p>
      </dgm:t>
    </dgm:pt>
    <dgm:pt modelId="{000EE0D0-0304-FD4B-A778-614D2F2D7B42}" type="sibTrans" cxnId="{779C8BB0-FFF2-024B-931D-47B4D610EB6C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4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4"/>
      <dgm:spPr/>
    </dgm:pt>
    <dgm:pt modelId="{AF7554E1-1395-D845-A1D2-65090229BAB3}" type="pres">
      <dgm:prSet presAssocID="{6BB3A71F-0B9A-4058-AE2E-0C374F8E0008}" presName="vert1" presStyleCnt="0"/>
      <dgm:spPr/>
    </dgm:pt>
    <dgm:pt modelId="{B34A32BB-7F89-7D40-841C-D480D4518443}" type="pres">
      <dgm:prSet presAssocID="{41149ABF-F48F-3B4C-89D2-A593A98A3D3E}" presName="thickLine" presStyleLbl="alignNode1" presStyleIdx="1" presStyleCnt="4"/>
      <dgm:spPr/>
    </dgm:pt>
    <dgm:pt modelId="{EAC5877C-1BB9-C84B-82FD-5C0E8B724767}" type="pres">
      <dgm:prSet presAssocID="{41149ABF-F48F-3B4C-89D2-A593A98A3D3E}" presName="horz1" presStyleCnt="0"/>
      <dgm:spPr/>
    </dgm:pt>
    <dgm:pt modelId="{609D7D68-AF63-1548-A5CA-30D0EFC53116}" type="pres">
      <dgm:prSet presAssocID="{41149ABF-F48F-3B4C-89D2-A593A98A3D3E}" presName="tx1" presStyleLbl="revTx" presStyleIdx="1" presStyleCnt="4"/>
      <dgm:spPr/>
    </dgm:pt>
    <dgm:pt modelId="{187A2D34-4ADE-ED4E-9A82-45DC00727CA6}" type="pres">
      <dgm:prSet presAssocID="{41149ABF-F48F-3B4C-89D2-A593A98A3D3E}" presName="vert1" presStyleCnt="0"/>
      <dgm:spPr/>
    </dgm:pt>
    <dgm:pt modelId="{CF63C9CE-A90B-7A49-B5B8-D47B78F5750D}" type="pres">
      <dgm:prSet presAssocID="{679E2AB1-B49A-4094-99DD-71EB6083761A}" presName="thickLine" presStyleLbl="alignNode1" presStyleIdx="2" presStyleCnt="4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2" presStyleCnt="4"/>
      <dgm:spPr/>
    </dgm:pt>
    <dgm:pt modelId="{FD48EE82-5067-7941-9859-DD1EA22220EE}" type="pres">
      <dgm:prSet presAssocID="{679E2AB1-B49A-4094-99DD-71EB6083761A}" presName="vert1" presStyleCnt="0"/>
      <dgm:spPr/>
    </dgm:pt>
    <dgm:pt modelId="{A4690D18-8166-8942-853D-A1CAA5D52188}" type="pres">
      <dgm:prSet presAssocID="{C8BAB649-C0DE-1D4C-8331-BF7240F4F14F}" presName="thickLine" presStyleLbl="alignNode1" presStyleIdx="3" presStyleCnt="4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3" presStyleCnt="4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F1BE0A5E-B72F-F141-954A-EDB6F66676A9}" srcId="{9D59BED0-B555-4168-9845-694AFDE4097C}" destId="{C8BAB649-C0DE-1D4C-8331-BF7240F4F14F}" srcOrd="3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3F6E7495-75FB-DD42-829F-69827B076899}" type="presOf" srcId="{41149ABF-F48F-3B4C-89D2-A593A98A3D3E}" destId="{609D7D68-AF63-1548-A5CA-30D0EFC53116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779C8BB0-FFF2-024B-931D-47B4D610EB6C}" srcId="{9D59BED0-B555-4168-9845-694AFDE4097C}" destId="{41149ABF-F48F-3B4C-89D2-A593A98A3D3E}" srcOrd="1" destOrd="0" parTransId="{5935F966-BC0C-9F4A-8E50-746203C22DAC}" sibTransId="{000EE0D0-0304-FD4B-A778-614D2F2D7B42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E3E7D4E7-FAC0-406F-AA5D-E87790575043}" srcId="{9D59BED0-B555-4168-9845-694AFDE4097C}" destId="{679E2AB1-B49A-4094-99DD-71EB6083761A}" srcOrd="2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AFCBD66A-4830-8341-A5F1-3A76549ADE97}" type="presParOf" srcId="{965A0208-8BDE-B549-9BDD-13CCCC06F4FD}" destId="{B34A32BB-7F89-7D40-841C-D480D4518443}" srcOrd="2" destOrd="0" presId="urn:microsoft.com/office/officeart/2008/layout/LinedList"/>
    <dgm:cxn modelId="{F1CB5C54-7E1F-A44F-8BD9-DCF5EB4FE426}" type="presParOf" srcId="{965A0208-8BDE-B549-9BDD-13CCCC06F4FD}" destId="{EAC5877C-1BB9-C84B-82FD-5C0E8B724767}" srcOrd="3" destOrd="0" presId="urn:microsoft.com/office/officeart/2008/layout/LinedList"/>
    <dgm:cxn modelId="{83575647-D956-6F46-88ED-86C8DB88A1B0}" type="presParOf" srcId="{EAC5877C-1BB9-C84B-82FD-5C0E8B724767}" destId="{609D7D68-AF63-1548-A5CA-30D0EFC53116}" srcOrd="0" destOrd="0" presId="urn:microsoft.com/office/officeart/2008/layout/LinedList"/>
    <dgm:cxn modelId="{DFCE10A2-465B-E948-8ABB-3242B3314F81}" type="presParOf" srcId="{EAC5877C-1BB9-C84B-82FD-5C0E8B724767}" destId="{187A2D34-4ADE-ED4E-9A82-45DC00727CA6}" srcOrd="1" destOrd="0" presId="urn:microsoft.com/office/officeart/2008/layout/LinedList"/>
    <dgm:cxn modelId="{2BAC650F-0505-DB40-80AC-B5BEF3054223}" type="presParOf" srcId="{965A0208-8BDE-B549-9BDD-13CCCC06F4FD}" destId="{CF63C9CE-A90B-7A49-B5B8-D47B78F5750D}" srcOrd="4" destOrd="0" presId="urn:microsoft.com/office/officeart/2008/layout/LinedList"/>
    <dgm:cxn modelId="{D62554C1-BC01-DD40-B75D-8356BEDE7412}" type="presParOf" srcId="{965A0208-8BDE-B549-9BDD-13CCCC06F4FD}" destId="{790C7333-8607-F742-A774-C510A5E421C9}" srcOrd="5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5DE218D2-7000-064C-97F9-9DBBBE74B9D4}" type="presParOf" srcId="{965A0208-8BDE-B549-9BDD-13CCCC06F4FD}" destId="{A4690D18-8166-8942-853D-A1CAA5D52188}" srcOrd="6" destOrd="0" presId="urn:microsoft.com/office/officeart/2008/layout/LinedList"/>
    <dgm:cxn modelId="{2A31D32E-1870-CB4C-AB5C-0B3FA286E6BD}" type="presParOf" srcId="{965A0208-8BDE-B549-9BDD-13CCCC06F4FD}" destId="{85FE6AB9-2891-494D-BAFC-3572F8104177}" srcOrd="7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0" y="0"/>
          <a:ext cx="3208734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 dirty="0"/>
            <a:t>Lecture Week 1 Recap</a:t>
          </a:r>
          <a:endParaRPr lang="en-US" sz="2500" kern="1200" dirty="0"/>
        </a:p>
      </dsp:txBody>
      <dsp:txXfrm>
        <a:off x="0" y="1133511"/>
        <a:ext cx="3208734" cy="1789755"/>
      </dsp:txXfrm>
    </dsp:sp>
    <dsp:sp modelId="{AC296FDF-FC97-9C47-BC24-BED29EB41706}">
      <dsp:nvSpPr>
        <dsp:cNvPr id="0" name=""/>
        <dsp:cNvSpPr/>
      </dsp:nvSpPr>
      <dsp:spPr>
        <a:xfrm>
          <a:off x="1156928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7980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0" y="2982853"/>
          <a:ext cx="32087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210ED-AED3-6541-95CA-24C9AA1E7069}">
      <dsp:nvSpPr>
        <dsp:cNvPr id="0" name=""/>
        <dsp:cNvSpPr/>
      </dsp:nvSpPr>
      <dsp:spPr>
        <a:xfrm>
          <a:off x="3529607" y="0"/>
          <a:ext cx="3208734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Task P1</a:t>
          </a:r>
        </a:p>
      </dsp:txBody>
      <dsp:txXfrm>
        <a:off x="3529607" y="1133511"/>
        <a:ext cx="3208734" cy="1789755"/>
      </dsp:txXfrm>
    </dsp:sp>
    <dsp:sp modelId="{C8A01BAE-D43A-974B-A9CB-0C935D3E75D2}">
      <dsp:nvSpPr>
        <dsp:cNvPr id="0" name=""/>
        <dsp:cNvSpPr/>
      </dsp:nvSpPr>
      <dsp:spPr>
        <a:xfrm>
          <a:off x="4686536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17588" y="429344"/>
        <a:ext cx="632773" cy="632773"/>
      </dsp:txXfrm>
    </dsp:sp>
    <dsp:sp modelId="{04B1907B-B483-2D49-B21E-9A15B6947051}">
      <dsp:nvSpPr>
        <dsp:cNvPr id="0" name=""/>
        <dsp:cNvSpPr/>
      </dsp:nvSpPr>
      <dsp:spPr>
        <a:xfrm>
          <a:off x="3529607" y="2982853"/>
          <a:ext cx="32087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7059215" y="0"/>
          <a:ext cx="3208734" cy="29829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Introduction to Python </a:t>
          </a:r>
        </a:p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- Part 2</a:t>
          </a:r>
        </a:p>
      </dsp:txBody>
      <dsp:txXfrm>
        <a:off x="7059215" y="1133511"/>
        <a:ext cx="3208734" cy="1789755"/>
      </dsp:txXfrm>
    </dsp:sp>
    <dsp:sp modelId="{ADFA3982-9683-C14C-BFA5-3596E3C4775B}">
      <dsp:nvSpPr>
        <dsp:cNvPr id="0" name=""/>
        <dsp:cNvSpPr/>
      </dsp:nvSpPr>
      <dsp:spPr>
        <a:xfrm>
          <a:off x="8216144" y="298292"/>
          <a:ext cx="894877" cy="8948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347196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7059215" y="2982853"/>
          <a:ext cx="32087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0"/>
          <a:ext cx="112340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0"/>
          <a:ext cx="11234057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tutors help you recap the contents of Lecture Week 1</a:t>
          </a:r>
        </a:p>
      </dsp:txBody>
      <dsp:txXfrm>
        <a:off x="0" y="0"/>
        <a:ext cx="11234057" cy="898398"/>
      </dsp:txXfrm>
    </dsp:sp>
    <dsp:sp modelId="{B34A32BB-7F89-7D40-841C-D480D4518443}">
      <dsp:nvSpPr>
        <dsp:cNvPr id="0" name=""/>
        <dsp:cNvSpPr/>
      </dsp:nvSpPr>
      <dsp:spPr>
        <a:xfrm>
          <a:off x="0" y="898398"/>
          <a:ext cx="112340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D7D68-AF63-1548-A5CA-30D0EFC53116}">
      <dsp:nvSpPr>
        <dsp:cNvPr id="0" name=""/>
        <dsp:cNvSpPr/>
      </dsp:nvSpPr>
      <dsp:spPr>
        <a:xfrm>
          <a:off x="0" y="898398"/>
          <a:ext cx="11234057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tutors will help you clarify any questions about the assessment guideline and task P1</a:t>
          </a:r>
        </a:p>
      </dsp:txBody>
      <dsp:txXfrm>
        <a:off x="0" y="898398"/>
        <a:ext cx="11234057" cy="898398"/>
      </dsp:txXfrm>
    </dsp:sp>
    <dsp:sp modelId="{CF63C9CE-A90B-7A49-B5B8-D47B78F5750D}">
      <dsp:nvSpPr>
        <dsp:cNvPr id="0" name=""/>
        <dsp:cNvSpPr/>
      </dsp:nvSpPr>
      <dsp:spPr>
        <a:xfrm>
          <a:off x="0" y="1796796"/>
          <a:ext cx="112340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1796796"/>
          <a:ext cx="11234057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We continue on "Introduction to Python"</a:t>
          </a:r>
        </a:p>
      </dsp:txBody>
      <dsp:txXfrm>
        <a:off x="0" y="1796796"/>
        <a:ext cx="11234057" cy="898398"/>
      </dsp:txXfrm>
    </dsp:sp>
    <dsp:sp modelId="{A4690D18-8166-8942-853D-A1CAA5D52188}">
      <dsp:nvSpPr>
        <dsp:cNvPr id="0" name=""/>
        <dsp:cNvSpPr/>
      </dsp:nvSpPr>
      <dsp:spPr>
        <a:xfrm>
          <a:off x="0" y="2695194"/>
          <a:ext cx="112340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695194"/>
          <a:ext cx="11234057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Let’s begin ...</a:t>
          </a:r>
        </a:p>
      </dsp:txBody>
      <dsp:txXfrm>
        <a:off x="0" y="2695194"/>
        <a:ext cx="11234057" cy="898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OJKAzIH8hA?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" TargetMode="External"/><Relationship Id="rId2" Type="http://schemas.openxmlformats.org/officeDocument/2006/relationships/hyperlink" Target="https://www.programiz.com/python-programming/exampl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2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037535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405194"/>
              </p:ext>
            </p:extLst>
          </p:nvPr>
        </p:nvGraphicFramePr>
        <p:xfrm>
          <a:off x="664029" y="2587752"/>
          <a:ext cx="11234057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443E-7EE0-EF0E-FDDE-50977B08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week 1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C76E4-BFAB-C47C-DAC7-F2F4D4C48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tutor will quickly take you through the examples in lecture 1.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can ask questions if you need further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278293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9E69-2710-6C1F-09D2-6F6A46AD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937128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Task p1 : assessment guideline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4147F-671E-3D07-7D2B-013DD2892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Read the assessment guideline carefully.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Clarify any questions with the tutors.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Sign the assessment guideline (Task P1) and submit it on OnTrack as instructed at the end of the document.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Make sure you have understood how to choose your target grade. Also, note you can change your target grade at any point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following video may help you set a realistic target for yourself in this unit 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677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C377B7-18F1-42AD-A1DD-E1D6A5B27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edia 3" descr="How to tell if a career in Data Analytics is right for you...">
            <a:hlinkClick r:id="" action="ppaction://media"/>
            <a:extLst>
              <a:ext uri="{FF2B5EF4-FFF2-40B4-BE49-F238E27FC236}">
                <a16:creationId xmlns:a16="http://schemas.microsoft.com/office/drawing/2014/main" id="{BA7E2AD0-FD66-95A2-46A9-6890D4FCA0C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65853" y="643467"/>
            <a:ext cx="986029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1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07B7-4CB6-CBC2-F4E0-9CB8B37F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30" y="317814"/>
            <a:ext cx="11018520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Python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56BD5-9625-3973-CD14-F31B17599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2574500"/>
            <a:ext cx="10869930" cy="359359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Please open the attached Notebook in </a:t>
            </a:r>
            <a:r>
              <a:rPr lang="en-US" dirty="0" err="1"/>
              <a:t>Jupyter</a:t>
            </a:r>
            <a:r>
              <a:rPr lang="en-US" dirty="0"/>
              <a:t> Lab and follow the instructions.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28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4D84-61AB-2489-0630-28343E66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E1DA1-BA96-C4B7-9932-4AF595BFE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https://www.programiz.com/python-programming/examples</a:t>
            </a:r>
            <a:endParaRPr lang="en-US" dirty="0"/>
          </a:p>
          <a:p>
            <a:r>
              <a:rPr lang="en-US" dirty="0">
                <a:hlinkClick r:id="rId3"/>
              </a:rPr>
              <a:t>https://www.w3schools.com/python/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746377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210</Words>
  <Application>Microsoft Macintosh PowerPoint</Application>
  <PresentationFormat>Widescreen</PresentationFormat>
  <Paragraphs>30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Franklin Gothic Demi Cond</vt:lpstr>
      <vt:lpstr>Franklin Gothic Medium</vt:lpstr>
      <vt:lpstr>Wingdings</vt:lpstr>
      <vt:lpstr>JuxtaposeVTI</vt:lpstr>
      <vt:lpstr>SIT112 Workshop week 2</vt:lpstr>
      <vt:lpstr>contents</vt:lpstr>
      <vt:lpstr>directions</vt:lpstr>
      <vt:lpstr>Lecture week 1 recap</vt:lpstr>
      <vt:lpstr>Task p1 : assessment guideline</vt:lpstr>
      <vt:lpstr>PowerPoint Presentation</vt:lpstr>
      <vt:lpstr>Introduction to Python – Part 2</vt:lpstr>
      <vt:lpstr>Learn more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88</cp:revision>
  <dcterms:created xsi:type="dcterms:W3CDTF">2023-02-25T06:26:09Z</dcterms:created>
  <dcterms:modified xsi:type="dcterms:W3CDTF">2024-01-28T10:46:43Z</dcterms:modified>
</cp:coreProperties>
</file>