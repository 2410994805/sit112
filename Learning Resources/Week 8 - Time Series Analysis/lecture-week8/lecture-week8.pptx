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2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52"/>
  </p:notesMasterIdLst>
  <p:sldIdLst>
    <p:sldId id="256" r:id="rId2"/>
    <p:sldId id="339" r:id="rId3"/>
    <p:sldId id="375" r:id="rId4"/>
    <p:sldId id="670" r:id="rId5"/>
    <p:sldId id="710" r:id="rId6"/>
    <p:sldId id="712" r:id="rId7"/>
    <p:sldId id="720" r:id="rId8"/>
    <p:sldId id="671" r:id="rId9"/>
    <p:sldId id="722" r:id="rId10"/>
    <p:sldId id="677" r:id="rId11"/>
    <p:sldId id="672" r:id="rId12"/>
    <p:sldId id="673" r:id="rId13"/>
    <p:sldId id="666" r:id="rId14"/>
    <p:sldId id="719" r:id="rId15"/>
    <p:sldId id="718" r:id="rId16"/>
    <p:sldId id="674" r:id="rId17"/>
    <p:sldId id="723" r:id="rId18"/>
    <p:sldId id="684" r:id="rId19"/>
    <p:sldId id="675" r:id="rId20"/>
    <p:sldId id="682" r:id="rId21"/>
    <p:sldId id="708" r:id="rId22"/>
    <p:sldId id="709" r:id="rId23"/>
    <p:sldId id="667" r:id="rId24"/>
    <p:sldId id="694" r:id="rId25"/>
    <p:sldId id="687" r:id="rId26"/>
    <p:sldId id="685" r:id="rId27"/>
    <p:sldId id="688" r:id="rId28"/>
    <p:sldId id="689" r:id="rId29"/>
    <p:sldId id="488" r:id="rId30"/>
    <p:sldId id="690" r:id="rId31"/>
    <p:sldId id="692" r:id="rId32"/>
    <p:sldId id="691" r:id="rId33"/>
    <p:sldId id="695" r:id="rId34"/>
    <p:sldId id="686" r:id="rId35"/>
    <p:sldId id="696" r:id="rId36"/>
    <p:sldId id="697" r:id="rId37"/>
    <p:sldId id="668" r:id="rId38"/>
    <p:sldId id="724" r:id="rId39"/>
    <p:sldId id="699" r:id="rId40"/>
    <p:sldId id="701" r:id="rId41"/>
    <p:sldId id="669" r:id="rId42"/>
    <p:sldId id="726" r:id="rId43"/>
    <p:sldId id="725" r:id="rId44"/>
    <p:sldId id="704" r:id="rId45"/>
    <p:sldId id="705" r:id="rId46"/>
    <p:sldId id="706" r:id="rId47"/>
    <p:sldId id="707" r:id="rId48"/>
    <p:sldId id="702" r:id="rId49"/>
    <p:sldId id="340" r:id="rId50"/>
    <p:sldId id="34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DCD"/>
    <a:srgbClr val="8EFA00"/>
    <a:srgbClr val="FFB5B3"/>
    <a:srgbClr val="FFFD78"/>
    <a:srgbClr val="D5FC79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213BE3-5547-4109-94EF-5085E7FEB7C7}" v="1" dt="2026-08-30T12:17:21.668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1"/>
    <p:restoredTop sz="68411" autoAdjust="0"/>
  </p:normalViewPr>
  <p:slideViewPr>
    <p:cSldViewPr snapToGrid="0">
      <p:cViewPr varScale="1">
        <p:scale>
          <a:sx n="105" d="100"/>
          <a:sy n="105" d="100"/>
        </p:scale>
        <p:origin x="64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delSld modSld sldOrd">
      <pc:chgData name="Fatima Ansarizadeh" userId="2e2f4077-aba0-49c7-b26f-c647714fbdc0" providerId="ADAL" clId="{4AF819A5-1A07-4075-8C4E-D726B4CE70A1}" dt="2026-08-30T12:48:55.961" v="1271" actId="1076"/>
      <pc:docMkLst>
        <pc:docMk/>
      </pc:docMkLst>
      <pc:sldChg chg="modSp mod">
        <pc:chgData name="Fatima Ansarizadeh" userId="2e2f4077-aba0-49c7-b26f-c647714fbdc0" providerId="ADAL" clId="{4AF819A5-1A07-4075-8C4E-D726B4CE70A1}" dt="2026-08-10T03:14:03.291" v="47" actId="20577"/>
        <pc:sldMkLst>
          <pc:docMk/>
          <pc:sldMk cId="1332387644" sldId="256"/>
        </pc:sldMkLst>
        <pc:spChg chg="mod">
          <ac:chgData name="Fatima Ansarizadeh" userId="2e2f4077-aba0-49c7-b26f-c647714fbdc0" providerId="ADAL" clId="{4AF819A5-1A07-4075-8C4E-D726B4CE70A1}" dt="2026-08-10T03:14:03.291" v="47" actId="20577"/>
          <ac:spMkLst>
            <pc:docMk/>
            <pc:sldMk cId="1332387644" sldId="256"/>
            <ac:spMk id="6" creationId="{60EB6CD3-1079-C315-AFA6-5381F1AB7B61}"/>
          </ac:spMkLst>
        </pc:spChg>
      </pc:sldChg>
      <pc:sldChg chg="modSp mod">
        <pc:chgData name="Fatima Ansarizadeh" userId="2e2f4077-aba0-49c7-b26f-c647714fbdc0" providerId="ADAL" clId="{4AF819A5-1A07-4075-8C4E-D726B4CE70A1}" dt="2026-08-27T01:52:20.229" v="934" actId="13926"/>
        <pc:sldMkLst>
          <pc:docMk/>
          <pc:sldMk cId="3931624780" sldId="339"/>
        </pc:sldMkLst>
        <pc:spChg chg="mod">
          <ac:chgData name="Fatima Ansarizadeh" userId="2e2f4077-aba0-49c7-b26f-c647714fbdc0" providerId="ADAL" clId="{4AF819A5-1A07-4075-8C4E-D726B4CE70A1}" dt="2026-08-27T01:52:20.229" v="934" actId="13926"/>
          <ac:spMkLst>
            <pc:docMk/>
            <pc:sldMk cId="3931624780" sldId="339"/>
            <ac:spMk id="3" creationId="{35A7EBEF-C5EF-C27F-584B-2C710C594F8F}"/>
          </ac:spMkLst>
        </pc:spChg>
      </pc:sldChg>
      <pc:sldChg chg="modSp mod ord">
        <pc:chgData name="Fatima Ansarizadeh" userId="2e2f4077-aba0-49c7-b26f-c647714fbdc0" providerId="ADAL" clId="{4AF819A5-1A07-4075-8C4E-D726B4CE70A1}" dt="2026-08-24T09:56:47.321" v="404" actId="1076"/>
        <pc:sldMkLst>
          <pc:docMk/>
          <pc:sldMk cId="1754260743" sldId="666"/>
        </pc:sldMkLst>
        <pc:picChg chg="mod">
          <ac:chgData name="Fatima Ansarizadeh" userId="2e2f4077-aba0-49c7-b26f-c647714fbdc0" providerId="ADAL" clId="{4AF819A5-1A07-4075-8C4E-D726B4CE70A1}" dt="2026-08-24T09:56:47.321" v="404" actId="1076"/>
          <ac:picMkLst>
            <pc:docMk/>
            <pc:sldMk cId="1754260743" sldId="666"/>
            <ac:picMk id="5" creationId="{F87B63FE-3AC2-C03F-5C84-376CF2BBC77A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7T02:01:03.373" v="980" actId="1076"/>
        <pc:sldMkLst>
          <pc:docMk/>
          <pc:sldMk cId="2571282415" sldId="670"/>
        </pc:sldMkLst>
        <pc:spChg chg="mod">
          <ac:chgData name="Fatima Ansarizadeh" userId="2e2f4077-aba0-49c7-b26f-c647714fbdc0" providerId="ADAL" clId="{4AF819A5-1A07-4075-8C4E-D726B4CE70A1}" dt="2026-08-27T02:01:03.373" v="980" actId="1076"/>
          <ac:spMkLst>
            <pc:docMk/>
            <pc:sldMk cId="2571282415" sldId="670"/>
            <ac:spMk id="3" creationId="{9D18E0F6-1494-8C01-4E36-C16FC0A02DD5}"/>
          </ac:spMkLst>
        </pc:spChg>
        <pc:spChg chg="add mod">
          <ac:chgData name="Fatima Ansarizadeh" userId="2e2f4077-aba0-49c7-b26f-c647714fbdc0" providerId="ADAL" clId="{4AF819A5-1A07-4075-8C4E-D726B4CE70A1}" dt="2026-08-27T02:00:49.985" v="978" actId="13926"/>
          <ac:spMkLst>
            <pc:docMk/>
            <pc:sldMk cId="2571282415" sldId="670"/>
            <ac:spMk id="4" creationId="{F4FA292D-1231-6537-C0AE-F8BCF1841B73}"/>
          </ac:spMkLst>
        </pc:spChg>
        <pc:picChg chg="mod">
          <ac:chgData name="Fatima Ansarizadeh" userId="2e2f4077-aba0-49c7-b26f-c647714fbdc0" providerId="ADAL" clId="{4AF819A5-1A07-4075-8C4E-D726B4CE70A1}" dt="2026-08-24T08:54:51.878" v="72" actId="1076"/>
          <ac:picMkLst>
            <pc:docMk/>
            <pc:sldMk cId="2571282415" sldId="670"/>
            <ac:picMk id="1032" creationId="{BBB884CB-C212-276E-E6EF-DDAEACA8AEAC}"/>
          </ac:picMkLst>
        </pc:picChg>
      </pc:sldChg>
      <pc:sldChg chg="ord">
        <pc:chgData name="Fatima Ansarizadeh" userId="2e2f4077-aba0-49c7-b26f-c647714fbdc0" providerId="ADAL" clId="{4AF819A5-1A07-4075-8C4E-D726B4CE70A1}" dt="2026-08-24T09:55:32.542" v="369"/>
        <pc:sldMkLst>
          <pc:docMk/>
          <pc:sldMk cId="3069777675" sldId="672"/>
        </pc:sldMkLst>
      </pc:sldChg>
      <pc:sldChg chg="addSp delSp modSp mod ord">
        <pc:chgData name="Fatima Ansarizadeh" userId="2e2f4077-aba0-49c7-b26f-c647714fbdc0" providerId="ADAL" clId="{4AF819A5-1A07-4075-8C4E-D726B4CE70A1}" dt="2026-08-24T10:49:21.615" v="452" actId="1076"/>
        <pc:sldMkLst>
          <pc:docMk/>
          <pc:sldMk cId="426420575" sldId="673"/>
        </pc:sldMkLst>
        <pc:picChg chg="add mod">
          <ac:chgData name="Fatima Ansarizadeh" userId="2e2f4077-aba0-49c7-b26f-c647714fbdc0" providerId="ADAL" clId="{4AF819A5-1A07-4075-8C4E-D726B4CE70A1}" dt="2026-08-24T10:49:21.615" v="452" actId="1076"/>
          <ac:picMkLst>
            <pc:docMk/>
            <pc:sldMk cId="426420575" sldId="673"/>
            <ac:picMk id="4" creationId="{050C17E5-918F-95C7-589B-47CBB15B5ED1}"/>
          </ac:picMkLst>
        </pc:picChg>
      </pc:sldChg>
      <pc:sldChg chg="modNotesTx">
        <pc:chgData name="Fatima Ansarizadeh" userId="2e2f4077-aba0-49c7-b26f-c647714fbdc0" providerId="ADAL" clId="{4AF819A5-1A07-4075-8C4E-D726B4CE70A1}" dt="2026-08-25T11:53:28.998" v="657" actId="20577"/>
        <pc:sldMkLst>
          <pc:docMk/>
          <pc:sldMk cId="2534634137" sldId="674"/>
        </pc:sldMkLst>
      </pc:sldChg>
      <pc:sldChg chg="addSp modSp mod">
        <pc:chgData name="Fatima Ansarizadeh" userId="2e2f4077-aba0-49c7-b26f-c647714fbdc0" providerId="ADAL" clId="{4AF819A5-1A07-4075-8C4E-D726B4CE70A1}" dt="2026-08-27T22:54:22.189" v="1035" actId="1076"/>
        <pc:sldMkLst>
          <pc:docMk/>
          <pc:sldMk cId="682511164" sldId="675"/>
        </pc:sldMkLst>
        <pc:spChg chg="add mod">
          <ac:chgData name="Fatima Ansarizadeh" userId="2e2f4077-aba0-49c7-b26f-c647714fbdc0" providerId="ADAL" clId="{4AF819A5-1A07-4075-8C4E-D726B4CE70A1}" dt="2026-08-27T22:54:22.189" v="1035" actId="1076"/>
          <ac:spMkLst>
            <pc:docMk/>
            <pc:sldMk cId="682511164" sldId="675"/>
            <ac:spMk id="4" creationId="{4CBAA6A2-F64A-A455-F2B8-E0073513037A}"/>
          </ac:spMkLst>
        </pc:spChg>
        <pc:picChg chg="mod">
          <ac:chgData name="Fatima Ansarizadeh" userId="2e2f4077-aba0-49c7-b26f-c647714fbdc0" providerId="ADAL" clId="{4AF819A5-1A07-4075-8C4E-D726B4CE70A1}" dt="2026-08-27T22:52:57.071" v="1034" actId="1076"/>
          <ac:picMkLst>
            <pc:docMk/>
            <pc:sldMk cId="682511164" sldId="675"/>
            <ac:picMk id="5" creationId="{1C9BD77C-1B1B-FE12-5BD7-91556BAF3185}"/>
          </ac:picMkLst>
        </pc:picChg>
      </pc:sldChg>
      <pc:sldChg chg="addSp modSp mod ord modNotesTx">
        <pc:chgData name="Fatima Ansarizadeh" userId="2e2f4077-aba0-49c7-b26f-c647714fbdc0" providerId="ADAL" clId="{4AF819A5-1A07-4075-8C4E-D726B4CE70A1}" dt="2026-08-27T12:39:17.913" v="997" actId="20577"/>
        <pc:sldMkLst>
          <pc:docMk/>
          <pc:sldMk cId="3446083579" sldId="677"/>
        </pc:sldMkLst>
        <pc:spChg chg="mod">
          <ac:chgData name="Fatima Ansarizadeh" userId="2e2f4077-aba0-49c7-b26f-c647714fbdc0" providerId="ADAL" clId="{4AF819A5-1A07-4075-8C4E-D726B4CE70A1}" dt="2026-08-24T09:35:13.196" v="320" actId="20577"/>
          <ac:spMkLst>
            <pc:docMk/>
            <pc:sldMk cId="3446083579" sldId="677"/>
            <ac:spMk id="2" creationId="{32D842DF-EE8D-F775-EAFE-D511BB997943}"/>
          </ac:spMkLst>
        </pc:spChg>
        <pc:spChg chg="add mod">
          <ac:chgData name="Fatima Ansarizadeh" userId="2e2f4077-aba0-49c7-b26f-c647714fbdc0" providerId="ADAL" clId="{4AF819A5-1A07-4075-8C4E-D726B4CE70A1}" dt="2026-08-24T10:05:42.567" v="439" actId="1076"/>
          <ac:spMkLst>
            <pc:docMk/>
            <pc:sldMk cId="3446083579" sldId="677"/>
            <ac:spMk id="3" creationId="{C48B3481-DE99-202F-532D-1C6406F84B40}"/>
          </ac:spMkLst>
        </pc:spChg>
        <pc:graphicFrameChg chg="mod modGraphic">
          <ac:chgData name="Fatima Ansarizadeh" userId="2e2f4077-aba0-49c7-b26f-c647714fbdc0" providerId="ADAL" clId="{4AF819A5-1A07-4075-8C4E-D726B4CE70A1}" dt="2026-08-27T03:22:53.414" v="993" actId="113"/>
          <ac:graphicFrameMkLst>
            <pc:docMk/>
            <pc:sldMk cId="3446083579" sldId="677"/>
            <ac:graphicFrameMk id="5" creationId="{F998681E-B530-D411-1602-46BD77FC5780}"/>
          </ac:graphicFrameMkLst>
        </pc:graphicFrameChg>
        <pc:graphicFrameChg chg="add mod modGraphic">
          <ac:chgData name="Fatima Ansarizadeh" userId="2e2f4077-aba0-49c7-b26f-c647714fbdc0" providerId="ADAL" clId="{4AF819A5-1A07-4075-8C4E-D726B4CE70A1}" dt="2026-08-27T12:39:17.913" v="997" actId="20577"/>
          <ac:graphicFrameMkLst>
            <pc:docMk/>
            <pc:sldMk cId="3446083579" sldId="677"/>
            <ac:graphicFrameMk id="6" creationId="{5FAF3641-7FA8-43F1-578E-D5B23BD619E6}"/>
          </ac:graphicFrameMkLst>
        </pc:graphicFrameChg>
        <pc:graphicFrameChg chg="mod modGraphic">
          <ac:chgData name="Fatima Ansarizadeh" userId="2e2f4077-aba0-49c7-b26f-c647714fbdc0" providerId="ADAL" clId="{4AF819A5-1A07-4075-8C4E-D726B4CE70A1}" dt="2026-08-24T10:05:38.568" v="438" actId="1076"/>
          <ac:graphicFrameMkLst>
            <pc:docMk/>
            <pc:sldMk cId="3446083579" sldId="677"/>
            <ac:graphicFrameMk id="7" creationId="{EB7C7278-DA52-DC79-227C-794654C28240}"/>
          </ac:graphicFrameMkLst>
        </pc:graphicFrameChg>
      </pc:sldChg>
      <pc:sldChg chg="modNotesTx">
        <pc:chgData name="Fatima Ansarizadeh" userId="2e2f4077-aba0-49c7-b26f-c647714fbdc0" providerId="ADAL" clId="{4AF819A5-1A07-4075-8C4E-D726B4CE70A1}" dt="2026-08-30T11:33:37.681" v="1043" actId="113"/>
        <pc:sldMkLst>
          <pc:docMk/>
          <pc:sldMk cId="1256882539" sldId="682"/>
        </pc:sldMkLst>
      </pc:sldChg>
      <pc:sldChg chg="modSp mod">
        <pc:chgData name="Fatima Ansarizadeh" userId="2e2f4077-aba0-49c7-b26f-c647714fbdc0" providerId="ADAL" clId="{4AF819A5-1A07-4075-8C4E-D726B4CE70A1}" dt="2026-08-30T10:48:43.697" v="1042" actId="113"/>
        <pc:sldMkLst>
          <pc:docMk/>
          <pc:sldMk cId="2883132814" sldId="684"/>
        </pc:sldMkLst>
        <pc:spChg chg="mod">
          <ac:chgData name="Fatima Ansarizadeh" userId="2e2f4077-aba0-49c7-b26f-c647714fbdc0" providerId="ADAL" clId="{4AF819A5-1A07-4075-8C4E-D726B4CE70A1}" dt="2026-08-30T10:48:43.697" v="1042" actId="113"/>
          <ac:spMkLst>
            <pc:docMk/>
            <pc:sldMk cId="2883132814" sldId="684"/>
            <ac:spMk id="3" creationId="{BA0A89E4-C98B-039F-02AD-D6CBBBA0370E}"/>
          </ac:spMkLst>
        </pc:spChg>
      </pc:sldChg>
      <pc:sldChg chg="addSp delSp modSp mod modNotesTx">
        <pc:chgData name="Fatima Ansarizadeh" userId="2e2f4077-aba0-49c7-b26f-c647714fbdc0" providerId="ADAL" clId="{4AF819A5-1A07-4075-8C4E-D726B4CE70A1}" dt="2026-08-30T12:16:45.787" v="1084" actId="1076"/>
        <pc:sldMkLst>
          <pc:docMk/>
          <pc:sldMk cId="1932196181" sldId="685"/>
        </pc:sldMkLst>
        <pc:spChg chg="mod">
          <ac:chgData name="Fatima Ansarizadeh" userId="2e2f4077-aba0-49c7-b26f-c647714fbdc0" providerId="ADAL" clId="{4AF819A5-1A07-4075-8C4E-D726B4CE70A1}" dt="2026-08-25T05:23:11.598" v="550" actId="1076"/>
          <ac:spMkLst>
            <pc:docMk/>
            <pc:sldMk cId="1932196181" sldId="685"/>
            <ac:spMk id="7" creationId="{422E2601-A5B9-2A36-7D38-F2D4B73D9221}"/>
          </ac:spMkLst>
        </pc:spChg>
        <pc:picChg chg="del mod">
          <ac:chgData name="Fatima Ansarizadeh" userId="2e2f4077-aba0-49c7-b26f-c647714fbdc0" providerId="ADAL" clId="{4AF819A5-1A07-4075-8C4E-D726B4CE70A1}" dt="2026-08-30T12:16:21.834" v="1076" actId="478"/>
          <ac:picMkLst>
            <pc:docMk/>
            <pc:sldMk cId="1932196181" sldId="685"/>
            <ac:picMk id="4" creationId="{4B3CCA7D-F101-EF80-9BF1-C16B926DAB00}"/>
          </ac:picMkLst>
        </pc:picChg>
        <pc:picChg chg="add mod">
          <ac:chgData name="Fatima Ansarizadeh" userId="2e2f4077-aba0-49c7-b26f-c647714fbdc0" providerId="ADAL" clId="{4AF819A5-1A07-4075-8C4E-D726B4CE70A1}" dt="2026-08-30T12:16:31.635" v="1081" actId="1076"/>
          <ac:picMkLst>
            <pc:docMk/>
            <pc:sldMk cId="1932196181" sldId="685"/>
            <ac:picMk id="8" creationId="{799CF42A-68BA-82D1-AC14-0884CA3D9B98}"/>
          </ac:picMkLst>
        </pc:picChg>
        <pc:inkChg chg="add">
          <ac:chgData name="Fatima Ansarizadeh" userId="2e2f4077-aba0-49c7-b26f-c647714fbdc0" providerId="ADAL" clId="{4AF819A5-1A07-4075-8C4E-D726B4CE70A1}" dt="2026-08-25T12:21:50.825" v="736" actId="9405"/>
          <ac:inkMkLst>
            <pc:docMk/>
            <pc:sldMk cId="1932196181" sldId="685"/>
            <ac:inkMk id="3" creationId="{4B3BCA8C-E510-E29C-B936-B41304896D98}"/>
          </ac:inkMkLst>
        </pc:inkChg>
        <pc:cxnChg chg="mod ord">
          <ac:chgData name="Fatima Ansarizadeh" userId="2e2f4077-aba0-49c7-b26f-c647714fbdc0" providerId="ADAL" clId="{4AF819A5-1A07-4075-8C4E-D726B4CE70A1}" dt="2026-08-30T12:16:45.787" v="1084" actId="1076"/>
          <ac:cxnSpMkLst>
            <pc:docMk/>
            <pc:sldMk cId="1932196181" sldId="685"/>
            <ac:cxnSpMk id="6" creationId="{FAD645B1-5DA1-976A-079A-522E2A136968}"/>
          </ac:cxnSpMkLst>
        </pc:cxnChg>
      </pc:sldChg>
      <pc:sldChg chg="addSp delSp modSp mod">
        <pc:chgData name="Fatima Ansarizadeh" userId="2e2f4077-aba0-49c7-b26f-c647714fbdc0" providerId="ADAL" clId="{4AF819A5-1A07-4075-8C4E-D726B4CE70A1}" dt="2026-08-30T12:37:16.217" v="1181" actId="1076"/>
        <pc:sldMkLst>
          <pc:docMk/>
          <pc:sldMk cId="793634518" sldId="686"/>
        </pc:sldMkLst>
        <pc:spChg chg="mod ord">
          <ac:chgData name="Fatima Ansarizadeh" userId="2e2f4077-aba0-49c7-b26f-c647714fbdc0" providerId="ADAL" clId="{4AF819A5-1A07-4075-8C4E-D726B4CE70A1}" dt="2026-08-30T12:37:05.896" v="1179" actId="166"/>
          <ac:spMkLst>
            <pc:docMk/>
            <pc:sldMk cId="793634518" sldId="686"/>
            <ac:spMk id="6" creationId="{78A10CA7-37E7-FB5E-CD14-B2DC98D8FD39}"/>
          </ac:spMkLst>
        </pc:spChg>
        <pc:spChg chg="mod ord">
          <ac:chgData name="Fatima Ansarizadeh" userId="2e2f4077-aba0-49c7-b26f-c647714fbdc0" providerId="ADAL" clId="{4AF819A5-1A07-4075-8C4E-D726B4CE70A1}" dt="2026-08-30T12:37:03.351" v="1178" actId="166"/>
          <ac:spMkLst>
            <pc:docMk/>
            <pc:sldMk cId="793634518" sldId="686"/>
            <ac:spMk id="7" creationId="{0A3D024A-865B-86DE-1AF6-822EE42B1A5A}"/>
          </ac:spMkLst>
        </pc:spChg>
        <pc:picChg chg="del mod">
          <ac:chgData name="Fatima Ansarizadeh" userId="2e2f4077-aba0-49c7-b26f-c647714fbdc0" providerId="ADAL" clId="{4AF819A5-1A07-4075-8C4E-D726B4CE70A1}" dt="2026-08-30T12:36:51.994" v="1175" actId="478"/>
          <ac:picMkLst>
            <pc:docMk/>
            <pc:sldMk cId="793634518" sldId="686"/>
            <ac:picMk id="3" creationId="{02DC9723-598F-1910-3591-F1D390BF5A2A}"/>
          </ac:picMkLst>
        </pc:picChg>
        <pc:picChg chg="add mod">
          <ac:chgData name="Fatima Ansarizadeh" userId="2e2f4077-aba0-49c7-b26f-c647714fbdc0" providerId="ADAL" clId="{4AF819A5-1A07-4075-8C4E-D726B4CE70A1}" dt="2026-08-30T12:37:16.217" v="1181" actId="1076"/>
          <ac:picMkLst>
            <pc:docMk/>
            <pc:sldMk cId="793634518" sldId="686"/>
            <ac:picMk id="5" creationId="{FBFF151A-6282-DCCA-5110-7FB4DE76388C}"/>
          </ac:picMkLst>
        </pc:picChg>
      </pc:sldChg>
      <pc:sldChg chg="modSp mod">
        <pc:chgData name="Fatima Ansarizadeh" userId="2e2f4077-aba0-49c7-b26f-c647714fbdc0" providerId="ADAL" clId="{4AF819A5-1A07-4075-8C4E-D726B4CE70A1}" dt="2026-08-30T11:40:12.977" v="1056" actId="113"/>
        <pc:sldMkLst>
          <pc:docMk/>
          <pc:sldMk cId="3446537241" sldId="687"/>
        </pc:sldMkLst>
        <pc:spChg chg="mod">
          <ac:chgData name="Fatima Ansarizadeh" userId="2e2f4077-aba0-49c7-b26f-c647714fbdc0" providerId="ADAL" clId="{4AF819A5-1A07-4075-8C4E-D726B4CE70A1}" dt="2026-08-30T11:40:12.977" v="1056" actId="113"/>
          <ac:spMkLst>
            <pc:docMk/>
            <pc:sldMk cId="3446537241" sldId="687"/>
            <ac:spMk id="3" creationId="{BD21AD9F-C3A8-8638-F447-FB016C003F20}"/>
          </ac:spMkLst>
        </pc:spChg>
        <pc:picChg chg="mod">
          <ac:chgData name="Fatima Ansarizadeh" userId="2e2f4077-aba0-49c7-b26f-c647714fbdc0" providerId="ADAL" clId="{4AF819A5-1A07-4075-8C4E-D726B4CE70A1}" dt="2026-08-25T05:21:32.341" v="544" actId="1076"/>
          <ac:picMkLst>
            <pc:docMk/>
            <pc:sldMk cId="3446537241" sldId="687"/>
            <ac:picMk id="4" creationId="{13555739-2A70-2439-4DE1-20AB66032A3E}"/>
          </ac:picMkLst>
        </pc:picChg>
        <pc:picChg chg="mod">
          <ac:chgData name="Fatima Ansarizadeh" userId="2e2f4077-aba0-49c7-b26f-c647714fbdc0" providerId="ADAL" clId="{4AF819A5-1A07-4075-8C4E-D726B4CE70A1}" dt="2026-08-25T05:21:35.295" v="545" actId="1076"/>
          <ac:picMkLst>
            <pc:docMk/>
            <pc:sldMk cId="3446537241" sldId="687"/>
            <ac:picMk id="6" creationId="{174193C1-BCE3-DE69-9A54-B87516FF8C25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30T12:32:29.532" v="1167" actId="1076"/>
        <pc:sldMkLst>
          <pc:docMk/>
          <pc:sldMk cId="4126487800" sldId="688"/>
        </pc:sldMkLst>
        <pc:picChg chg="add mod">
          <ac:chgData name="Fatima Ansarizadeh" userId="2e2f4077-aba0-49c7-b26f-c647714fbdc0" providerId="ADAL" clId="{4AF819A5-1A07-4075-8C4E-D726B4CE70A1}" dt="2026-08-30T12:32:29.532" v="1167" actId="1076"/>
          <ac:picMkLst>
            <pc:docMk/>
            <pc:sldMk cId="4126487800" sldId="688"/>
            <ac:picMk id="4" creationId="{08C4330C-498D-6E0A-2A4A-BAE32BAEE7AA}"/>
          </ac:picMkLst>
        </pc:picChg>
        <pc:picChg chg="del">
          <ac:chgData name="Fatima Ansarizadeh" userId="2e2f4077-aba0-49c7-b26f-c647714fbdc0" providerId="ADAL" clId="{4AF819A5-1A07-4075-8C4E-D726B4CE70A1}" dt="2026-08-30T12:32:18.274" v="1161" actId="478"/>
          <ac:picMkLst>
            <pc:docMk/>
            <pc:sldMk cId="4126487800" sldId="688"/>
            <ac:picMk id="6" creationId="{626F9915-568F-B2E9-FCEB-A544BE0284CB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30T12:33:19.271" v="1174" actId="1076"/>
        <pc:sldMkLst>
          <pc:docMk/>
          <pc:sldMk cId="186616049" sldId="689"/>
        </pc:sldMkLst>
        <pc:spChg chg="add mod">
          <ac:chgData name="Fatima Ansarizadeh" userId="2e2f4077-aba0-49c7-b26f-c647714fbdc0" providerId="ADAL" clId="{4AF819A5-1A07-4075-8C4E-D726B4CE70A1}" dt="2026-08-30T12:17:54.855" v="1159" actId="20577"/>
          <ac:spMkLst>
            <pc:docMk/>
            <pc:sldMk cId="186616049" sldId="689"/>
            <ac:spMk id="5" creationId="{D53A7806-55F1-6DD0-1251-61FD32B069AB}"/>
          </ac:spMkLst>
        </pc:spChg>
        <pc:spChg chg="ord">
          <ac:chgData name="Fatima Ansarizadeh" userId="2e2f4077-aba0-49c7-b26f-c647714fbdc0" providerId="ADAL" clId="{4AF819A5-1A07-4075-8C4E-D726B4CE70A1}" dt="2026-08-30T12:32:56.606" v="1171" actId="166"/>
          <ac:spMkLst>
            <pc:docMk/>
            <pc:sldMk cId="186616049" sldId="689"/>
            <ac:spMk id="14" creationId="{B6ECFD51-54A4-D9AF-CE85-F11EC85090DB}"/>
          </ac:spMkLst>
        </pc:spChg>
        <pc:spChg chg="ord">
          <ac:chgData name="Fatima Ansarizadeh" userId="2e2f4077-aba0-49c7-b26f-c647714fbdc0" providerId="ADAL" clId="{4AF819A5-1A07-4075-8C4E-D726B4CE70A1}" dt="2026-08-30T12:32:59.122" v="1172" actId="166"/>
          <ac:spMkLst>
            <pc:docMk/>
            <pc:sldMk cId="186616049" sldId="689"/>
            <ac:spMk id="18" creationId="{BA03E29A-935B-68F0-F3D3-EA6EFA52BB6F}"/>
          </ac:spMkLst>
        </pc:spChg>
        <pc:picChg chg="add mod">
          <ac:chgData name="Fatima Ansarizadeh" userId="2e2f4077-aba0-49c7-b26f-c647714fbdc0" providerId="ADAL" clId="{4AF819A5-1A07-4075-8C4E-D726B4CE70A1}" dt="2026-08-30T11:59:38.645" v="1059" actId="1076"/>
          <ac:picMkLst>
            <pc:docMk/>
            <pc:sldMk cId="186616049" sldId="689"/>
            <ac:picMk id="4" creationId="{B92CEFFD-DB5B-C1A1-DDB2-05292D2C2CF8}"/>
          </ac:picMkLst>
        </pc:picChg>
        <pc:picChg chg="add mod">
          <ac:chgData name="Fatima Ansarizadeh" userId="2e2f4077-aba0-49c7-b26f-c647714fbdc0" providerId="ADAL" clId="{4AF819A5-1A07-4075-8C4E-D726B4CE70A1}" dt="2026-08-30T12:33:19.271" v="1174" actId="1076"/>
          <ac:picMkLst>
            <pc:docMk/>
            <pc:sldMk cId="186616049" sldId="689"/>
            <ac:picMk id="10" creationId="{DF9B2C08-1E86-9959-F9C9-C0E5B8425771}"/>
          </ac:picMkLst>
        </pc:picChg>
        <pc:picChg chg="del mod">
          <ac:chgData name="Fatima Ansarizadeh" userId="2e2f4077-aba0-49c7-b26f-c647714fbdc0" providerId="ADAL" clId="{4AF819A5-1A07-4075-8C4E-D726B4CE70A1}" dt="2026-08-30T12:32:49.080" v="1168" actId="478"/>
          <ac:picMkLst>
            <pc:docMk/>
            <pc:sldMk cId="186616049" sldId="689"/>
            <ac:picMk id="12" creationId="{11CE5843-3118-FF84-77F3-266C4FCFCF34}"/>
          </ac:picMkLst>
        </pc:picChg>
      </pc:sldChg>
      <pc:sldChg chg="modSp mod">
        <pc:chgData name="Fatima Ansarizadeh" userId="2e2f4077-aba0-49c7-b26f-c647714fbdc0" providerId="ADAL" clId="{4AF819A5-1A07-4075-8C4E-D726B4CE70A1}" dt="2026-08-30T12:01:34.577" v="1074" actId="113"/>
        <pc:sldMkLst>
          <pc:docMk/>
          <pc:sldMk cId="18443559" sldId="690"/>
        </pc:sldMkLst>
        <pc:spChg chg="mod">
          <ac:chgData name="Fatima Ansarizadeh" userId="2e2f4077-aba0-49c7-b26f-c647714fbdc0" providerId="ADAL" clId="{4AF819A5-1A07-4075-8C4E-D726B4CE70A1}" dt="2026-08-30T12:01:34.577" v="1074" actId="113"/>
          <ac:spMkLst>
            <pc:docMk/>
            <pc:sldMk cId="18443559" sldId="690"/>
            <ac:spMk id="6" creationId="{C9C0A861-0F49-9FE3-3E7E-1F82D5ED2EB5}"/>
          </ac:spMkLst>
        </pc:spChg>
      </pc:sldChg>
      <pc:sldChg chg="addSp delSp mod">
        <pc:chgData name="Fatima Ansarizadeh" userId="2e2f4077-aba0-49c7-b26f-c647714fbdc0" providerId="ADAL" clId="{4AF819A5-1A07-4075-8C4E-D726B4CE70A1}" dt="2026-08-25T12:22:52.792" v="738" actId="9405"/>
        <pc:sldMkLst>
          <pc:docMk/>
          <pc:sldMk cId="3710632893" sldId="692"/>
        </pc:sldMkLst>
      </pc:sldChg>
      <pc:sldChg chg="modSp mod modNotesTx">
        <pc:chgData name="Fatima Ansarizadeh" userId="2e2f4077-aba0-49c7-b26f-c647714fbdc0" providerId="ADAL" clId="{4AF819A5-1A07-4075-8C4E-D726B4CE70A1}" dt="2026-08-30T11:34:46.388" v="1050" actId="27636"/>
        <pc:sldMkLst>
          <pc:docMk/>
          <pc:sldMk cId="1295036115" sldId="694"/>
        </pc:sldMkLst>
        <pc:spChg chg="mod">
          <ac:chgData name="Fatima Ansarizadeh" userId="2e2f4077-aba0-49c7-b26f-c647714fbdc0" providerId="ADAL" clId="{4AF819A5-1A07-4075-8C4E-D726B4CE70A1}" dt="2026-08-30T11:34:46.388" v="1050" actId="27636"/>
          <ac:spMkLst>
            <pc:docMk/>
            <pc:sldMk cId="1295036115" sldId="694"/>
            <ac:spMk id="3" creationId="{0012B880-CFA1-D8BF-C57A-93DA468EBDF0}"/>
          </ac:spMkLst>
        </pc:spChg>
      </pc:sldChg>
      <pc:sldChg chg="addSp delSp mod">
        <pc:chgData name="Fatima Ansarizadeh" userId="2e2f4077-aba0-49c7-b26f-c647714fbdc0" providerId="ADAL" clId="{4AF819A5-1A07-4075-8C4E-D726B4CE70A1}" dt="2026-08-25T12:32:24.453" v="746" actId="9405"/>
        <pc:sldMkLst>
          <pc:docMk/>
          <pc:sldMk cId="2519255603" sldId="695"/>
        </pc:sldMkLst>
        <pc:inkChg chg="add">
          <ac:chgData name="Fatima Ansarizadeh" userId="2e2f4077-aba0-49c7-b26f-c647714fbdc0" providerId="ADAL" clId="{4AF819A5-1A07-4075-8C4E-D726B4CE70A1}" dt="2026-08-25T12:32:02.127" v="740"/>
          <ac:inkMkLst>
            <pc:docMk/>
            <pc:sldMk cId="2519255603" sldId="695"/>
            <ac:inkMk id="4" creationId="{6E9BAE54-4A93-0AE7-A056-DD7FC07C4DB9}"/>
          </ac:inkMkLst>
        </pc:inkChg>
        <pc:inkChg chg="add">
          <ac:chgData name="Fatima Ansarizadeh" userId="2e2f4077-aba0-49c7-b26f-c647714fbdc0" providerId="ADAL" clId="{4AF819A5-1A07-4075-8C4E-D726B4CE70A1}" dt="2026-08-25T12:32:04.300" v="741" actId="9405"/>
          <ac:inkMkLst>
            <pc:docMk/>
            <pc:sldMk cId="2519255603" sldId="695"/>
            <ac:inkMk id="6" creationId="{EE3C301F-1437-2963-4DC5-089D779062F2}"/>
          </ac:inkMkLst>
        </pc:inkChg>
        <pc:inkChg chg="add">
          <ac:chgData name="Fatima Ansarizadeh" userId="2e2f4077-aba0-49c7-b26f-c647714fbdc0" providerId="ADAL" clId="{4AF819A5-1A07-4075-8C4E-D726B4CE70A1}" dt="2026-08-25T12:32:14.749" v="743"/>
          <ac:inkMkLst>
            <pc:docMk/>
            <pc:sldMk cId="2519255603" sldId="695"/>
            <ac:inkMk id="8" creationId="{14F98FCE-E2D1-5CF3-2ED4-F4765B51C7EF}"/>
          </ac:inkMkLst>
        </pc:inkChg>
        <pc:inkChg chg="add">
          <ac:chgData name="Fatima Ansarizadeh" userId="2e2f4077-aba0-49c7-b26f-c647714fbdc0" providerId="ADAL" clId="{4AF819A5-1A07-4075-8C4E-D726B4CE70A1}" dt="2026-08-25T12:32:20.847" v="745"/>
          <ac:inkMkLst>
            <pc:docMk/>
            <pc:sldMk cId="2519255603" sldId="695"/>
            <ac:inkMk id="12" creationId="{2FD1257F-497F-EB89-3D2E-F4B14C537D3D}"/>
          </ac:inkMkLst>
        </pc:inkChg>
        <pc:inkChg chg="add">
          <ac:chgData name="Fatima Ansarizadeh" userId="2e2f4077-aba0-49c7-b26f-c647714fbdc0" providerId="ADAL" clId="{4AF819A5-1A07-4075-8C4E-D726B4CE70A1}" dt="2026-08-25T12:32:24.453" v="746" actId="9405"/>
          <ac:inkMkLst>
            <pc:docMk/>
            <pc:sldMk cId="2519255603" sldId="695"/>
            <ac:inkMk id="16" creationId="{C0B0E0B5-6707-4CE1-3764-23DDAE668104}"/>
          </ac:inkMkLst>
        </pc:inkChg>
      </pc:sldChg>
      <pc:sldChg chg="delSp modSp mod">
        <pc:chgData name="Fatima Ansarizadeh" userId="2e2f4077-aba0-49c7-b26f-c647714fbdc0" providerId="ADAL" clId="{4AF819A5-1A07-4075-8C4E-D726B4CE70A1}" dt="2026-08-30T12:38:31.729" v="1213" actId="20577"/>
        <pc:sldMkLst>
          <pc:docMk/>
          <pc:sldMk cId="27460791" sldId="696"/>
        </pc:sldMkLst>
        <pc:spChg chg="mod">
          <ac:chgData name="Fatima Ansarizadeh" userId="2e2f4077-aba0-49c7-b26f-c647714fbdc0" providerId="ADAL" clId="{4AF819A5-1A07-4075-8C4E-D726B4CE70A1}" dt="2026-08-30T12:38:10.099" v="1193" actId="1076"/>
          <ac:spMkLst>
            <pc:docMk/>
            <pc:sldMk cId="27460791" sldId="696"/>
            <ac:spMk id="5" creationId="{0971AE4A-5930-0265-7926-A850F4C98D66}"/>
          </ac:spMkLst>
        </pc:spChg>
        <pc:spChg chg="del">
          <ac:chgData name="Fatima Ansarizadeh" userId="2e2f4077-aba0-49c7-b26f-c647714fbdc0" providerId="ADAL" clId="{4AF819A5-1A07-4075-8C4E-D726B4CE70A1}" dt="2026-08-30T12:37:52.618" v="1184" actId="478"/>
          <ac:spMkLst>
            <pc:docMk/>
            <pc:sldMk cId="27460791" sldId="696"/>
            <ac:spMk id="14" creationId="{97595881-DA7E-9413-D3E7-03173BD7898D}"/>
          </ac:spMkLst>
        </pc:spChg>
        <pc:spChg chg="del">
          <ac:chgData name="Fatima Ansarizadeh" userId="2e2f4077-aba0-49c7-b26f-c647714fbdc0" providerId="ADAL" clId="{4AF819A5-1A07-4075-8C4E-D726B4CE70A1}" dt="2026-08-30T12:37:53.243" v="1185" actId="478"/>
          <ac:spMkLst>
            <pc:docMk/>
            <pc:sldMk cId="27460791" sldId="696"/>
            <ac:spMk id="18" creationId="{80FED0A7-C37F-EB18-51A6-90F1F03BA542}"/>
          </ac:spMkLst>
        </pc:spChg>
        <pc:spChg chg="mod">
          <ac:chgData name="Fatima Ansarizadeh" userId="2e2f4077-aba0-49c7-b26f-c647714fbdc0" providerId="ADAL" clId="{4AF819A5-1A07-4075-8C4E-D726B4CE70A1}" dt="2026-08-30T12:38:31.729" v="1213" actId="20577"/>
          <ac:spMkLst>
            <pc:docMk/>
            <pc:sldMk cId="27460791" sldId="696"/>
            <ac:spMk id="20" creationId="{41ADACAE-E585-142C-262D-09D6DBAC9527}"/>
          </ac:spMkLst>
        </pc:spChg>
        <pc:picChg chg="del">
          <ac:chgData name="Fatima Ansarizadeh" userId="2e2f4077-aba0-49c7-b26f-c647714fbdc0" providerId="ADAL" clId="{4AF819A5-1A07-4075-8C4E-D726B4CE70A1}" dt="2026-08-30T12:37:49.721" v="1182" actId="478"/>
          <ac:picMkLst>
            <pc:docMk/>
            <pc:sldMk cId="27460791" sldId="696"/>
            <ac:picMk id="7" creationId="{E8CE3023-96EE-9480-525B-2924A9406FEE}"/>
          </ac:picMkLst>
        </pc:picChg>
        <pc:picChg chg="del">
          <ac:chgData name="Fatima Ansarizadeh" userId="2e2f4077-aba0-49c7-b26f-c647714fbdc0" providerId="ADAL" clId="{4AF819A5-1A07-4075-8C4E-D726B4CE70A1}" dt="2026-08-30T12:37:51.720" v="1183" actId="478"/>
          <ac:picMkLst>
            <pc:docMk/>
            <pc:sldMk cId="27460791" sldId="696"/>
            <ac:picMk id="8" creationId="{2A8D8B3E-4607-F321-DA66-557BFC20242C}"/>
          </ac:picMkLst>
        </pc:picChg>
      </pc:sldChg>
      <pc:sldChg chg="addSp delSp modSp mod modNotesTx">
        <pc:chgData name="Fatima Ansarizadeh" userId="2e2f4077-aba0-49c7-b26f-c647714fbdc0" providerId="ADAL" clId="{4AF819A5-1A07-4075-8C4E-D726B4CE70A1}" dt="2026-08-30T12:48:55.961" v="1271" actId="1076"/>
        <pc:sldMkLst>
          <pc:docMk/>
          <pc:sldMk cId="3643326215" sldId="697"/>
        </pc:sldMkLst>
        <pc:spChg chg="mod ord">
          <ac:chgData name="Fatima Ansarizadeh" userId="2e2f4077-aba0-49c7-b26f-c647714fbdc0" providerId="ADAL" clId="{4AF819A5-1A07-4075-8C4E-D726B4CE70A1}" dt="2026-08-30T12:48:11.403" v="1263" actId="1076"/>
          <ac:spMkLst>
            <pc:docMk/>
            <pc:sldMk cId="3643326215" sldId="697"/>
            <ac:spMk id="6" creationId="{F69BBF6C-2F07-5483-6534-CCC6AD3B2FBF}"/>
          </ac:spMkLst>
        </pc:spChg>
        <pc:spChg chg="add del mod">
          <ac:chgData name="Fatima Ansarizadeh" userId="2e2f4077-aba0-49c7-b26f-c647714fbdc0" providerId="ADAL" clId="{4AF819A5-1A07-4075-8C4E-D726B4CE70A1}" dt="2026-08-30T12:47:31.877" v="1251" actId="478"/>
          <ac:spMkLst>
            <pc:docMk/>
            <pc:sldMk cId="3643326215" sldId="697"/>
            <ac:spMk id="8" creationId="{7640571C-079D-65F6-C467-EC9251A5AFF8}"/>
          </ac:spMkLst>
        </pc:spChg>
        <pc:spChg chg="mod ord">
          <ac:chgData name="Fatima Ansarizadeh" userId="2e2f4077-aba0-49c7-b26f-c647714fbdc0" providerId="ADAL" clId="{4AF819A5-1A07-4075-8C4E-D726B4CE70A1}" dt="2026-08-30T12:48:07.324" v="1262" actId="1076"/>
          <ac:spMkLst>
            <pc:docMk/>
            <pc:sldMk cId="3643326215" sldId="697"/>
            <ac:spMk id="10" creationId="{4ADA7AAD-6077-3AF0-8ACD-569AE7DC63D9}"/>
          </ac:spMkLst>
        </pc:spChg>
        <pc:spChg chg="mod ord">
          <ac:chgData name="Fatima Ansarizadeh" userId="2e2f4077-aba0-49c7-b26f-c647714fbdc0" providerId="ADAL" clId="{4AF819A5-1A07-4075-8C4E-D726B4CE70A1}" dt="2026-08-30T12:47:41.346" v="1255" actId="1076"/>
          <ac:spMkLst>
            <pc:docMk/>
            <pc:sldMk cId="3643326215" sldId="697"/>
            <ac:spMk id="21" creationId="{D6E3413B-B922-03AB-00F0-4E9B32229BE6}"/>
          </ac:spMkLst>
        </pc:spChg>
        <pc:spChg chg="mod ord">
          <ac:chgData name="Fatima Ansarizadeh" userId="2e2f4077-aba0-49c7-b26f-c647714fbdc0" providerId="ADAL" clId="{4AF819A5-1A07-4075-8C4E-D726B4CE70A1}" dt="2026-08-30T12:47:39.975" v="1254" actId="1076"/>
          <ac:spMkLst>
            <pc:docMk/>
            <pc:sldMk cId="3643326215" sldId="697"/>
            <ac:spMk id="22" creationId="{F2CEDFA9-E661-914B-DFE9-DA513C3436EC}"/>
          </ac:spMkLst>
        </pc:spChg>
        <pc:picChg chg="del mod">
          <ac:chgData name="Fatima Ansarizadeh" userId="2e2f4077-aba0-49c7-b26f-c647714fbdc0" providerId="ADAL" clId="{4AF819A5-1A07-4075-8C4E-D726B4CE70A1}" dt="2026-08-30T12:40:00.171" v="1231" actId="478"/>
          <ac:picMkLst>
            <pc:docMk/>
            <pc:sldMk cId="3643326215" sldId="697"/>
            <ac:picMk id="4" creationId="{7AF92151-5C69-C1A5-80E7-631569435FC0}"/>
          </ac:picMkLst>
        </pc:picChg>
        <pc:picChg chg="add del mod">
          <ac:chgData name="Fatima Ansarizadeh" userId="2e2f4077-aba0-49c7-b26f-c647714fbdc0" providerId="ADAL" clId="{4AF819A5-1A07-4075-8C4E-D726B4CE70A1}" dt="2026-08-30T12:47:04.132" v="1240" actId="478"/>
          <ac:picMkLst>
            <pc:docMk/>
            <pc:sldMk cId="3643326215" sldId="697"/>
            <ac:picMk id="5" creationId="{445A25E0-CCB7-28E8-1ECE-974477683144}"/>
          </ac:picMkLst>
        </pc:picChg>
        <pc:picChg chg="mod ord">
          <ac:chgData name="Fatima Ansarizadeh" userId="2e2f4077-aba0-49c7-b26f-c647714fbdc0" providerId="ADAL" clId="{4AF819A5-1A07-4075-8C4E-D726B4CE70A1}" dt="2026-08-30T12:48:55.961" v="1271" actId="1076"/>
          <ac:picMkLst>
            <pc:docMk/>
            <pc:sldMk cId="3643326215" sldId="697"/>
            <ac:picMk id="14" creationId="{F7DA22DF-AE53-FFCD-D3F3-6119A3011EE4}"/>
          </ac:picMkLst>
        </pc:picChg>
        <pc:picChg chg="add mod ord">
          <ac:chgData name="Fatima Ansarizadeh" userId="2e2f4077-aba0-49c7-b26f-c647714fbdc0" providerId="ADAL" clId="{4AF819A5-1A07-4075-8C4E-D726B4CE70A1}" dt="2026-08-30T12:48:42.456" v="1268" actId="1076"/>
          <ac:picMkLst>
            <pc:docMk/>
            <pc:sldMk cId="3643326215" sldId="697"/>
            <ac:picMk id="18" creationId="{3671AF71-917E-154A-3272-898E085628A6}"/>
          </ac:picMkLst>
        </pc:picChg>
        <pc:cxnChg chg="mod ord">
          <ac:chgData name="Fatima Ansarizadeh" userId="2e2f4077-aba0-49c7-b26f-c647714fbdc0" providerId="ADAL" clId="{4AF819A5-1A07-4075-8C4E-D726B4CE70A1}" dt="2026-08-30T12:48:48.271" v="1269" actId="1076"/>
          <ac:cxnSpMkLst>
            <pc:docMk/>
            <pc:sldMk cId="3643326215" sldId="697"/>
            <ac:cxnSpMk id="19" creationId="{22F87945-EB82-757E-DA5F-5DF9BA5DCAB6}"/>
          </ac:cxnSpMkLst>
        </pc:cxnChg>
        <pc:cxnChg chg="mod ord">
          <ac:chgData name="Fatima Ansarizadeh" userId="2e2f4077-aba0-49c7-b26f-c647714fbdc0" providerId="ADAL" clId="{4AF819A5-1A07-4075-8C4E-D726B4CE70A1}" dt="2026-08-30T12:48:50.609" v="1270" actId="1076"/>
          <ac:cxnSpMkLst>
            <pc:docMk/>
            <pc:sldMk cId="3643326215" sldId="697"/>
            <ac:cxnSpMk id="20" creationId="{5878FE05-D8C6-DCEF-309A-CC9964D3777D}"/>
          </ac:cxnSpMkLst>
        </pc:cxnChg>
      </pc:sldChg>
      <pc:sldChg chg="addSp delSp modSp mod">
        <pc:chgData name="Fatima Ansarizadeh" userId="2e2f4077-aba0-49c7-b26f-c647714fbdc0" providerId="ADAL" clId="{4AF819A5-1A07-4075-8C4E-D726B4CE70A1}" dt="2026-08-26T12:05:20.373" v="924" actId="1076"/>
        <pc:sldMkLst>
          <pc:docMk/>
          <pc:sldMk cId="1631790128" sldId="704"/>
        </pc:sldMkLst>
        <pc:spChg chg="add mod">
          <ac:chgData name="Fatima Ansarizadeh" userId="2e2f4077-aba0-49c7-b26f-c647714fbdc0" providerId="ADAL" clId="{4AF819A5-1A07-4075-8C4E-D726B4CE70A1}" dt="2026-08-26T12:05:20.373" v="924" actId="1076"/>
          <ac:spMkLst>
            <pc:docMk/>
            <pc:sldMk cId="1631790128" sldId="704"/>
            <ac:spMk id="7" creationId="{CBD82D20-F71A-35EE-49A3-182446379167}"/>
          </ac:spMkLst>
        </pc:spChg>
        <pc:picChg chg="add mod ord">
          <ac:chgData name="Fatima Ansarizadeh" userId="2e2f4077-aba0-49c7-b26f-c647714fbdc0" providerId="ADAL" clId="{4AF819A5-1A07-4075-8C4E-D726B4CE70A1}" dt="2026-08-26T12:05:11.694" v="922" actId="1076"/>
          <ac:picMkLst>
            <pc:docMk/>
            <pc:sldMk cId="1631790128" sldId="704"/>
            <ac:picMk id="5" creationId="{74CBBEA3-B483-6D3A-AFF6-37DE73182047}"/>
          </ac:picMkLst>
        </pc:picChg>
      </pc:sldChg>
      <pc:sldChg chg="modNotesTx">
        <pc:chgData name="Fatima Ansarizadeh" userId="2e2f4077-aba0-49c7-b26f-c647714fbdc0" providerId="ADAL" clId="{4AF819A5-1A07-4075-8C4E-D726B4CE70A1}" dt="2026-08-24T11:53:32.034" v="484" actId="20577"/>
        <pc:sldMkLst>
          <pc:docMk/>
          <pc:sldMk cId="2511038699" sldId="708"/>
        </pc:sldMkLst>
      </pc:sldChg>
      <pc:sldChg chg="addSp delSp modSp mod">
        <pc:chgData name="Fatima Ansarizadeh" userId="2e2f4077-aba0-49c7-b26f-c647714fbdc0" providerId="ADAL" clId="{4AF819A5-1A07-4075-8C4E-D726B4CE70A1}" dt="2026-08-24T09:22:44.356" v="254" actId="1076"/>
        <pc:sldMkLst>
          <pc:docMk/>
          <pc:sldMk cId="1127577491" sldId="712"/>
        </pc:sldMkLst>
        <pc:spChg chg="mod">
          <ac:chgData name="Fatima Ansarizadeh" userId="2e2f4077-aba0-49c7-b26f-c647714fbdc0" providerId="ADAL" clId="{4AF819A5-1A07-4075-8C4E-D726B4CE70A1}" dt="2026-08-24T09:22:44.356" v="254" actId="1076"/>
          <ac:spMkLst>
            <pc:docMk/>
            <pc:sldMk cId="1127577491" sldId="712"/>
            <ac:spMk id="3" creationId="{1C8A8AA0-EBB2-785C-6892-47B6C2161874}"/>
          </ac:spMkLst>
        </pc:spChg>
        <pc:picChg chg="add mod">
          <ac:chgData name="Fatima Ansarizadeh" userId="2e2f4077-aba0-49c7-b26f-c647714fbdc0" providerId="ADAL" clId="{4AF819A5-1A07-4075-8C4E-D726B4CE70A1}" dt="2026-08-24T09:22:29.670" v="252" actId="1076"/>
          <ac:picMkLst>
            <pc:docMk/>
            <pc:sldMk cId="1127577491" sldId="712"/>
            <ac:picMk id="7" creationId="{FEBBE9AE-DEC0-D3CA-EF62-1C16847A7DBA}"/>
          </ac:picMkLst>
        </pc:picChg>
      </pc:sldChg>
      <pc:sldChg chg="modSp mod modShow">
        <pc:chgData name="Fatima Ansarizadeh" userId="2e2f4077-aba0-49c7-b26f-c647714fbdc0" providerId="ADAL" clId="{4AF819A5-1A07-4075-8C4E-D726B4CE70A1}" dt="2026-08-27T12:50:08.675" v="1005" actId="729"/>
        <pc:sldMkLst>
          <pc:docMk/>
          <pc:sldMk cId="3999764512" sldId="718"/>
        </pc:sldMkLst>
        <pc:spChg chg="mod">
          <ac:chgData name="Fatima Ansarizadeh" userId="2e2f4077-aba0-49c7-b26f-c647714fbdc0" providerId="ADAL" clId="{4AF819A5-1A07-4075-8C4E-D726B4CE70A1}" dt="2026-08-27T12:47:23.642" v="1004" actId="20577"/>
          <ac:spMkLst>
            <pc:docMk/>
            <pc:sldMk cId="3999764512" sldId="718"/>
            <ac:spMk id="3" creationId="{A9D34740-7F0D-7AC0-09EE-6A417F884D0B}"/>
          </ac:spMkLst>
        </pc:spChg>
      </pc:sldChg>
      <pc:sldChg chg="modSp new mod">
        <pc:chgData name="Fatima Ansarizadeh" userId="2e2f4077-aba0-49c7-b26f-c647714fbdc0" providerId="ADAL" clId="{4AF819A5-1A07-4075-8C4E-D726B4CE70A1}" dt="2026-08-27T13:23:50.340" v="1028" actId="20577"/>
        <pc:sldMkLst>
          <pc:docMk/>
          <pc:sldMk cId="1605910672" sldId="719"/>
        </pc:sldMkLst>
        <pc:spChg chg="mod">
          <ac:chgData name="Fatima Ansarizadeh" userId="2e2f4077-aba0-49c7-b26f-c647714fbdc0" providerId="ADAL" clId="{4AF819A5-1A07-4075-8C4E-D726B4CE70A1}" dt="2026-08-23T12:04:18.513" v="68" actId="20577"/>
          <ac:spMkLst>
            <pc:docMk/>
            <pc:sldMk cId="1605910672" sldId="719"/>
            <ac:spMk id="2" creationId="{EB1BD1AC-9E04-C7D4-9417-CE22D1F2C7FE}"/>
          </ac:spMkLst>
        </pc:spChg>
        <pc:spChg chg="mod">
          <ac:chgData name="Fatima Ansarizadeh" userId="2e2f4077-aba0-49c7-b26f-c647714fbdc0" providerId="ADAL" clId="{4AF819A5-1A07-4075-8C4E-D726B4CE70A1}" dt="2026-08-27T13:23:50.340" v="1028" actId="20577"/>
          <ac:spMkLst>
            <pc:docMk/>
            <pc:sldMk cId="1605910672" sldId="719"/>
            <ac:spMk id="3" creationId="{63B4367B-8B2C-CFCC-9648-39655B8BC4B6}"/>
          </ac:spMkLst>
        </pc:spChg>
      </pc:sldChg>
      <pc:sldChg chg="addSp modSp new mod">
        <pc:chgData name="Fatima Ansarizadeh" userId="2e2f4077-aba0-49c7-b26f-c647714fbdc0" providerId="ADAL" clId="{4AF819A5-1A07-4075-8C4E-D726B4CE70A1}" dt="2026-08-27T02:02:58.233" v="991" actId="14100"/>
        <pc:sldMkLst>
          <pc:docMk/>
          <pc:sldMk cId="40834417" sldId="720"/>
        </pc:sldMkLst>
        <pc:spChg chg="mod">
          <ac:chgData name="Fatima Ansarizadeh" userId="2e2f4077-aba0-49c7-b26f-c647714fbdc0" providerId="ADAL" clId="{4AF819A5-1A07-4075-8C4E-D726B4CE70A1}" dt="2026-08-24T09:27:40.575" v="279" actId="27636"/>
          <ac:spMkLst>
            <pc:docMk/>
            <pc:sldMk cId="40834417" sldId="720"/>
            <ac:spMk id="2" creationId="{56BC7EAE-B497-A07F-7C0D-9E39A84D2DCD}"/>
          </ac:spMkLst>
        </pc:spChg>
        <pc:spChg chg="mod">
          <ac:chgData name="Fatima Ansarizadeh" userId="2e2f4077-aba0-49c7-b26f-c647714fbdc0" providerId="ADAL" clId="{4AF819A5-1A07-4075-8C4E-D726B4CE70A1}" dt="2026-08-27T02:02:30.961" v="986" actId="20577"/>
          <ac:spMkLst>
            <pc:docMk/>
            <pc:sldMk cId="40834417" sldId="720"/>
            <ac:spMk id="3" creationId="{85360D95-EFCF-55F3-F884-34C0F94D928E}"/>
          </ac:spMkLst>
        </pc:spChg>
        <pc:spChg chg="add mod">
          <ac:chgData name="Fatima Ansarizadeh" userId="2e2f4077-aba0-49c7-b26f-c647714fbdc0" providerId="ADAL" clId="{4AF819A5-1A07-4075-8C4E-D726B4CE70A1}" dt="2026-08-27T02:02:43.267" v="988" actId="1076"/>
          <ac:spMkLst>
            <pc:docMk/>
            <pc:sldMk cId="40834417" sldId="720"/>
            <ac:spMk id="7" creationId="{BD2D0C53-305B-6735-8788-B37E4B57F6E3}"/>
          </ac:spMkLst>
        </pc:spChg>
        <pc:picChg chg="add mod">
          <ac:chgData name="Fatima Ansarizadeh" userId="2e2f4077-aba0-49c7-b26f-c647714fbdc0" providerId="ADAL" clId="{4AF819A5-1A07-4075-8C4E-D726B4CE70A1}" dt="2026-08-27T02:02:58.233" v="991" actId="14100"/>
          <ac:picMkLst>
            <pc:docMk/>
            <pc:sldMk cId="40834417" sldId="720"/>
            <ac:picMk id="5" creationId="{E389A328-E5C9-C5D0-B422-3EB824AF0606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4T09:56:35.423" v="402" actId="20577"/>
        <pc:sldMkLst>
          <pc:docMk/>
          <pc:sldMk cId="1783458097" sldId="722"/>
        </pc:sldMkLst>
        <pc:spChg chg="mod">
          <ac:chgData name="Fatima Ansarizadeh" userId="2e2f4077-aba0-49c7-b26f-c647714fbdc0" providerId="ADAL" clId="{4AF819A5-1A07-4075-8C4E-D726B4CE70A1}" dt="2026-08-24T09:56:35.423" v="402" actId="20577"/>
          <ac:spMkLst>
            <pc:docMk/>
            <pc:sldMk cId="1783458097" sldId="722"/>
            <ac:spMk id="2" creationId="{99A3B472-066F-34F0-F824-C80914AF5C51}"/>
          </ac:spMkLst>
        </pc:spChg>
        <pc:picChg chg="add mod">
          <ac:chgData name="Fatima Ansarizadeh" userId="2e2f4077-aba0-49c7-b26f-c647714fbdc0" providerId="ADAL" clId="{4AF819A5-1A07-4075-8C4E-D726B4CE70A1}" dt="2026-08-24T09:56:22.725" v="381" actId="1076"/>
          <ac:picMkLst>
            <pc:docMk/>
            <pc:sldMk cId="1783458097" sldId="722"/>
            <ac:picMk id="5" creationId="{A04A47DF-8440-237A-7B47-804ED9D49911}"/>
          </ac:picMkLst>
        </pc:picChg>
      </pc:sldChg>
      <pc:sldChg chg="addSp modSp new mod">
        <pc:chgData name="Fatima Ansarizadeh" userId="2e2f4077-aba0-49c7-b26f-c647714fbdc0" providerId="ADAL" clId="{4AF819A5-1A07-4075-8C4E-D726B4CE70A1}" dt="2026-08-30T10:46:58.488" v="1040" actId="113"/>
        <pc:sldMkLst>
          <pc:docMk/>
          <pc:sldMk cId="1606165012" sldId="723"/>
        </pc:sldMkLst>
        <pc:spChg chg="mod">
          <ac:chgData name="Fatima Ansarizadeh" userId="2e2f4077-aba0-49c7-b26f-c647714fbdc0" providerId="ADAL" clId="{4AF819A5-1A07-4075-8C4E-D726B4CE70A1}" dt="2026-08-25T11:55:00.452" v="714" actId="20577"/>
          <ac:spMkLst>
            <pc:docMk/>
            <pc:sldMk cId="1606165012" sldId="723"/>
            <ac:spMk id="2" creationId="{6FE49B7B-77C2-AA0B-4E69-B8108251BC27}"/>
          </ac:spMkLst>
        </pc:spChg>
        <pc:spChg chg="mod">
          <ac:chgData name="Fatima Ansarizadeh" userId="2e2f4077-aba0-49c7-b26f-c647714fbdc0" providerId="ADAL" clId="{4AF819A5-1A07-4075-8C4E-D726B4CE70A1}" dt="2026-08-30T10:46:58.488" v="1040" actId="113"/>
          <ac:spMkLst>
            <pc:docMk/>
            <pc:sldMk cId="1606165012" sldId="723"/>
            <ac:spMk id="3" creationId="{6F3A238F-720A-BF84-B065-F9A385505DDF}"/>
          </ac:spMkLst>
        </pc:spChg>
        <pc:picChg chg="add mod">
          <ac:chgData name="Fatima Ansarizadeh" userId="2e2f4077-aba0-49c7-b26f-c647714fbdc0" providerId="ADAL" clId="{4AF819A5-1A07-4075-8C4E-D726B4CE70A1}" dt="2026-08-27T13:17:56.948" v="1025" actId="1076"/>
          <ac:picMkLst>
            <pc:docMk/>
            <pc:sldMk cId="1606165012" sldId="723"/>
            <ac:picMk id="5" creationId="{62E5DF65-7660-D075-EE62-A8AA5C64F7DA}"/>
          </ac:picMkLst>
        </pc:picChg>
        <pc:picChg chg="add mod">
          <ac:chgData name="Fatima Ansarizadeh" userId="2e2f4077-aba0-49c7-b26f-c647714fbdc0" providerId="ADAL" clId="{4AF819A5-1A07-4075-8C4E-D726B4CE70A1}" dt="2026-08-27T13:17:59.946" v="1026" actId="1076"/>
          <ac:picMkLst>
            <pc:docMk/>
            <pc:sldMk cId="1606165012" sldId="723"/>
            <ac:picMk id="7" creationId="{D5A78AAB-420B-00C5-6471-8E373DDFCCB9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6T11:40:28.543" v="856" actId="20577"/>
        <pc:sldMkLst>
          <pc:docMk/>
          <pc:sldMk cId="3987066751" sldId="724"/>
        </pc:sldMkLst>
        <pc:spChg chg="add mod">
          <ac:chgData name="Fatima Ansarizadeh" userId="2e2f4077-aba0-49c7-b26f-c647714fbdc0" providerId="ADAL" clId="{4AF819A5-1A07-4075-8C4E-D726B4CE70A1}" dt="2026-08-26T03:19:03.165" v="773"/>
          <ac:spMkLst>
            <pc:docMk/>
            <pc:sldMk cId="3987066751" sldId="724"/>
            <ac:spMk id="4" creationId="{FF1B3485-B2C9-9B3B-E12D-65CF047E1E34}"/>
          </ac:spMkLst>
        </pc:spChg>
        <pc:spChg chg="add mod">
          <ac:chgData name="Fatima Ansarizadeh" userId="2e2f4077-aba0-49c7-b26f-c647714fbdc0" providerId="ADAL" clId="{4AF819A5-1A07-4075-8C4E-D726B4CE70A1}" dt="2026-08-26T11:39:57.318" v="852" actId="13926"/>
          <ac:spMkLst>
            <pc:docMk/>
            <pc:sldMk cId="3987066751" sldId="724"/>
            <ac:spMk id="5" creationId="{E7A1103C-8992-2496-53BE-0EC82A167425}"/>
          </ac:spMkLst>
        </pc:spChg>
        <pc:spChg chg="add mod">
          <ac:chgData name="Fatima Ansarizadeh" userId="2e2f4077-aba0-49c7-b26f-c647714fbdc0" providerId="ADAL" clId="{4AF819A5-1A07-4075-8C4E-D726B4CE70A1}" dt="2026-08-26T11:40:28.543" v="856" actId="20577"/>
          <ac:spMkLst>
            <pc:docMk/>
            <pc:sldMk cId="3987066751" sldId="724"/>
            <ac:spMk id="9" creationId="{5D781149-D4F1-46E8-D873-42BA48002B0F}"/>
          </ac:spMkLst>
        </pc:spChg>
        <pc:picChg chg="add mod">
          <ac:chgData name="Fatima Ansarizadeh" userId="2e2f4077-aba0-49c7-b26f-c647714fbdc0" providerId="ADAL" clId="{4AF819A5-1A07-4075-8C4E-D726B4CE70A1}" dt="2026-08-26T11:39:28.575" v="848" actId="14100"/>
          <ac:picMkLst>
            <pc:docMk/>
            <pc:sldMk cId="3987066751" sldId="724"/>
            <ac:picMk id="7" creationId="{54AC376B-A7B8-33DA-FE25-162968BBDC68}"/>
          </ac:picMkLst>
        </pc:picChg>
      </pc:sldChg>
      <pc:sldChg chg="addSp delSp modSp new mod modNotesTx">
        <pc:chgData name="Fatima Ansarizadeh" userId="2e2f4077-aba0-49c7-b26f-c647714fbdc0" providerId="ADAL" clId="{4AF819A5-1A07-4075-8C4E-D726B4CE70A1}" dt="2026-08-26T11:55:08.841" v="906" actId="113"/>
        <pc:sldMkLst>
          <pc:docMk/>
          <pc:sldMk cId="2934888552" sldId="725"/>
        </pc:sldMkLst>
        <pc:spChg chg="mod">
          <ac:chgData name="Fatima Ansarizadeh" userId="2e2f4077-aba0-49c7-b26f-c647714fbdc0" providerId="ADAL" clId="{4AF819A5-1A07-4075-8C4E-D726B4CE70A1}" dt="2026-08-26T11:42:23.123" v="898" actId="20577"/>
          <ac:spMkLst>
            <pc:docMk/>
            <pc:sldMk cId="2934888552" sldId="725"/>
            <ac:spMk id="2" creationId="{9E5AF131-CAE4-56C1-F886-F8023A5724C9}"/>
          </ac:spMkLst>
        </pc:spChg>
        <pc:picChg chg="add mod ord">
          <ac:chgData name="Fatima Ansarizadeh" userId="2e2f4077-aba0-49c7-b26f-c647714fbdc0" providerId="ADAL" clId="{4AF819A5-1A07-4075-8C4E-D726B4CE70A1}" dt="2026-08-26T06:27:27.893" v="781" actId="22"/>
          <ac:picMkLst>
            <pc:docMk/>
            <pc:sldMk cId="2934888552" sldId="725"/>
            <ac:picMk id="5" creationId="{70B63EB2-A622-E47E-B5F8-4C53010BD85A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6T11:34:48.085" v="823"/>
        <pc:sldMkLst>
          <pc:docMk/>
          <pc:sldMk cId="3119816885" sldId="726"/>
        </pc:sldMkLst>
        <pc:spChg chg="mod">
          <ac:chgData name="Fatima Ansarizadeh" userId="2e2f4077-aba0-49c7-b26f-c647714fbdc0" providerId="ADAL" clId="{4AF819A5-1A07-4075-8C4E-D726B4CE70A1}" dt="2026-08-26T11:34:48.085" v="823"/>
          <ac:spMkLst>
            <pc:docMk/>
            <pc:sldMk cId="3119816885" sldId="726"/>
            <ac:spMk id="2" creationId="{AD4FE852-B008-3775-7A53-7CDB58900E65}"/>
          </ac:spMkLst>
        </pc:spChg>
        <pc:spChg chg="add mod">
          <ac:chgData name="Fatima Ansarizadeh" userId="2e2f4077-aba0-49c7-b26f-c647714fbdc0" providerId="ADAL" clId="{4AF819A5-1A07-4075-8C4E-D726B4CE70A1}" dt="2026-08-26T11:34:34.714" v="821" actId="255"/>
          <ac:spMkLst>
            <pc:docMk/>
            <pc:sldMk cId="3119816885" sldId="726"/>
            <ac:spMk id="11" creationId="{79D42D19-0141-E97D-8757-68B2D68AA43B}"/>
          </ac:spMkLst>
        </pc:spChg>
        <pc:picChg chg="add mod ord">
          <ac:chgData name="Fatima Ansarizadeh" userId="2e2f4077-aba0-49c7-b26f-c647714fbdc0" providerId="ADAL" clId="{4AF819A5-1A07-4075-8C4E-D726B4CE70A1}" dt="2026-08-26T11:34:29.634" v="820" actId="14100"/>
          <ac:picMkLst>
            <pc:docMk/>
            <pc:sldMk cId="3119816885" sldId="726"/>
            <ac:picMk id="9" creationId="{509DD55E-1142-F137-736B-746DEEABB7E5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14FEED-BA98-43D2-9771-DCC03C9EBA1E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2FD214-8F35-47E1-A96C-81E2DBAB8AF2}">
      <dgm:prSet/>
      <dgm:spPr/>
      <dgm:t>
        <a:bodyPr/>
        <a:lstStyle/>
        <a:p>
          <a:r>
            <a:rPr lang="en-US">
              <a:latin typeface="Cambria" panose="02040503050406030204" pitchFamily="18" charset="0"/>
            </a:rPr>
            <a:t>Involves increasing the frequency of the time series data. </a:t>
          </a:r>
        </a:p>
      </dgm:t>
    </dgm:pt>
    <dgm:pt modelId="{3E4ECF32-3F87-434E-903E-62282FD3595B}" type="parTrans" cxnId="{3BB9ECA2-16FB-443B-A80E-57B3F96F1B80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7606B398-796F-40DC-B9BB-16A30E3B1839}" type="sibTrans" cxnId="{3BB9ECA2-16FB-443B-A80E-57B3F96F1B80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DE87DC37-864F-4A2C-BBD1-6FE801459AAD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E.g., converting daily data to hourly data. </a:t>
          </a:r>
        </a:p>
      </dgm:t>
    </dgm:pt>
    <dgm:pt modelId="{67868384-E62E-4CBA-BE73-E7044D78CB85}" type="parTrans" cxnId="{910EFA40-8857-4979-9EB6-9EE51CCC3953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C17A112F-CB00-4F7C-B171-0A2929D8D03C}" type="sibTrans" cxnId="{910EFA40-8857-4979-9EB6-9EE51CCC3953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243752DC-8F0D-4618-8C69-1B1707E7ED3F}">
      <dgm:prSet/>
      <dgm:spPr/>
      <dgm:t>
        <a:bodyPr/>
        <a:lstStyle/>
        <a:p>
          <a:r>
            <a:rPr lang="en-US" dirty="0">
              <a:latin typeface="Cambria" panose="02040503050406030204" pitchFamily="18" charset="0"/>
            </a:rPr>
            <a:t>Can be done using various techniques such as interpolation and filling missing values. </a:t>
          </a:r>
          <a:br>
            <a:rPr lang="en-US" dirty="0">
              <a:latin typeface="Cambria" panose="02040503050406030204" pitchFamily="18" charset="0"/>
            </a:rPr>
          </a:br>
          <a:endParaRPr lang="en-US" dirty="0">
            <a:latin typeface="Cambria" panose="02040503050406030204" pitchFamily="18" charset="0"/>
          </a:endParaRPr>
        </a:p>
      </dgm:t>
    </dgm:pt>
    <dgm:pt modelId="{A872E6F8-10AB-466A-9763-B3B20330939A}" type="parTrans" cxnId="{3306D631-6160-4DA8-A955-470C3B5A6CB6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EDE0D4CE-45DC-4FAF-A81E-593DAA83EC1A}" type="sibTrans" cxnId="{3306D631-6160-4DA8-A955-470C3B5A6CB6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25303713-6597-4CA3-AEEB-15CFE429878E}" type="pres">
      <dgm:prSet presAssocID="{6114FEED-BA98-43D2-9771-DCC03C9EBA1E}" presName="root" presStyleCnt="0">
        <dgm:presLayoutVars>
          <dgm:dir/>
          <dgm:resizeHandles val="exact"/>
        </dgm:presLayoutVars>
      </dgm:prSet>
      <dgm:spPr/>
    </dgm:pt>
    <dgm:pt modelId="{6E65A535-6687-4F99-AA09-5AB67EBB4A35}" type="pres">
      <dgm:prSet presAssocID="{212FD214-8F35-47E1-A96C-81E2DBAB8AF2}" presName="compNode" presStyleCnt="0"/>
      <dgm:spPr/>
    </dgm:pt>
    <dgm:pt modelId="{6385EE8F-9E9E-42BD-A60C-66D0AC17B904}" type="pres">
      <dgm:prSet presAssocID="{212FD214-8F35-47E1-A96C-81E2DBAB8AF2}" presName="bgRect" presStyleLbl="bgShp" presStyleIdx="0" presStyleCnt="3"/>
      <dgm:spPr/>
    </dgm:pt>
    <dgm:pt modelId="{11343863-4CEC-45C1-AD97-EB4A3CE00149}" type="pres">
      <dgm:prSet presAssocID="{212FD214-8F35-47E1-A96C-81E2DBAB8AF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7410029-261B-4BBB-87B3-1E042C2F2428}" type="pres">
      <dgm:prSet presAssocID="{212FD214-8F35-47E1-A96C-81E2DBAB8AF2}" presName="spaceRect" presStyleCnt="0"/>
      <dgm:spPr/>
    </dgm:pt>
    <dgm:pt modelId="{3E107AF5-020E-4BB0-A327-7953DD652E13}" type="pres">
      <dgm:prSet presAssocID="{212FD214-8F35-47E1-A96C-81E2DBAB8AF2}" presName="parTx" presStyleLbl="revTx" presStyleIdx="0" presStyleCnt="3">
        <dgm:presLayoutVars>
          <dgm:chMax val="0"/>
          <dgm:chPref val="0"/>
        </dgm:presLayoutVars>
      </dgm:prSet>
      <dgm:spPr/>
    </dgm:pt>
    <dgm:pt modelId="{B0023F3F-B01E-4541-8B80-3D7A93A79A3F}" type="pres">
      <dgm:prSet presAssocID="{7606B398-796F-40DC-B9BB-16A30E3B1839}" presName="sibTrans" presStyleCnt="0"/>
      <dgm:spPr/>
    </dgm:pt>
    <dgm:pt modelId="{9B31B6E0-5264-4085-9BF9-9F54F86C8E6C}" type="pres">
      <dgm:prSet presAssocID="{DE87DC37-864F-4A2C-BBD1-6FE801459AAD}" presName="compNode" presStyleCnt="0"/>
      <dgm:spPr/>
    </dgm:pt>
    <dgm:pt modelId="{89A45CE6-CCBD-4A89-A5C8-8C998C8372D0}" type="pres">
      <dgm:prSet presAssocID="{DE87DC37-864F-4A2C-BBD1-6FE801459AAD}" presName="bgRect" presStyleLbl="bgShp" presStyleIdx="1" presStyleCnt="3"/>
      <dgm:spPr/>
    </dgm:pt>
    <dgm:pt modelId="{A1DECC33-7923-4E51-B384-3CE0ACB9955C}" type="pres">
      <dgm:prSet presAssocID="{DE87DC37-864F-4A2C-BBD1-6FE801459AA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C1F81A7-4510-4B53-9D06-765174AE4CF2}" type="pres">
      <dgm:prSet presAssocID="{DE87DC37-864F-4A2C-BBD1-6FE801459AAD}" presName="spaceRect" presStyleCnt="0"/>
      <dgm:spPr/>
    </dgm:pt>
    <dgm:pt modelId="{24630BF1-D4CB-4F53-A7CC-537E444F1D2F}" type="pres">
      <dgm:prSet presAssocID="{DE87DC37-864F-4A2C-BBD1-6FE801459AAD}" presName="parTx" presStyleLbl="revTx" presStyleIdx="1" presStyleCnt="3">
        <dgm:presLayoutVars>
          <dgm:chMax val="0"/>
          <dgm:chPref val="0"/>
        </dgm:presLayoutVars>
      </dgm:prSet>
      <dgm:spPr/>
    </dgm:pt>
    <dgm:pt modelId="{A46FFA7A-6AE6-47B7-A345-B96C203A800B}" type="pres">
      <dgm:prSet presAssocID="{C17A112F-CB00-4F7C-B171-0A2929D8D03C}" presName="sibTrans" presStyleCnt="0"/>
      <dgm:spPr/>
    </dgm:pt>
    <dgm:pt modelId="{23669C53-9776-43FA-B162-F7371F11B2C9}" type="pres">
      <dgm:prSet presAssocID="{243752DC-8F0D-4618-8C69-1B1707E7ED3F}" presName="compNode" presStyleCnt="0"/>
      <dgm:spPr/>
    </dgm:pt>
    <dgm:pt modelId="{663F15D3-D285-4447-A4ED-512F947ED4A5}" type="pres">
      <dgm:prSet presAssocID="{243752DC-8F0D-4618-8C69-1B1707E7ED3F}" presName="bgRect" presStyleLbl="bgShp" presStyleIdx="2" presStyleCnt="3"/>
      <dgm:spPr/>
    </dgm:pt>
    <dgm:pt modelId="{6C59E08F-E855-41CF-B5CC-F3AFAC026C8F}" type="pres">
      <dgm:prSet presAssocID="{243752DC-8F0D-4618-8C69-1B1707E7ED3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60CD56B7-B167-4A27-9D60-A71F5FE7A2A2}" type="pres">
      <dgm:prSet presAssocID="{243752DC-8F0D-4618-8C69-1B1707E7ED3F}" presName="spaceRect" presStyleCnt="0"/>
      <dgm:spPr/>
    </dgm:pt>
    <dgm:pt modelId="{0ADA70D4-5328-4688-96C6-0D796914A2FF}" type="pres">
      <dgm:prSet presAssocID="{243752DC-8F0D-4618-8C69-1B1707E7ED3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306D631-6160-4DA8-A955-470C3B5A6CB6}" srcId="{6114FEED-BA98-43D2-9771-DCC03C9EBA1E}" destId="{243752DC-8F0D-4618-8C69-1B1707E7ED3F}" srcOrd="2" destOrd="0" parTransId="{A872E6F8-10AB-466A-9763-B3B20330939A}" sibTransId="{EDE0D4CE-45DC-4FAF-A81E-593DAA83EC1A}"/>
    <dgm:cxn modelId="{910EFA40-8857-4979-9EB6-9EE51CCC3953}" srcId="{6114FEED-BA98-43D2-9771-DCC03C9EBA1E}" destId="{DE87DC37-864F-4A2C-BBD1-6FE801459AAD}" srcOrd="1" destOrd="0" parTransId="{67868384-E62E-4CBA-BE73-E7044D78CB85}" sibTransId="{C17A112F-CB00-4F7C-B171-0A2929D8D03C}"/>
    <dgm:cxn modelId="{87EE3548-CE0F-4F4B-9DB3-4DF47F32F9FF}" type="presOf" srcId="{6114FEED-BA98-43D2-9771-DCC03C9EBA1E}" destId="{25303713-6597-4CA3-AEEB-15CFE429878E}" srcOrd="0" destOrd="0" presId="urn:microsoft.com/office/officeart/2018/2/layout/IconVerticalSolidList"/>
    <dgm:cxn modelId="{8F5C9B4B-CF47-4EE8-AA6A-956CF8370D53}" type="presOf" srcId="{DE87DC37-864F-4A2C-BBD1-6FE801459AAD}" destId="{24630BF1-D4CB-4F53-A7CC-537E444F1D2F}" srcOrd="0" destOrd="0" presId="urn:microsoft.com/office/officeart/2018/2/layout/IconVerticalSolidList"/>
    <dgm:cxn modelId="{D520E783-D8D4-4C9F-923F-418FA75440AC}" type="presOf" srcId="{212FD214-8F35-47E1-A96C-81E2DBAB8AF2}" destId="{3E107AF5-020E-4BB0-A327-7953DD652E13}" srcOrd="0" destOrd="0" presId="urn:microsoft.com/office/officeart/2018/2/layout/IconVerticalSolidList"/>
    <dgm:cxn modelId="{3BB9ECA2-16FB-443B-A80E-57B3F96F1B80}" srcId="{6114FEED-BA98-43D2-9771-DCC03C9EBA1E}" destId="{212FD214-8F35-47E1-A96C-81E2DBAB8AF2}" srcOrd="0" destOrd="0" parTransId="{3E4ECF32-3F87-434E-903E-62282FD3595B}" sibTransId="{7606B398-796F-40DC-B9BB-16A30E3B1839}"/>
    <dgm:cxn modelId="{E78207B1-5249-4A93-B456-3A9637487129}" type="presOf" srcId="{243752DC-8F0D-4618-8C69-1B1707E7ED3F}" destId="{0ADA70D4-5328-4688-96C6-0D796914A2FF}" srcOrd="0" destOrd="0" presId="urn:microsoft.com/office/officeart/2018/2/layout/IconVerticalSolidList"/>
    <dgm:cxn modelId="{1B81787E-0F40-423E-B193-3BE087DB8677}" type="presParOf" srcId="{25303713-6597-4CA3-AEEB-15CFE429878E}" destId="{6E65A535-6687-4F99-AA09-5AB67EBB4A35}" srcOrd="0" destOrd="0" presId="urn:microsoft.com/office/officeart/2018/2/layout/IconVerticalSolidList"/>
    <dgm:cxn modelId="{B7DDA94B-BD01-4BE3-86FD-C4F6D3D5B94B}" type="presParOf" srcId="{6E65A535-6687-4F99-AA09-5AB67EBB4A35}" destId="{6385EE8F-9E9E-42BD-A60C-66D0AC17B904}" srcOrd="0" destOrd="0" presId="urn:microsoft.com/office/officeart/2018/2/layout/IconVerticalSolidList"/>
    <dgm:cxn modelId="{4A25709E-7D59-4527-BFCC-2A5B2ACD84EC}" type="presParOf" srcId="{6E65A535-6687-4F99-AA09-5AB67EBB4A35}" destId="{11343863-4CEC-45C1-AD97-EB4A3CE00149}" srcOrd="1" destOrd="0" presId="urn:microsoft.com/office/officeart/2018/2/layout/IconVerticalSolidList"/>
    <dgm:cxn modelId="{C5FB6897-BDF4-4CE3-AF29-5F4FBF6085BE}" type="presParOf" srcId="{6E65A535-6687-4F99-AA09-5AB67EBB4A35}" destId="{E7410029-261B-4BBB-87B3-1E042C2F2428}" srcOrd="2" destOrd="0" presId="urn:microsoft.com/office/officeart/2018/2/layout/IconVerticalSolidList"/>
    <dgm:cxn modelId="{BA506DDA-73C3-41D1-B955-A2BD5D4BE111}" type="presParOf" srcId="{6E65A535-6687-4F99-AA09-5AB67EBB4A35}" destId="{3E107AF5-020E-4BB0-A327-7953DD652E13}" srcOrd="3" destOrd="0" presId="urn:microsoft.com/office/officeart/2018/2/layout/IconVerticalSolidList"/>
    <dgm:cxn modelId="{6F9F56AE-ABE5-40B7-B1CF-365E350A8E55}" type="presParOf" srcId="{25303713-6597-4CA3-AEEB-15CFE429878E}" destId="{B0023F3F-B01E-4541-8B80-3D7A93A79A3F}" srcOrd="1" destOrd="0" presId="urn:microsoft.com/office/officeart/2018/2/layout/IconVerticalSolidList"/>
    <dgm:cxn modelId="{28975BB5-46B4-4AAE-8BF0-022762C3AB05}" type="presParOf" srcId="{25303713-6597-4CA3-AEEB-15CFE429878E}" destId="{9B31B6E0-5264-4085-9BF9-9F54F86C8E6C}" srcOrd="2" destOrd="0" presId="urn:microsoft.com/office/officeart/2018/2/layout/IconVerticalSolidList"/>
    <dgm:cxn modelId="{31FE5D96-99DF-4CF2-A56D-982D5E79FC36}" type="presParOf" srcId="{9B31B6E0-5264-4085-9BF9-9F54F86C8E6C}" destId="{89A45CE6-CCBD-4A89-A5C8-8C998C8372D0}" srcOrd="0" destOrd="0" presId="urn:microsoft.com/office/officeart/2018/2/layout/IconVerticalSolidList"/>
    <dgm:cxn modelId="{842AB5D3-0997-4355-875E-4104575E5F1E}" type="presParOf" srcId="{9B31B6E0-5264-4085-9BF9-9F54F86C8E6C}" destId="{A1DECC33-7923-4E51-B384-3CE0ACB9955C}" srcOrd="1" destOrd="0" presId="urn:microsoft.com/office/officeart/2018/2/layout/IconVerticalSolidList"/>
    <dgm:cxn modelId="{01B6DD1D-5A40-4720-B3FF-9B8A954A0AAD}" type="presParOf" srcId="{9B31B6E0-5264-4085-9BF9-9F54F86C8E6C}" destId="{CC1F81A7-4510-4B53-9D06-765174AE4CF2}" srcOrd="2" destOrd="0" presId="urn:microsoft.com/office/officeart/2018/2/layout/IconVerticalSolidList"/>
    <dgm:cxn modelId="{80519B61-47C2-40A9-9633-1AD144C9FFF5}" type="presParOf" srcId="{9B31B6E0-5264-4085-9BF9-9F54F86C8E6C}" destId="{24630BF1-D4CB-4F53-A7CC-537E444F1D2F}" srcOrd="3" destOrd="0" presId="urn:microsoft.com/office/officeart/2018/2/layout/IconVerticalSolidList"/>
    <dgm:cxn modelId="{DBFF23A3-10CC-49F9-AC4C-4792904E1A1A}" type="presParOf" srcId="{25303713-6597-4CA3-AEEB-15CFE429878E}" destId="{A46FFA7A-6AE6-47B7-A345-B96C203A800B}" srcOrd="3" destOrd="0" presId="urn:microsoft.com/office/officeart/2018/2/layout/IconVerticalSolidList"/>
    <dgm:cxn modelId="{F216D87A-B1FF-46DA-9E09-FC2D391728A0}" type="presParOf" srcId="{25303713-6597-4CA3-AEEB-15CFE429878E}" destId="{23669C53-9776-43FA-B162-F7371F11B2C9}" srcOrd="4" destOrd="0" presId="urn:microsoft.com/office/officeart/2018/2/layout/IconVerticalSolidList"/>
    <dgm:cxn modelId="{9A4D9B65-A985-4B06-AFBF-0BF61AF11E4B}" type="presParOf" srcId="{23669C53-9776-43FA-B162-F7371F11B2C9}" destId="{663F15D3-D285-4447-A4ED-512F947ED4A5}" srcOrd="0" destOrd="0" presId="urn:microsoft.com/office/officeart/2018/2/layout/IconVerticalSolidList"/>
    <dgm:cxn modelId="{6C3E3971-EEAF-44AD-91F7-CB68ACF89573}" type="presParOf" srcId="{23669C53-9776-43FA-B162-F7371F11B2C9}" destId="{6C59E08F-E855-41CF-B5CC-F3AFAC026C8F}" srcOrd="1" destOrd="0" presId="urn:microsoft.com/office/officeart/2018/2/layout/IconVerticalSolidList"/>
    <dgm:cxn modelId="{8D3DEBEE-B8A2-4194-A64E-51E41797394D}" type="presParOf" srcId="{23669C53-9776-43FA-B162-F7371F11B2C9}" destId="{60CD56B7-B167-4A27-9D60-A71F5FE7A2A2}" srcOrd="2" destOrd="0" presId="urn:microsoft.com/office/officeart/2018/2/layout/IconVerticalSolidList"/>
    <dgm:cxn modelId="{DECAAFCE-7386-4FE0-9C7A-FE0D6680AE8A}" type="presParOf" srcId="{23669C53-9776-43FA-B162-F7371F11B2C9}" destId="{0ADA70D4-5328-4688-96C6-0D796914A2F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85EE8F-9E9E-42BD-A60C-66D0AC17B904}">
      <dsp:nvSpPr>
        <dsp:cNvPr id="0" name=""/>
        <dsp:cNvSpPr/>
      </dsp:nvSpPr>
      <dsp:spPr>
        <a:xfrm>
          <a:off x="0" y="686"/>
          <a:ext cx="7742583" cy="1606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43863-4CEC-45C1-AD97-EB4A3CE00149}">
      <dsp:nvSpPr>
        <dsp:cNvPr id="0" name=""/>
        <dsp:cNvSpPr/>
      </dsp:nvSpPr>
      <dsp:spPr>
        <a:xfrm>
          <a:off x="486071" y="362227"/>
          <a:ext cx="883766" cy="8837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07AF5-020E-4BB0-A327-7953DD652E13}">
      <dsp:nvSpPr>
        <dsp:cNvPr id="0" name=""/>
        <dsp:cNvSpPr/>
      </dsp:nvSpPr>
      <dsp:spPr>
        <a:xfrm>
          <a:off x="1855909" y="686"/>
          <a:ext cx="5886673" cy="1606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058" tIns="170058" rIns="170058" bIns="17005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mbria" panose="02040503050406030204" pitchFamily="18" charset="0"/>
            </a:rPr>
            <a:t>Involves increasing the frequency of the time series data. </a:t>
          </a:r>
        </a:p>
      </dsp:txBody>
      <dsp:txXfrm>
        <a:off x="1855909" y="686"/>
        <a:ext cx="5886673" cy="1606847"/>
      </dsp:txXfrm>
    </dsp:sp>
    <dsp:sp modelId="{89A45CE6-CCBD-4A89-A5C8-8C998C8372D0}">
      <dsp:nvSpPr>
        <dsp:cNvPr id="0" name=""/>
        <dsp:cNvSpPr/>
      </dsp:nvSpPr>
      <dsp:spPr>
        <a:xfrm>
          <a:off x="0" y="2009246"/>
          <a:ext cx="7742583" cy="1606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DECC33-7923-4E51-B384-3CE0ACB9955C}">
      <dsp:nvSpPr>
        <dsp:cNvPr id="0" name=""/>
        <dsp:cNvSpPr/>
      </dsp:nvSpPr>
      <dsp:spPr>
        <a:xfrm>
          <a:off x="486071" y="2370787"/>
          <a:ext cx="883766" cy="8837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30BF1-D4CB-4F53-A7CC-537E444F1D2F}">
      <dsp:nvSpPr>
        <dsp:cNvPr id="0" name=""/>
        <dsp:cNvSpPr/>
      </dsp:nvSpPr>
      <dsp:spPr>
        <a:xfrm>
          <a:off x="1855909" y="2009246"/>
          <a:ext cx="5886673" cy="1606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058" tIns="170058" rIns="170058" bIns="17005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mbria" panose="02040503050406030204" pitchFamily="18" charset="0"/>
            </a:rPr>
            <a:t>E.g., converting daily data to hourly data. </a:t>
          </a:r>
        </a:p>
      </dsp:txBody>
      <dsp:txXfrm>
        <a:off x="1855909" y="2009246"/>
        <a:ext cx="5886673" cy="1606847"/>
      </dsp:txXfrm>
    </dsp:sp>
    <dsp:sp modelId="{663F15D3-D285-4447-A4ED-512F947ED4A5}">
      <dsp:nvSpPr>
        <dsp:cNvPr id="0" name=""/>
        <dsp:cNvSpPr/>
      </dsp:nvSpPr>
      <dsp:spPr>
        <a:xfrm>
          <a:off x="0" y="4017806"/>
          <a:ext cx="7742583" cy="1606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9E08F-E855-41CF-B5CC-F3AFAC026C8F}">
      <dsp:nvSpPr>
        <dsp:cNvPr id="0" name=""/>
        <dsp:cNvSpPr/>
      </dsp:nvSpPr>
      <dsp:spPr>
        <a:xfrm>
          <a:off x="486071" y="4379347"/>
          <a:ext cx="883766" cy="8837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A70D4-5328-4688-96C6-0D796914A2FF}">
      <dsp:nvSpPr>
        <dsp:cNvPr id="0" name=""/>
        <dsp:cNvSpPr/>
      </dsp:nvSpPr>
      <dsp:spPr>
        <a:xfrm>
          <a:off x="1855909" y="4017806"/>
          <a:ext cx="5886673" cy="1606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058" tIns="170058" rIns="170058" bIns="17005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mbria" panose="02040503050406030204" pitchFamily="18" charset="0"/>
            </a:rPr>
            <a:t>Can be done using various techniques such as interpolation and filling missing values. </a:t>
          </a:r>
          <a:br>
            <a:rPr lang="en-US" sz="2300" kern="1200" dirty="0">
              <a:latin typeface="Cambria" panose="02040503050406030204" pitchFamily="18" charset="0"/>
            </a:rPr>
          </a:br>
          <a:endParaRPr lang="en-US" sz="2300" kern="1200" dirty="0">
            <a:latin typeface="Cambria" panose="02040503050406030204" pitchFamily="18" charset="0"/>
          </a:endParaRPr>
        </a:p>
      </dsp:txBody>
      <dsp:txXfrm>
        <a:off x="1855909" y="4017806"/>
        <a:ext cx="5886673" cy="1606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5T12:21:50.8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26 478,'1302'0,"-1248"-2,0-3,57-13,-55 7,98-4,-142 14,0 1,-1-2,1 0,-1 0,0-1,1-1,-1 0,-1 0,1-1,-1 0,1-1,-2 0,1-1,-1 0,0-1,0 0,-1 0,0 0,0-1,-1-1,0 1,8-17,-13 24,-1 0,0 0,1-1,-1 1,0-1,0 1,0-1,-1 1,1-1,-1 1,1-1,-1 1,0-1,0 0,0 1,0-1,0 0,-1 1,-1-5,1 5,-1-1,0 1,0 0,0 0,0 0,0 0,0 0,-1 0,1 1,-1-1,1 1,-1 0,1 0,-1 0,0 0,0 0,-4-1,-32-7,-1 2,0 1,-44 1,-124 6,73 2,109-3,-98 1,-197-25,166-9,95 18,-103-11,-97-12,7 1,209 34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2:32:02.1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 0,'3295'-76'0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5T12:32:04.2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79,'2070'0,"-2038"-2,0-2,0-1,57-16,11-3,12 10,2 5,186 10,-121 1,-116-2,-34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2:32:14.7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0,'8123'24'0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12:32:20.8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0,'4099'0'0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5T12:32:24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27,'4'-2,"-1"-1,1 0,0 1,0 0,0 0,0 0,1 0,-1 1,0-1,1 1,-1 1,8-2,62 0,-49 2,790-1,-393 3,-252 11,-4 0,3061-11,-1525-5,-1677 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23D8-0271-F541-9BCD-5C391912005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D8E-D471-A34E-AB17-24705BCE4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90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75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57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Main characteristics</a:t>
            </a:r>
          </a:p>
          <a:p>
            <a:r>
              <a:rPr lang="en-AU" b="1" dirty="0"/>
              <a:t>1. Time order</a:t>
            </a:r>
          </a:p>
          <a:p>
            <a:r>
              <a:rPr lang="en-AU" dirty="0"/>
              <a:t>Observations must be arranged chronologically:</a:t>
            </a:r>
          </a:p>
          <a:p>
            <a:r>
              <a:rPr lang="en-AU" b="1" dirty="0"/>
              <a:t>2. Trend</a:t>
            </a:r>
          </a:p>
          <a:p>
            <a:r>
              <a:rPr lang="en-AU" dirty="0"/>
              <a:t>A trend is a long-term increase or decrease.</a:t>
            </a:r>
          </a:p>
          <a:p>
            <a:r>
              <a:rPr lang="en-AU" b="1" dirty="0"/>
              <a:t>3. Seasonality</a:t>
            </a:r>
          </a:p>
          <a:p>
            <a:r>
              <a:rPr lang="en-AU" dirty="0"/>
              <a:t>Seasonality is a pattern that repeats at regular intervals.</a:t>
            </a:r>
          </a:p>
          <a:p>
            <a:r>
              <a:rPr lang="en-AU" dirty="0"/>
              <a:t>Examples:</a:t>
            </a:r>
          </a:p>
          <a:p>
            <a:pPr lvl="0"/>
            <a:r>
              <a:rPr lang="en-AU" dirty="0"/>
              <a:t>electricity usage increases every winter; </a:t>
            </a:r>
          </a:p>
          <a:p>
            <a:pPr lvl="0"/>
            <a:r>
              <a:rPr lang="en-AU" dirty="0"/>
              <a:t>retail sales increase every December;</a:t>
            </a:r>
          </a:p>
          <a:p>
            <a:r>
              <a:rPr lang="en-AU" b="1" dirty="0"/>
              <a:t>4. Cycles</a:t>
            </a:r>
          </a:p>
          <a:p>
            <a:r>
              <a:rPr lang="en-AU" dirty="0"/>
              <a:t>Cycles are increases and decreases that occur over longer periods but may not repeat at perfectly regular intervals.</a:t>
            </a:r>
          </a:p>
          <a:p>
            <a:r>
              <a:rPr lang="en-AU" dirty="0"/>
              <a:t>Economic growth and recession are common examples.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80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Time series in finance</a:t>
            </a:r>
          </a:p>
          <a:p>
            <a:r>
              <a:rPr lang="en-AU" dirty="0"/>
              <a:t>A </a:t>
            </a:r>
            <a:r>
              <a:rPr lang="en-AU" b="1" dirty="0"/>
              <a:t>financial time series</a:t>
            </a:r>
            <a:r>
              <a:rPr lang="en-AU" dirty="0"/>
              <a:t> is a sequence of financial values recorded in chronological order.</a:t>
            </a:r>
          </a:p>
          <a:p>
            <a:r>
              <a:rPr lang="en-AU" dirty="0"/>
              <a:t>Examples include:</a:t>
            </a:r>
          </a:p>
          <a:p>
            <a:pPr lvl="0"/>
            <a:r>
              <a:rPr lang="en-AU" dirty="0"/>
              <a:t>daily share prices; </a:t>
            </a:r>
          </a:p>
          <a:p>
            <a:pPr lvl="0"/>
            <a:r>
              <a:rPr lang="en-AU" dirty="0"/>
              <a:t>hourly cryptocurrency prices; </a:t>
            </a:r>
          </a:p>
          <a:p>
            <a:pPr lvl="0"/>
            <a:r>
              <a:rPr lang="en-AU" dirty="0"/>
              <a:t>monthly company revenue; </a:t>
            </a:r>
          </a:p>
          <a:p>
            <a:pPr lvl="0"/>
            <a:r>
              <a:rPr lang="en-AU" dirty="0"/>
              <a:t>quarterly profit;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7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</a:t>
            </a:r>
            <a:r>
              <a:rPr lang="en-AU" b="1" dirty="0"/>
              <a:t>healthcare time series</a:t>
            </a:r>
            <a:r>
              <a:rPr lang="en-AU" dirty="0"/>
              <a:t> is a sequence of health-related measurements recorded for a patient, hospital, or population over time.</a:t>
            </a:r>
          </a:p>
          <a:p>
            <a:r>
              <a:rPr lang="en-AU" dirty="0"/>
              <a:t>The </a:t>
            </a:r>
            <a:r>
              <a:rPr lang="en-AU" b="1" dirty="0"/>
              <a:t>order and timing</a:t>
            </a:r>
            <a:r>
              <a:rPr lang="en-AU" dirty="0"/>
              <a:t> of observations are important because healthcare professionals want to understand how a condition changes.</a:t>
            </a:r>
          </a:p>
          <a:p>
            <a:r>
              <a:rPr lang="en-AU" b="1" dirty="0" err="1"/>
              <a:t>xamples</a:t>
            </a:r>
            <a:endParaRPr lang="en-AU" b="1" dirty="0"/>
          </a:p>
          <a:p>
            <a:r>
              <a:rPr lang="en-AU" dirty="0"/>
              <a:t>Healthcare time-series data includes:</a:t>
            </a:r>
          </a:p>
          <a:p>
            <a:pPr lvl="0"/>
            <a:r>
              <a:rPr lang="en-AU" dirty="0"/>
              <a:t>heart rate recorded every second; </a:t>
            </a:r>
          </a:p>
          <a:p>
            <a:pPr lvl="0"/>
            <a:r>
              <a:rPr lang="en-AU" dirty="0"/>
              <a:t>blood pressure measured daily; </a:t>
            </a:r>
          </a:p>
          <a:p>
            <a:pPr lvl="0"/>
            <a:r>
              <a:rPr lang="en-AU" dirty="0"/>
              <a:t>blood glucose measured throughout the day;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69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35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pd.date_range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creates a sequence of dates or timestamps at regular intervals. It is especially useful for constructing a time-series index.</a:t>
            </a:r>
          </a:p>
          <a:p>
            <a:r>
              <a:rPr lang="en-AU" dirty="0"/>
              <a:t>The </a:t>
            </a:r>
            <a:r>
              <a:rPr lang="en-AU" b="1" dirty="0"/>
              <a:t>default</a:t>
            </a:r>
            <a:r>
              <a:rPr lang="en-AU" dirty="0"/>
              <a:t> frequency is one </a:t>
            </a:r>
            <a:r>
              <a:rPr lang="en-AU" b="1" dirty="0"/>
              <a:t>day</a:t>
            </a:r>
            <a:r>
              <a:rPr lang="en-AU" dirty="0"/>
              <a:t>.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Freq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AU" b="1" dirty="0"/>
              <a:t>Distance</a:t>
            </a:r>
            <a:r>
              <a:rPr lang="en-AU" dirty="0"/>
              <a:t> between timestamps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81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1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parse_dates</a:t>
            </a:r>
            <a:r>
              <a:rPr lang="en-AU" b="1" dirty="0"/>
              <a:t> </a:t>
            </a:r>
            <a:r>
              <a:rPr lang="en-AU" dirty="0"/>
              <a:t>tells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pd.read_csv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to </a:t>
            </a:r>
            <a:r>
              <a:rPr lang="en-AU" b="1" dirty="0"/>
              <a:t>convert selected columns into pandas datetime </a:t>
            </a:r>
            <a:r>
              <a:rPr lang="en-AU" dirty="0"/>
              <a:t>values while loading a CSV file.</a:t>
            </a:r>
          </a:p>
          <a:p>
            <a:r>
              <a:rPr lang="en-AU" b="1" dirty="0"/>
              <a:t>Without</a:t>
            </a:r>
            <a:r>
              <a:rPr lang="en-AU" dirty="0"/>
              <a:t>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parse_dates</a:t>
            </a:r>
            <a:r>
              <a:rPr lang="en-AU" dirty="0"/>
              <a:t>, the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en-AU" dirty="0"/>
              <a:t> column may be read as </a:t>
            </a:r>
            <a:r>
              <a:rPr lang="en-AU" b="1" dirty="0"/>
              <a:t>text.</a:t>
            </a:r>
          </a:p>
          <a:p>
            <a:endParaRPr lang="en-AU" b="1" dirty="0"/>
          </a:p>
          <a:p>
            <a:r>
              <a:rPr lang="en-AU" dirty="0"/>
              <a:t>Pandas compares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new_dates</a:t>
            </a:r>
            <a:r>
              <a:rPr lang="en-AU" dirty="0"/>
              <a:t> with the existing index:</a:t>
            </a:r>
            <a:endParaRPr lang="en-AU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Existing matching dates → their data is retained.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New dates not previously present → new rows containing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</a:t>
            </a:r>
            <a:r>
              <a:rPr lang="en-AU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Old dates not included 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new_dates</a:t>
            </a:r>
            <a:r>
              <a:rPr lang="en-AU" dirty="0"/>
              <a:t> → those rows are removed.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dirty="0"/>
              <a:t>Rows are reordered according to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new_dates</a:t>
            </a:r>
            <a:r>
              <a:rPr lang="en-AU" dirty="0"/>
              <a:t>.</a:t>
            </a:r>
          </a:p>
          <a:p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This is different from directly replacing the index: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df.reindex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new_dates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AU" dirty="0"/>
              <a:t> does </a:t>
            </a:r>
            <a:r>
              <a:rPr lang="en-AU" b="1" dirty="0"/>
              <a:t>not simply replace</a:t>
            </a:r>
            <a:r>
              <a:rPr lang="en-AU" dirty="0"/>
              <a:t> the existing index values.</a:t>
            </a:r>
          </a:p>
          <a:p>
            <a:r>
              <a:rPr lang="en-AU" dirty="0"/>
              <a:t>It makes the </a:t>
            </a:r>
            <a:r>
              <a:rPr lang="en-AU" dirty="0" err="1"/>
              <a:t>DataFrame</a:t>
            </a:r>
            <a:r>
              <a:rPr lang="en-AU" dirty="0"/>
              <a:t> conform to the new index and matches rows using index labels.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8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77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90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refers to using a </a:t>
            </a:r>
            <a:r>
              <a:rPr lang="en-AU" b="1" dirty="0"/>
              <a:t>semi-monthly date range</a:t>
            </a:r>
            <a:r>
              <a:rPr lang="en-AU" dirty="0"/>
              <a:t>, which selects two dates each month:</a:t>
            </a:r>
          </a:p>
          <a:p>
            <a:pPr lvl="0"/>
            <a:r>
              <a:rPr lang="en-AU" dirty="0"/>
              <a:t>The </a:t>
            </a:r>
            <a:r>
              <a:rPr lang="en-AU" b="1" dirty="0"/>
              <a:t>1st day</a:t>
            </a:r>
            <a:r>
              <a:rPr lang="en-AU" dirty="0"/>
              <a:t> of the month </a:t>
            </a:r>
          </a:p>
          <a:p>
            <a:pPr lvl="0"/>
            <a:r>
              <a:rPr lang="en-AU" dirty="0"/>
              <a:t>The </a:t>
            </a:r>
            <a:r>
              <a:rPr lang="en-AU" b="1" dirty="0"/>
              <a:t>15th day</a:t>
            </a:r>
            <a:r>
              <a:rPr lang="en-AU" dirty="0"/>
              <a:t> of the month </a:t>
            </a:r>
          </a:p>
          <a:p>
            <a:pPr lvl="1"/>
            <a:r>
              <a:rPr lang="en-AU" dirty="0"/>
              <a:t>For example:</a:t>
            </a:r>
          </a:p>
          <a:p>
            <a:pPr lvl="1"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January</a:t>
            </a:r>
          </a:p>
          <a:p>
            <a:pPr lvl="1"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January</a:t>
            </a:r>
          </a:p>
          <a:p>
            <a:pPr lvl="1"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February</a:t>
            </a:r>
          </a:p>
          <a:p>
            <a:pPr lvl="1"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February</a:t>
            </a:r>
          </a:p>
          <a:p>
            <a:pPr lvl="1"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March</a:t>
            </a:r>
          </a:p>
          <a:p>
            <a:pPr lvl="1"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March</a:t>
            </a:r>
          </a:p>
          <a:p>
            <a:r>
              <a:rPr lang="en-AU" dirty="0"/>
              <a:t>However, the original stock-market dataset normally contains data only for </a:t>
            </a:r>
            <a:r>
              <a:rPr lang="en-AU" b="1" dirty="0"/>
              <a:t>business days</a:t>
            </a:r>
            <a:r>
              <a:rPr lang="en-AU" dirty="0"/>
              <a:t>. The stock market is closed on Saturdays, Sundays and some public holidays.</a:t>
            </a:r>
          </a:p>
          <a:p>
            <a:r>
              <a:rPr lang="en-AU" dirty="0"/>
              <a:t>For example, suppose the generated dates include:</a:t>
            </a:r>
          </a:p>
          <a:p>
            <a:pPr rtl="0"/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2020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-02-01 → Saturday</a:t>
            </a: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2020-02-15 → Saturday</a:t>
            </a:r>
          </a:p>
          <a:p>
            <a:r>
              <a:rPr lang="en-AU" dirty="0"/>
              <a:t>When the </a:t>
            </a:r>
            <a:r>
              <a:rPr lang="en-AU" dirty="0" err="1"/>
              <a:t>DataFrame</a:t>
            </a:r>
            <a:r>
              <a:rPr lang="en-AU" dirty="0"/>
              <a:t> is reindexed using these dates, Pandas cannot find matching rows in the original stock data. It therefore creates the rows and assigns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1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date.weekday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.weekday()</a:t>
            </a:r>
            <a:r>
              <a:rPr lang="en-AU" dirty="0"/>
              <a:t> returns the </a:t>
            </a:r>
            <a:r>
              <a:rPr lang="en-AU" b="1" dirty="0"/>
              <a:t>day of the week as an integer</a:t>
            </a:r>
            <a:r>
              <a:rPr lang="en-AU" dirty="0"/>
              <a:t> for a Python date or datetime value.</a:t>
            </a:r>
          </a:p>
          <a:p>
            <a:endParaRPr lang="en-AU" dirty="0"/>
          </a:p>
          <a:p>
            <a:r>
              <a:rPr lang="en-AU" dirty="0"/>
              <a:t>Number 	Day</a:t>
            </a:r>
          </a:p>
          <a:p>
            <a:r>
              <a:rPr lang="en-AU" dirty="0"/>
              <a:t>0	Monday</a:t>
            </a:r>
          </a:p>
          <a:p>
            <a:r>
              <a:rPr lang="en-AU" dirty="0"/>
              <a:t>1	Tuesday</a:t>
            </a:r>
          </a:p>
          <a:p>
            <a:r>
              <a:rPr lang="en-AU" dirty="0"/>
              <a:t>2	Wednesday</a:t>
            </a:r>
          </a:p>
          <a:p>
            <a:r>
              <a:rPr lang="en-AU" dirty="0"/>
              <a:t>3	Thursday</a:t>
            </a:r>
          </a:p>
          <a:p>
            <a:r>
              <a:rPr lang="en-AU" dirty="0"/>
              <a:t>4	Friday</a:t>
            </a:r>
          </a:p>
          <a:p>
            <a:r>
              <a:rPr lang="en-AU" dirty="0"/>
              <a:t>5	Saturday</a:t>
            </a:r>
          </a:p>
          <a:p>
            <a:r>
              <a:rPr lang="en-AU" dirty="0"/>
              <a:t>6	Sunday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67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3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Resampling means changing the time frequency of data—for example:</a:t>
            </a:r>
          </a:p>
          <a:p>
            <a:pPr lvl="0"/>
            <a:r>
              <a:rPr lang="en-AU" dirty="0"/>
              <a:t>Daily data → monthly data </a:t>
            </a:r>
          </a:p>
          <a:p>
            <a:pPr lvl="0"/>
            <a:r>
              <a:rPr lang="en-AU" dirty="0"/>
              <a:t>Hourly data → daily data </a:t>
            </a:r>
          </a:p>
          <a:p>
            <a:pPr lvl="0"/>
            <a:r>
              <a:rPr lang="en-AU" dirty="0"/>
              <a:t>Monthly data → daily data </a:t>
            </a:r>
          </a:p>
          <a:p>
            <a:r>
              <a:rPr lang="en-AU" dirty="0"/>
              <a:t>It is similar to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groupby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, but the groups are created from time intervals.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90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E.g., minute-level stock price data for a whole year can be </a:t>
            </a:r>
            <a:r>
              <a:rPr lang="en-US" sz="1200" dirty="0" err="1"/>
              <a:t>downsampled</a:t>
            </a:r>
            <a:r>
              <a:rPr lang="en-US" sz="1200" dirty="0"/>
              <a:t> to daily summaries.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16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Pd.date_range</a:t>
            </a:r>
            <a:r>
              <a:rPr lang="en-US" dirty="0"/>
              <a:t>() creates timeline</a:t>
            </a:r>
          </a:p>
          <a:p>
            <a:r>
              <a:rPr lang="en-US" dirty="0"/>
              <a:t>.reindex() makes the DF follow this timeline.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53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45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err="1"/>
              <a:t>Upsampling</a:t>
            </a:r>
            <a:r>
              <a:rPr lang="en-AU" dirty="0"/>
              <a:t> changes less-frequent observations into a more-frequent timeline.</a:t>
            </a:r>
          </a:p>
          <a:p>
            <a:r>
              <a:rPr lang="en-AU" dirty="0"/>
              <a:t>For example, monthly data can become daily data:</a:t>
            </a:r>
          </a:p>
          <a:p>
            <a:r>
              <a:rPr lang="en-AU" dirty="0"/>
              <a:t>New dates normally contain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</a:t>
            </a:r>
            <a:r>
              <a:rPr lang="en-AU" dirty="0"/>
              <a:t> because the original data does not provide values for them.</a:t>
            </a:r>
          </a:p>
          <a:p>
            <a:r>
              <a:rPr lang="en-AU" dirty="0"/>
              <a:t>You can fill them in different ways:</a:t>
            </a: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Use the previous known value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df.resample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('D').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ffill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Use the next known value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df.resample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('D').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bfill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Estimate values between observations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df.resample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('D').interpolate()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265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 err="1"/>
              <a:t>Downsampling</a:t>
            </a:r>
            <a:r>
              <a:rPr lang="en-AU" b="1" dirty="0"/>
              <a:t>: aggregate</a:t>
            </a:r>
          </a:p>
          <a:p>
            <a:r>
              <a:rPr lang="en-AU" dirty="0" err="1"/>
              <a:t>Downsampling</a:t>
            </a:r>
            <a:r>
              <a:rPr lang="en-AU" dirty="0"/>
              <a:t> means changing from a higher frequency to a lower frequency, so multiple observations fall into each new time period. We therefore need an aggregation function to combine them.</a:t>
            </a:r>
          </a:p>
          <a:p>
            <a:r>
              <a:rPr lang="en-AU" b="1" dirty="0" err="1"/>
              <a:t>Upsampling</a:t>
            </a:r>
            <a:r>
              <a:rPr lang="en-AU" b="1" dirty="0"/>
              <a:t>: fill or estimate</a:t>
            </a:r>
          </a:p>
          <a:p>
            <a:r>
              <a:rPr lang="en-AU" dirty="0" err="1"/>
              <a:t>Upsampling</a:t>
            </a:r>
            <a:r>
              <a:rPr lang="en-AU" dirty="0"/>
              <a:t> means changing from a lower frequency to a higher frequency. This creates new timestamps without recorded values, so they initially contain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You can then handle the missing timestamps with:</a:t>
            </a:r>
          </a:p>
          <a:p>
            <a:pPr lvl="1"/>
            <a:r>
              <a:rPr lang="en-AU" dirty="0" err="1"/>
              <a:t>df.resample</a:t>
            </a:r>
            <a:r>
              <a:rPr lang="en-AU" dirty="0"/>
              <a:t>('D').</a:t>
            </a:r>
            <a:r>
              <a:rPr lang="en-AU" dirty="0" err="1"/>
              <a:t>ffill</a:t>
            </a:r>
            <a:r>
              <a:rPr lang="en-AU" dirty="0"/>
              <a:t>() # Use the previous value </a:t>
            </a:r>
          </a:p>
          <a:p>
            <a:pPr lvl="1"/>
            <a:r>
              <a:rPr lang="en-AU" dirty="0" err="1"/>
              <a:t>df.resample</a:t>
            </a:r>
            <a:r>
              <a:rPr lang="en-AU" dirty="0"/>
              <a:t>('D').</a:t>
            </a:r>
            <a:r>
              <a:rPr lang="en-AU" dirty="0" err="1"/>
              <a:t>bfill</a:t>
            </a:r>
            <a:r>
              <a:rPr lang="en-AU" dirty="0"/>
              <a:t>() # Use the next value</a:t>
            </a:r>
          </a:p>
          <a:p>
            <a:pPr lvl="1"/>
            <a:r>
              <a:rPr lang="en-AU" dirty="0" err="1"/>
              <a:t>df.resample</a:t>
            </a:r>
            <a:r>
              <a:rPr lang="en-AU" dirty="0"/>
              <a:t>('D').interpolate() # Estimate values between observations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26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35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To compute </a:t>
            </a:r>
            <a:r>
              <a:rPr lang="en-US" sz="1900" dirty="0">
                <a:effectLst/>
                <a:highlight>
                  <a:srgbClr val="FFFF00"/>
                </a:highlight>
              </a:rPr>
              <a:t>aggregate statistics</a:t>
            </a:r>
            <a:r>
              <a:rPr lang="en-US" sz="1900" dirty="0">
                <a:effectLst/>
              </a:rPr>
              <a:t> over a </a:t>
            </a:r>
            <a:r>
              <a:rPr lang="en-US" sz="1900" dirty="0">
                <a:effectLst/>
                <a:highlight>
                  <a:srgbClr val="FFFF00"/>
                </a:highlight>
              </a:rPr>
              <a:t>moving window </a:t>
            </a:r>
            <a:r>
              <a:rPr lang="en-US" sz="1900" dirty="0">
                <a:effectLst/>
              </a:rPr>
              <a:t>of time.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I</a:t>
            </a:r>
            <a:r>
              <a:rPr lang="en-US" sz="1900" dirty="0">
                <a:effectLst/>
              </a:rPr>
              <a:t>nvolves sliding a </a:t>
            </a:r>
            <a:r>
              <a:rPr lang="en-US" sz="1900" dirty="0">
                <a:effectLst/>
                <a:highlight>
                  <a:srgbClr val="FFFF00"/>
                </a:highlight>
              </a:rPr>
              <a:t>window of fixed size </a:t>
            </a:r>
            <a:r>
              <a:rPr lang="en-US" sz="1900" dirty="0">
                <a:effectLst/>
              </a:rPr>
              <a:t>over the time-series data and </a:t>
            </a:r>
            <a:r>
              <a:rPr lang="en-US" sz="1900" dirty="0">
                <a:effectLst/>
                <a:highlight>
                  <a:srgbClr val="FFFF00"/>
                </a:highlight>
              </a:rPr>
              <a:t>applying a function </a:t>
            </a:r>
            <a:r>
              <a:rPr lang="en-US" sz="1900" dirty="0">
                <a:effectLst/>
              </a:rPr>
              <a:t>to the data within each window.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/>
              <a:t>Useful for </a:t>
            </a:r>
            <a:r>
              <a:rPr lang="en-US" sz="1900" dirty="0">
                <a:highlight>
                  <a:srgbClr val="FFFF00"/>
                </a:highlight>
              </a:rPr>
              <a:t>smoothing noisy data </a:t>
            </a:r>
            <a:r>
              <a:rPr lang="en-US" sz="1900" dirty="0"/>
              <a:t>and </a:t>
            </a:r>
            <a:r>
              <a:rPr lang="en-US" sz="1900" dirty="0">
                <a:highlight>
                  <a:srgbClr val="FFFF00"/>
                </a:highlight>
              </a:rPr>
              <a:t>detecting anomalies</a:t>
            </a:r>
            <a:r>
              <a:rPr lang="en-US" sz="1900" dirty="0"/>
              <a:t>. </a:t>
            </a:r>
            <a:endParaRPr lang="en-US" sz="1900" dirty="0">
              <a:effectLst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effectLst/>
              </a:rPr>
              <a:t>E.g., a rolling window can be used to compute a </a:t>
            </a:r>
            <a:r>
              <a:rPr lang="en-US" sz="1900" dirty="0">
                <a:effectLst/>
                <a:highlight>
                  <a:srgbClr val="FFFF00"/>
                </a:highlight>
              </a:rPr>
              <a:t>moving average </a:t>
            </a:r>
            <a:r>
              <a:rPr lang="en-US" sz="1900" dirty="0">
                <a:effectLst/>
              </a:rPr>
              <a:t>of a time-series dataset. </a:t>
            </a:r>
          </a:p>
          <a:p>
            <a:pPr marL="5715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effectLst/>
              </a:rPr>
              <a:t>The moving average at each time point is computed by </a:t>
            </a:r>
            <a:r>
              <a:rPr lang="en-US" sz="1700" dirty="0">
                <a:effectLst/>
                <a:highlight>
                  <a:srgbClr val="FFFF00"/>
                </a:highlight>
              </a:rPr>
              <a:t>taking the average of the data within a fixed window size</a:t>
            </a:r>
            <a:r>
              <a:rPr lang="en-US" sz="1700" dirty="0">
                <a:effectLst/>
              </a:rPr>
              <a:t>, which slides along the time axis.</a:t>
            </a:r>
            <a:endParaRPr lang="en-US" sz="1700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903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06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649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99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method for calculating a </a:t>
            </a:r>
            <a:r>
              <a:rPr lang="en-US" dirty="0">
                <a:highlight>
                  <a:srgbClr val="FFFF00"/>
                </a:highlight>
              </a:rPr>
              <a:t>cumulative metric </a:t>
            </a:r>
            <a:r>
              <a:rPr lang="en-US" dirty="0"/>
              <a:t>in time series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Unlike a rolling window, which calculates the metric over a fixed time window, the expanding method calculates the metric </a:t>
            </a:r>
            <a:r>
              <a:rPr lang="en-US" dirty="0">
                <a:highlight>
                  <a:srgbClr val="FFFF00"/>
                </a:highlight>
              </a:rPr>
              <a:t>over all the preceding time periods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Start with the value of the metric at the first time period, then calculate the cumulative value of the metric for all the preceding time periods.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E.g., the </a:t>
            </a:r>
            <a:r>
              <a:rPr lang="en-US" dirty="0">
                <a:highlight>
                  <a:srgbClr val="FFFF00"/>
                </a:highlight>
              </a:rPr>
              <a:t>expanding sum of a time series </a:t>
            </a:r>
            <a:r>
              <a:rPr lang="en-US" dirty="0"/>
              <a:t>would be the </a:t>
            </a:r>
            <a:r>
              <a:rPr lang="en-US" dirty="0">
                <a:highlight>
                  <a:srgbClr val="FFFF00"/>
                </a:highlight>
              </a:rPr>
              <a:t>sum of all values up to and including the current time period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expanding method is useful for analyzing </a:t>
            </a:r>
            <a:r>
              <a:rPr lang="en-US" dirty="0">
                <a:highlight>
                  <a:srgbClr val="FFFF00"/>
                </a:highlight>
              </a:rPr>
              <a:t>long-term trends </a:t>
            </a:r>
            <a:r>
              <a:rPr lang="en-US" dirty="0"/>
              <a:t>in time series data, and for identifying </a:t>
            </a:r>
            <a:r>
              <a:rPr lang="en-US" dirty="0">
                <a:highlight>
                  <a:srgbClr val="FFFF00"/>
                </a:highlight>
              </a:rPr>
              <a:t>patterns that may not be visible in shorter time windows</a:t>
            </a:r>
            <a:r>
              <a:rPr lang="en-US" dirty="0"/>
              <a:t>. It can also help to </a:t>
            </a:r>
            <a:r>
              <a:rPr lang="en-US" dirty="0">
                <a:highlight>
                  <a:srgbClr val="FFFF00"/>
                </a:highlight>
              </a:rPr>
              <a:t>smooth out short-term fluctuations </a:t>
            </a:r>
            <a:r>
              <a:rPr lang="en-US" dirty="0"/>
              <a:t>and </a:t>
            </a:r>
            <a:r>
              <a:rPr lang="en-US" dirty="0">
                <a:highlight>
                  <a:srgbClr val="FFFF00"/>
                </a:highlight>
              </a:rPr>
              <a:t>highlight longer-term trends </a:t>
            </a:r>
            <a:r>
              <a:rPr lang="en-US" dirty="0"/>
              <a:t>in the data.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779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a </a:t>
            </a:r>
            <a:r>
              <a:rPr lang="en-AU" b="1" dirty="0"/>
              <a:t>rolling</a:t>
            </a:r>
            <a:r>
              <a:rPr lang="en-AU" dirty="0"/>
              <a:t> window when </a:t>
            </a:r>
            <a:r>
              <a:rPr lang="en-AU" b="1" dirty="0"/>
              <a:t>recent behaviour </a:t>
            </a:r>
            <a:r>
              <a:rPr lang="en-AU" dirty="0"/>
              <a:t>matters, such as:</a:t>
            </a:r>
          </a:p>
          <a:p>
            <a:pPr lvl="1"/>
            <a:r>
              <a:rPr lang="en-AU" dirty="0"/>
              <a:t>A seven-day temperature average </a:t>
            </a:r>
          </a:p>
          <a:p>
            <a:pPr lvl="1"/>
            <a:r>
              <a:rPr lang="en-AU" dirty="0"/>
              <a:t>A 30-day stock-price average </a:t>
            </a:r>
          </a:p>
          <a:p>
            <a:pPr lvl="1"/>
            <a:r>
              <a:rPr lang="en-AU" dirty="0"/>
              <a:t>Recent website traffic </a:t>
            </a:r>
          </a:p>
          <a:p>
            <a:pPr lvl="1"/>
            <a:r>
              <a:rPr lang="en-AU" dirty="0"/>
              <a:t>Short-term volatility </a:t>
            </a:r>
          </a:p>
          <a:p>
            <a:pPr lvl="1"/>
            <a:endParaRPr lang="en-AU" dirty="0"/>
          </a:p>
          <a:p>
            <a:r>
              <a:rPr lang="en-AU" dirty="0"/>
              <a:t>Use an </a:t>
            </a:r>
            <a:r>
              <a:rPr lang="en-AU" b="1" dirty="0"/>
              <a:t>expanding</a:t>
            </a:r>
            <a:r>
              <a:rPr lang="en-AU" dirty="0"/>
              <a:t> window when the </a:t>
            </a:r>
            <a:r>
              <a:rPr lang="en-AU" b="1" dirty="0"/>
              <a:t>full history </a:t>
            </a:r>
            <a:r>
              <a:rPr lang="en-AU" dirty="0"/>
              <a:t>matters, such as:</a:t>
            </a:r>
          </a:p>
          <a:p>
            <a:pPr lvl="1"/>
            <a:r>
              <a:rPr lang="en-AU" dirty="0"/>
              <a:t>Average sales since the beginning of the year </a:t>
            </a:r>
          </a:p>
          <a:p>
            <a:pPr lvl="1"/>
            <a:r>
              <a:rPr lang="en-AU" dirty="0"/>
              <a:t>Total rainfall recorded so far </a:t>
            </a:r>
          </a:p>
          <a:p>
            <a:pPr lvl="1"/>
            <a:r>
              <a:rPr lang="en-AU" dirty="0"/>
              <a:t>Cumulative profit </a:t>
            </a:r>
          </a:p>
          <a:p>
            <a:pPr lvl="1"/>
            <a:r>
              <a:rPr lang="en-AU" dirty="0"/>
              <a:t>Overall performance since a project started </a:t>
            </a:r>
          </a:p>
          <a:p>
            <a:pPr lvl="1"/>
            <a:endParaRPr lang="en-AU" dirty="0"/>
          </a:p>
          <a:p>
            <a:r>
              <a:rPr lang="en-AU" dirty="0"/>
              <a:t>The central difference is:</a:t>
            </a:r>
          </a:p>
          <a:p>
            <a:r>
              <a:rPr lang="en-AU" dirty="0"/>
              <a:t>Rolling uses a fixed amount of recent history; expanding uses all available history from the beginning.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267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totals are </a:t>
            </a:r>
            <a:r>
              <a:rPr lang="en-US" dirty="0">
                <a:highlight>
                  <a:srgbClr val="FFFF00"/>
                </a:highlight>
              </a:rPr>
              <a:t>a type of expanding calculation </a:t>
            </a:r>
            <a:r>
              <a:rPr lang="en-US" dirty="0"/>
              <a:t>that involve </a:t>
            </a:r>
            <a:r>
              <a:rPr lang="en-US" dirty="0">
                <a:highlight>
                  <a:srgbClr val="FFFF00"/>
                </a:highlight>
              </a:rPr>
              <a:t>adding up the values </a:t>
            </a:r>
            <a:r>
              <a:rPr lang="en-US" dirty="0"/>
              <a:t>of a time series over time, </a:t>
            </a:r>
            <a:r>
              <a:rPr lang="en-US" dirty="0">
                <a:highlight>
                  <a:srgbClr val="FFFF00"/>
                </a:highlight>
              </a:rPr>
              <a:t>starting from the first time period and including all the previous values up to the current time period. </a:t>
            </a:r>
          </a:p>
          <a:p>
            <a:r>
              <a:rPr lang="en-US" dirty="0"/>
              <a:t>Running totals are often used </a:t>
            </a:r>
            <a:r>
              <a:rPr lang="en-US" dirty="0">
                <a:highlight>
                  <a:srgbClr val="FFFF00"/>
                </a:highlight>
              </a:rPr>
              <a:t>to track cumulative changes or trends </a:t>
            </a:r>
            <a:r>
              <a:rPr lang="en-US" dirty="0"/>
              <a:t>in the data, or </a:t>
            </a:r>
            <a:r>
              <a:rPr lang="en-US" dirty="0">
                <a:highlight>
                  <a:srgbClr val="FFFF00"/>
                </a:highlight>
              </a:rPr>
              <a:t>to identify key inflection points or anomalies </a:t>
            </a:r>
            <a:r>
              <a:rPr lang="en-US" dirty="0"/>
              <a:t>in the time series.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834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645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0869248" cy="120549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6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9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3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789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065467"/>
            <a:ext cx="10869248" cy="409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GE3JOFwTWVM?feature=oembed" TargetMode="External"/><Relationship Id="rId1" Type="http://schemas.openxmlformats.org/officeDocument/2006/relationships/tags" Target="../tags/tag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3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customXml" Target="../ink/ink4.xml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8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40.png"/><Relationship Id="rId10" Type="http://schemas.openxmlformats.org/officeDocument/2006/relationships/customXml" Target="../ink/ink3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7.png"/><Relationship Id="rId14" Type="http://schemas.openxmlformats.org/officeDocument/2006/relationships/customXml" Target="../ink/ink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IlG2hYm-Bcw?feature=oembed" TargetMode="External"/><Relationship Id="rId1" Type="http://schemas.openxmlformats.org/officeDocument/2006/relationships/tags" Target="../tags/tag2.xml"/><Relationship Id="rId4" Type="http://schemas.openxmlformats.org/officeDocument/2006/relationships/image" Target="../media/image60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.gov.au/health-alerts/covid-19/case-numbers-and-statistics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FFDDA6-2CAE-438F-B0D6-FF4E710E2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8BA2-5609-1185-67AB-D0B477A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122" y="365125"/>
            <a:ext cx="5644844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Time-Series Data Analysis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4F7A9-0B69-50D3-EFD6-01EB73B9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SIT112 | Intro to Data Science &amp; AI</a:t>
            </a:r>
          </a:p>
          <a:p>
            <a:r>
              <a:rPr lang="en-US">
                <a:solidFill>
                  <a:schemeClr val="bg1"/>
                </a:solidFill>
              </a:rPr>
              <a:t>Lecture </a:t>
            </a:r>
            <a:r>
              <a:rPr lang="en-US" dirty="0">
                <a:solidFill>
                  <a:schemeClr val="bg1"/>
                </a:solidFill>
              </a:rPr>
              <a:t>Week 8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27DDA6F5-26EC-28A4-45B4-8F5AB8D9F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64" r="9242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B6CD3-1079-C315-AFA6-5381F1AB7B61}"/>
              </a:ext>
            </a:extLst>
          </p:cNvPr>
          <p:cNvSpPr txBox="1"/>
          <p:nvPr/>
        </p:nvSpPr>
        <p:spPr>
          <a:xfrm>
            <a:off x="484552" y="5054351"/>
            <a:ext cx="60960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Dr. Fatima Ansarizadeh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Lecturer in Applied AI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School of Information Technology, Deakin University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Email: f.ansarizadeh@deakin.edu.au</a:t>
            </a:r>
          </a:p>
        </p:txBody>
      </p:sp>
      <p:pic>
        <p:nvPicPr>
          <p:cNvPr id="2056" name="Picture 8" descr="Free Artificial Intelligence Brain illustration and picture">
            <a:extLst>
              <a:ext uri="{FF2B5EF4-FFF2-40B4-BE49-F238E27FC236}">
                <a16:creationId xmlns:a16="http://schemas.microsoft.com/office/drawing/2014/main" id="{2CAC7885-F5FC-9728-CD03-112A7145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21" y="1552489"/>
            <a:ext cx="6096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8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28"/>
    </mc:Choice>
    <mc:Fallback xmlns="">
      <p:transition spd="slow" advTm="137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023783-1BA7-4B53-8EDC-B7F22732F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8B7D45-C71F-4FD6-BE9F-31CB24678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05878"/>
            <a:ext cx="12192000" cy="4552121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E55DB-2DD2-4990-952E-AF7499C7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1DE2E-D7A0-4137-B8A6-3F996F89A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ECA9E-C489-4B62-9103-5A6D60EA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913"/>
            <a:ext cx="6095996" cy="2318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98495"/>
            <a:ext cx="5251230" cy="1601755"/>
          </a:xfrm>
        </p:spPr>
        <p:txBody>
          <a:bodyPr>
            <a:normAutofit/>
          </a:bodyPr>
          <a:lstStyle/>
          <a:p>
            <a:r>
              <a:rPr lang="en-US" sz="4400" dirty="0"/>
              <a:t>Objectives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19126D58-8FBC-653D-8295-1FBF59F14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363" y="136526"/>
            <a:ext cx="1973954" cy="1973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2501277"/>
            <a:ext cx="11473095" cy="3987908"/>
          </a:xfrm>
        </p:spPr>
        <p:txBody>
          <a:bodyPr>
            <a:noAutofit/>
          </a:bodyPr>
          <a:lstStyle/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Generate date ranges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 different time intervals.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Reindex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a generated date range.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how reindexing time-series data can improve plots, but also how it can lead to missing values in the data.</a:t>
            </a:r>
            <a:endParaRPr lang="en-US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how to apply a function to fix missing values in data that’s indexed by dates.</a:t>
            </a:r>
            <a:endParaRPr lang="en-US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</a:t>
            </a:r>
            <a:r>
              <a:rPr lang="en-US" sz="18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downsampling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18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upsampling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the use of the label and closed parameters in the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resample()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method. </a:t>
            </a:r>
          </a:p>
          <a:p>
            <a:pPr marL="344488" marR="228600" lvl="0" indent="-34448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how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downsampling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can improve plots.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rolling windows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228600" lvl="0">
              <a:spcBef>
                <a:spcPts val="0"/>
              </a:spcBef>
              <a:spcAft>
                <a:spcPts val="600"/>
              </a:spcAft>
            </a:pP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6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445"/>
    </mc:Choice>
    <mc:Fallback xmlns="">
      <p:transition spd="slow" advTm="9144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What is Time-Series Data?</a:t>
            </a:r>
          </a:p>
        </p:txBody>
      </p:sp>
    </p:spTree>
    <p:extLst>
      <p:ext uri="{BB962C8B-B14F-4D97-AF65-F5344CB8AC3E}">
        <p14:creationId xmlns:p14="http://schemas.microsoft.com/office/powerpoint/2010/main" val="29799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02"/>
    </mc:Choice>
    <mc:Fallback xmlns="">
      <p:transition spd="slow" advTm="1460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48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0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34C86-3C7E-D77B-C947-53C18D8C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en-US" dirty="0"/>
              <a:t>Time-Series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8E0F6-1494-8C01-4E36-C16FC0A02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238" y="3653093"/>
            <a:ext cx="4939165" cy="318907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AU" sz="1800" dirty="0"/>
              <a:t>Time-series data is data </a:t>
            </a:r>
            <a:r>
              <a:rPr lang="en-AU" sz="1800" dirty="0">
                <a:highlight>
                  <a:srgbClr val="00FFFF"/>
                </a:highlight>
              </a:rPr>
              <a:t>collected or recorded </a:t>
            </a:r>
            <a:r>
              <a:rPr lang="en-AU" sz="1800" dirty="0"/>
              <a:t>in </a:t>
            </a:r>
            <a:r>
              <a:rPr lang="en-AU" sz="1800" b="1" dirty="0">
                <a:highlight>
                  <a:srgbClr val="FFFF00"/>
                </a:highlight>
              </a:rPr>
              <a:t>time order</a:t>
            </a:r>
            <a:r>
              <a:rPr lang="en-AU" sz="1800" dirty="0"/>
              <a:t>, usually at </a:t>
            </a:r>
            <a:r>
              <a:rPr lang="en-AU" sz="1800" dirty="0">
                <a:highlight>
                  <a:srgbClr val="00FFFF"/>
                </a:highlight>
              </a:rPr>
              <a:t>regular intervals</a:t>
            </a:r>
            <a:r>
              <a:rPr lang="en-AU" sz="1800" dirty="0"/>
              <a:t>. So, unlike ordinary data, we </a:t>
            </a:r>
            <a:r>
              <a:rPr lang="en-AU" sz="1800" dirty="0">
                <a:highlight>
                  <a:srgbClr val="00FFFF"/>
                </a:highlight>
              </a:rPr>
              <a:t>cannot change the order of data points </a:t>
            </a:r>
            <a:r>
              <a:rPr lang="en-AU" sz="1800" dirty="0"/>
              <a:t>in a time series.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highlight>
                  <a:srgbClr val="FFFF00"/>
                </a:highlight>
              </a:rPr>
              <a:t>Each observation </a:t>
            </a:r>
            <a:r>
              <a:rPr lang="en-US" sz="1900" dirty="0"/>
              <a:t>is associated with a </a:t>
            </a:r>
            <a:r>
              <a:rPr lang="en-US" sz="1900" dirty="0">
                <a:highlight>
                  <a:srgbClr val="FFFF00"/>
                </a:highlight>
              </a:rPr>
              <a:t>specific time point</a:t>
            </a:r>
            <a:r>
              <a:rPr lang="en-US" sz="1900" dirty="0"/>
              <a:t>.</a:t>
            </a:r>
          </a:p>
        </p:txBody>
      </p:sp>
      <p:pic>
        <p:nvPicPr>
          <p:cNvPr id="1032" name="Picture 8" descr="Free Blur Chart photo and picture">
            <a:extLst>
              <a:ext uri="{FF2B5EF4-FFF2-40B4-BE49-F238E27FC236}">
                <a16:creationId xmlns:a16="http://schemas.microsoft.com/office/drawing/2014/main" id="{BBB884CB-C212-276E-E6EF-DDAEACA8AE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7" r="1" b="14632"/>
          <a:stretch/>
        </p:blipFill>
        <p:spPr bwMode="auto">
          <a:xfrm>
            <a:off x="5991734" y="0"/>
            <a:ext cx="6108356" cy="343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FA292D-1231-6537-C0AE-F8BCF1841B73}"/>
              </a:ext>
            </a:extLst>
          </p:cNvPr>
          <p:cNvSpPr txBox="1"/>
          <p:nvPr/>
        </p:nvSpPr>
        <p:spPr>
          <a:xfrm>
            <a:off x="5253403" y="3668927"/>
            <a:ext cx="66112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latin typeface="Cambria" panose="02040503050406030204" pitchFamily="18" charset="0"/>
              </a:rPr>
              <a:t>Main characteristics</a:t>
            </a:r>
          </a:p>
          <a:p>
            <a:endParaRPr lang="en-AU" b="1" dirty="0">
              <a:latin typeface="Cambria" panose="02040503050406030204" pitchFamily="18" charset="0"/>
            </a:endParaRPr>
          </a:p>
          <a:p>
            <a:pPr lvl="1"/>
            <a:r>
              <a:rPr lang="en-AU" dirty="0">
                <a:latin typeface="Cambria" panose="02040503050406030204" pitchFamily="18" charset="0"/>
              </a:rPr>
              <a:t>1. </a:t>
            </a:r>
            <a:r>
              <a:rPr lang="en-AU" b="1" dirty="0">
                <a:latin typeface="Cambria" panose="02040503050406030204" pitchFamily="18" charset="0"/>
              </a:rPr>
              <a:t>Time order</a:t>
            </a:r>
          </a:p>
          <a:p>
            <a:pPr lvl="1"/>
            <a:r>
              <a:rPr lang="en-AU" dirty="0">
                <a:latin typeface="Cambria" panose="02040503050406030204" pitchFamily="18" charset="0"/>
              </a:rPr>
              <a:t>	Observations must be arranged chronologically.</a:t>
            </a:r>
          </a:p>
          <a:p>
            <a:pPr lvl="1"/>
            <a:r>
              <a:rPr lang="en-AU" dirty="0">
                <a:latin typeface="Cambria" panose="02040503050406030204" pitchFamily="18" charset="0"/>
              </a:rPr>
              <a:t>2. </a:t>
            </a:r>
            <a:r>
              <a:rPr lang="en-AU" b="1" dirty="0">
                <a:latin typeface="Cambria" panose="02040503050406030204" pitchFamily="18" charset="0"/>
              </a:rPr>
              <a:t>Trend</a:t>
            </a:r>
          </a:p>
          <a:p>
            <a:pPr lvl="1"/>
            <a:r>
              <a:rPr lang="en-AU" dirty="0">
                <a:latin typeface="Cambria" panose="02040503050406030204" pitchFamily="18" charset="0"/>
              </a:rPr>
              <a:t>	A trend is a </a:t>
            </a:r>
            <a:r>
              <a:rPr lang="en-AU" dirty="0">
                <a:highlight>
                  <a:srgbClr val="FFFF00"/>
                </a:highlight>
                <a:latin typeface="Cambria" panose="02040503050406030204" pitchFamily="18" charset="0"/>
              </a:rPr>
              <a:t>long-term increase or decrease</a:t>
            </a:r>
            <a:r>
              <a:rPr lang="en-AU" dirty="0">
                <a:latin typeface="Cambria" panose="02040503050406030204" pitchFamily="18" charset="0"/>
              </a:rPr>
              <a:t>.</a:t>
            </a:r>
          </a:p>
          <a:p>
            <a:pPr lvl="1"/>
            <a:r>
              <a:rPr lang="en-AU" dirty="0">
                <a:latin typeface="Cambria" panose="02040503050406030204" pitchFamily="18" charset="0"/>
              </a:rPr>
              <a:t>3. </a:t>
            </a:r>
            <a:r>
              <a:rPr lang="en-AU" b="1" dirty="0">
                <a:latin typeface="Cambria" panose="02040503050406030204" pitchFamily="18" charset="0"/>
              </a:rPr>
              <a:t>Seasonality</a:t>
            </a:r>
          </a:p>
          <a:p>
            <a:pPr lvl="1"/>
            <a:r>
              <a:rPr lang="en-AU" dirty="0">
                <a:latin typeface="Cambria" panose="02040503050406030204" pitchFamily="18" charset="0"/>
              </a:rPr>
              <a:t>	Seasonality is a </a:t>
            </a:r>
            <a:r>
              <a:rPr lang="en-AU" dirty="0">
                <a:highlight>
                  <a:srgbClr val="FFFF00"/>
                </a:highlight>
                <a:latin typeface="Cambria" panose="02040503050406030204" pitchFamily="18" charset="0"/>
              </a:rPr>
              <a:t>pattern that repeats at regular intervals</a:t>
            </a:r>
            <a:r>
              <a:rPr lang="en-AU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128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79"/>
    </mc:Choice>
    <mc:Fallback xmlns="">
      <p:transition spd="slow" advTm="303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413E4-C5E0-241F-4D6B-CF2ECE54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Time-Series Data; Applications in Finance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A8AA0-EBB2-785C-6892-47B6C2161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65468"/>
            <a:ext cx="5096851" cy="1363532"/>
          </a:xfrm>
        </p:spPr>
        <p:txBody>
          <a:bodyPr>
            <a:normAutofit/>
          </a:bodyPr>
          <a:lstStyle/>
          <a:p>
            <a:r>
              <a:rPr lang="en-US" dirty="0"/>
              <a:t>To predict </a:t>
            </a:r>
            <a:r>
              <a:rPr lang="en-US" dirty="0">
                <a:highlight>
                  <a:srgbClr val="FFFF00"/>
                </a:highlight>
              </a:rPr>
              <a:t>market trends</a:t>
            </a:r>
            <a:r>
              <a:rPr lang="en-US" dirty="0"/>
              <a:t>, estimate stock </a:t>
            </a:r>
            <a:r>
              <a:rPr lang="en-US" dirty="0">
                <a:highlight>
                  <a:srgbClr val="FFFF00"/>
                </a:highlight>
              </a:rPr>
              <a:t>prices</a:t>
            </a:r>
            <a:r>
              <a:rPr lang="en-US" dirty="0"/>
              <a:t>, and identify trading </a:t>
            </a:r>
            <a:r>
              <a:rPr lang="en-US" dirty="0">
                <a:highlight>
                  <a:srgbClr val="FFFF00"/>
                </a:highlight>
              </a:rPr>
              <a:t>opportunities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76714-1B6B-3094-6B59-32C8A41CF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3330009"/>
            <a:ext cx="4924932" cy="2749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49112C-327A-0692-EE19-AB5C8B3DA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176" y="2161310"/>
            <a:ext cx="5842579" cy="371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3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872"/>
    </mc:Choice>
    <mc:Fallback xmlns="">
      <p:transition spd="slow" advTm="8787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413E4-C5E0-241F-4D6B-CF2ECE54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Time-Series Data; Applications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A8AA0-EBB2-785C-6892-47B6C2161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83" y="1985367"/>
            <a:ext cx="4944767" cy="4716333"/>
          </a:xfrm>
        </p:spPr>
        <p:txBody>
          <a:bodyPr>
            <a:normAutofit/>
          </a:bodyPr>
          <a:lstStyle/>
          <a:p>
            <a:r>
              <a:rPr lang="en-AU" dirty="0"/>
              <a:t>It is a sequence of health-related measurements recorded for a patient, hospital, or population over time.</a:t>
            </a:r>
          </a:p>
          <a:p>
            <a:r>
              <a:rPr lang="en-AU" dirty="0"/>
              <a:t>Healthcare time-series data includes: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b="1" dirty="0"/>
              <a:t>Heart rate:</a:t>
            </a:r>
            <a:r>
              <a:rPr lang="en-AU" dirty="0"/>
              <a:t> changes with activity, rest and sleep.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b="1" dirty="0"/>
              <a:t>Blood glucose:</a:t>
            </a:r>
            <a:r>
              <a:rPr lang="en-AU" dirty="0"/>
              <a:t> rises after meals and then gradually falls.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b="1" dirty="0"/>
              <a:t>Oxygen saturation:</a:t>
            </a:r>
            <a:r>
              <a:rPr lang="en-AU" dirty="0"/>
              <a:t> a sudden drop may trigger a clinical alert.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BE9AE-DEC0-D3CA-EF62-1C16847A7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07" y="2010042"/>
            <a:ext cx="7149193" cy="469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7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706"/>
    </mc:Choice>
    <mc:Fallback xmlns="">
      <p:transition spd="slow" advTm="10970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7EAE-B497-A07F-7C0D-9E39A84D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Time-Series Data Applications; Weather Forecasting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60D95-EFCF-55F3-F884-34C0F94D9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503" y="1857803"/>
            <a:ext cx="10869248" cy="4096363"/>
          </a:xfrm>
        </p:spPr>
        <p:txBody>
          <a:bodyPr/>
          <a:lstStyle/>
          <a:p>
            <a:r>
              <a:rPr lang="en-AU" dirty="0"/>
              <a:t>Weather forecasting uses </a:t>
            </a:r>
            <a:r>
              <a:rPr lang="en-AU" dirty="0">
                <a:highlight>
                  <a:srgbClr val="FFFF00"/>
                </a:highlight>
              </a:rPr>
              <a:t>measurements collected over time</a:t>
            </a:r>
            <a:r>
              <a:rPr lang="en-AU" dirty="0"/>
              <a:t>, such as </a:t>
            </a:r>
            <a:r>
              <a:rPr lang="en-AU" dirty="0">
                <a:highlight>
                  <a:srgbClr val="FFFF00"/>
                </a:highlight>
              </a:rPr>
              <a:t>temperature, rainfall, humidity, wind speed </a:t>
            </a:r>
            <a:r>
              <a:rPr lang="en-AU" dirty="0"/>
              <a:t>and direction, atmospheric pressure, and cloud cover.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9A328-E5C9-C5D0-B422-3EB824AF0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567" y="2763667"/>
            <a:ext cx="6619739" cy="4137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2D0C53-305B-6735-8788-B37E4B57F6E3}"/>
              </a:ext>
            </a:extLst>
          </p:cNvPr>
          <p:cNvSpPr txBox="1"/>
          <p:nvPr/>
        </p:nvSpPr>
        <p:spPr>
          <a:xfrm>
            <a:off x="551352" y="2991988"/>
            <a:ext cx="47342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2000" dirty="0">
                <a:latin typeface="Cambria" panose="02040503050406030204" pitchFamily="18" charset="0"/>
              </a:rPr>
              <a:t>Weather time-series models may learn:</a:t>
            </a:r>
          </a:p>
          <a:p>
            <a:pPr>
              <a:buNone/>
            </a:pPr>
            <a:endParaRPr lang="en-AU" sz="2000" dirty="0">
              <a:latin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000" b="1" dirty="0">
                <a:latin typeface="Cambria" panose="02040503050406030204" pitchFamily="18" charset="0"/>
              </a:rPr>
              <a:t>trends</a:t>
            </a:r>
            <a:r>
              <a:rPr lang="en-AU" sz="2000" dirty="0">
                <a:latin typeface="Cambria" panose="02040503050406030204" pitchFamily="18" charset="0"/>
              </a:rPr>
              <a:t>: gradual warming or cooling;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AU" sz="2000" dirty="0">
              <a:latin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000" b="1" dirty="0">
                <a:latin typeface="Cambria" panose="02040503050406030204" pitchFamily="18" charset="0"/>
              </a:rPr>
              <a:t>daily cycles</a:t>
            </a:r>
            <a:r>
              <a:rPr lang="en-AU" sz="2000" dirty="0">
                <a:latin typeface="Cambria" panose="02040503050406030204" pitchFamily="18" charset="0"/>
              </a:rPr>
              <a:t>: warmer during the day and cooler at night;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AU" sz="2000" dirty="0">
              <a:latin typeface="Cambria" panose="020405030504060302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000" b="1" dirty="0">
                <a:latin typeface="Cambria" panose="02040503050406030204" pitchFamily="18" charset="0"/>
              </a:rPr>
              <a:t>seasonality</a:t>
            </a:r>
            <a:r>
              <a:rPr lang="en-AU" sz="2000" dirty="0">
                <a:latin typeface="Cambria" panose="02040503050406030204" pitchFamily="18" charset="0"/>
              </a:rPr>
              <a:t>: recurring summer and winter patterns;</a:t>
            </a:r>
          </a:p>
        </p:txBody>
      </p:sp>
    </p:spTree>
    <p:extLst>
      <p:ext uri="{BB962C8B-B14F-4D97-AF65-F5344CB8AC3E}">
        <p14:creationId xmlns:p14="http://schemas.microsoft.com/office/powerpoint/2010/main" val="4083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9327E-39DB-DC32-E581-555E6FB0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782346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Movie Time </a:t>
            </a:r>
            <a:r>
              <a:rPr lang="en-US" sz="3200" dirty="0">
                <a:sym typeface="Wingdings" pitchFamily="2" charset="2"/>
              </a:rPr>
              <a:t></a:t>
            </a:r>
            <a:endParaRPr lang="en-US" sz="3200" dirty="0"/>
          </a:p>
        </p:txBody>
      </p:sp>
      <p:grpSp>
        <p:nvGrpSpPr>
          <p:cNvPr id="22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Online Media 3" descr="What is Time Series Analysis?">
            <a:hlinkClick r:id="" action="ppaction://media"/>
            <a:extLst>
              <a:ext uri="{FF2B5EF4-FFF2-40B4-BE49-F238E27FC236}">
                <a16:creationId xmlns:a16="http://schemas.microsoft.com/office/drawing/2014/main" id="{D1D0C66D-5076-E792-52C6-3166CB950AE6}"/>
              </a:ext>
            </a:extLst>
          </p:cNvPr>
          <p:cNvPicPr>
            <a:picLocks noGrp="1" noRot="1" noChangeAspect="1"/>
          </p:cNvPicPr>
          <p:nvPr>
            <p:ph idx="1"/>
            <a:videoFile r:link="rId2"/>
          </p:nvPr>
        </p:nvPicPr>
        <p:blipFill>
          <a:blip r:embed="rId4"/>
          <a:stretch>
            <a:fillRect/>
          </a:stretch>
        </p:blipFill>
        <p:spPr>
          <a:xfrm>
            <a:off x="3104464" y="667784"/>
            <a:ext cx="9022566" cy="50977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312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13"/>
    </mc:Choice>
    <mc:Fallback xmlns="">
      <p:transition spd="slow" advTm="146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7701" objId="4"/>
        <p14:pauseEvt time="14558" objId="4"/>
        <p14:stopEvt time="14558" objId="4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B472-066F-34F0-F824-C80914AF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time series</a:t>
            </a:r>
            <a:endParaRPr lang="en-AU" dirty="0"/>
          </a:p>
        </p:txBody>
      </p:sp>
      <p:pic>
        <p:nvPicPr>
          <p:cNvPr id="5" name="Content Placeholder 4" descr="Close up of circuit board">
            <a:extLst>
              <a:ext uri="{FF2B5EF4-FFF2-40B4-BE49-F238E27FC236}">
                <a16:creationId xmlns:a16="http://schemas.microsoft.com/office/drawing/2014/main" id="{A04A47DF-8440-237A-7B47-804ED9D49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109" b="8621"/>
          <a:stretch/>
        </p:blipFill>
        <p:spPr>
          <a:xfrm>
            <a:off x="0" y="1774288"/>
            <a:ext cx="12192000" cy="6847793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345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42DF-EE8D-F775-EAFE-D511BB99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date_range</a:t>
            </a:r>
            <a:r>
              <a:rPr lang="en-US" dirty="0"/>
              <a:t>( ) Method</a:t>
            </a:r>
          </a:p>
        </p:txBody>
      </p:sp>
      <p:graphicFrame>
        <p:nvGraphicFramePr>
          <p:cNvPr id="5" name="Table Placeholder 10">
            <a:extLst>
              <a:ext uri="{FF2B5EF4-FFF2-40B4-BE49-F238E27FC236}">
                <a16:creationId xmlns:a16="http://schemas.microsoft.com/office/drawing/2014/main" id="{F998681E-B530-D411-1602-46BD77FC57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472866"/>
              </p:ext>
            </p:extLst>
          </p:nvPr>
        </p:nvGraphicFramePr>
        <p:xfrm>
          <a:off x="484551" y="1992528"/>
          <a:ext cx="5468467" cy="1280160"/>
        </p:xfrm>
        <a:graphic>
          <a:graphicData uri="http://schemas.openxmlformats.org/drawingml/2006/table">
            <a:tbl>
              <a:tblPr firstRow="1"/>
              <a:tblGrid>
                <a:gridCol w="1570941">
                  <a:extLst>
                    <a:ext uri="{9D8B030D-6E8A-4147-A177-3AD203B41FA5}">
                      <a16:colId xmlns:a16="http://schemas.microsoft.com/office/drawing/2014/main" val="2236712519"/>
                    </a:ext>
                  </a:extLst>
                </a:gridCol>
                <a:gridCol w="3897526">
                  <a:extLst>
                    <a:ext uri="{9D8B030D-6E8A-4147-A177-3AD203B41FA5}">
                      <a16:colId xmlns:a16="http://schemas.microsoft.com/office/drawing/2014/main" val="1058567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14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date_range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(params)</a:t>
                      </a:r>
                      <a:endParaRPr lang="en-US" sz="18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Generates a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list of datetime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periods and returns a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DatetimeIndex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 that contains them.</a:t>
                      </a:r>
                      <a:endParaRPr lang="en-US" sz="18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86421"/>
                  </a:ext>
                </a:extLst>
              </a:tr>
            </a:tbl>
          </a:graphicData>
        </a:graphic>
      </p:graphicFrame>
      <p:graphicFrame>
        <p:nvGraphicFramePr>
          <p:cNvPr id="7" name="Table Placeholder 11">
            <a:extLst>
              <a:ext uri="{FF2B5EF4-FFF2-40B4-BE49-F238E27FC236}">
                <a16:creationId xmlns:a16="http://schemas.microsoft.com/office/drawing/2014/main" id="{EB7C7278-DA52-DC79-227C-794654C282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657949"/>
              </p:ext>
            </p:extLst>
          </p:nvPr>
        </p:nvGraphicFramePr>
        <p:xfrm>
          <a:off x="450709" y="4136752"/>
          <a:ext cx="5468467" cy="1705781"/>
        </p:xfrm>
        <a:graphic>
          <a:graphicData uri="http://schemas.openxmlformats.org/drawingml/2006/table">
            <a:tbl>
              <a:tblPr firstRow="1"/>
              <a:tblGrid>
                <a:gridCol w="1199443">
                  <a:extLst>
                    <a:ext uri="{9D8B030D-6E8A-4147-A177-3AD203B41FA5}">
                      <a16:colId xmlns:a16="http://schemas.microsoft.com/office/drawing/2014/main" val="1123594973"/>
                    </a:ext>
                  </a:extLst>
                </a:gridCol>
                <a:gridCol w="4269024">
                  <a:extLst>
                    <a:ext uri="{9D8B030D-6E8A-4147-A177-3AD203B41FA5}">
                      <a16:colId xmlns:a16="http://schemas.microsoft.com/office/drawing/2014/main" val="1852707330"/>
                    </a:ext>
                  </a:extLst>
                </a:gridCol>
              </a:tblGrid>
              <a:tr h="3770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 marT="43504" marB="4350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 marT="43504" marB="4350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30947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start</a:t>
                      </a:r>
                      <a:endParaRPr lang="en-US" sz="1600" b="0" dirty="0">
                        <a:effectLst/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The start of the generated datetime values.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264552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end</a:t>
                      </a:r>
                      <a:endParaRPr lang="en-US" sz="1600" b="0" dirty="0">
                        <a:effectLst/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The end of the generated datetime values.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021913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freq</a:t>
                      </a:r>
                      <a:endParaRPr lang="en-US" sz="1600" b="0" dirty="0">
                        <a:effectLst/>
                        <a:highlight>
                          <a:srgbClr val="FFFF00"/>
                        </a:highlight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The frequency of the generated datetime values.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90893"/>
                  </a:ext>
                </a:extLst>
              </a:tr>
            </a:tbl>
          </a:graphicData>
        </a:graphic>
      </p:graphicFrame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C48B3481-DE99-202F-532D-1C6406F84B40}"/>
              </a:ext>
            </a:extLst>
          </p:cNvPr>
          <p:cNvSpPr/>
          <p:nvPr/>
        </p:nvSpPr>
        <p:spPr>
          <a:xfrm>
            <a:off x="771524" y="2993227"/>
            <a:ext cx="448791" cy="118417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graphicFrame>
        <p:nvGraphicFramePr>
          <p:cNvPr id="6" name="Table Placeholder 10">
            <a:extLst>
              <a:ext uri="{FF2B5EF4-FFF2-40B4-BE49-F238E27FC236}">
                <a16:creationId xmlns:a16="http://schemas.microsoft.com/office/drawing/2014/main" id="{5FAF3641-7FA8-43F1-578E-D5B23BD619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4231852"/>
              </p:ext>
            </p:extLst>
          </p:nvPr>
        </p:nvGraphicFramePr>
        <p:xfrm>
          <a:off x="6962654" y="2351767"/>
          <a:ext cx="4514971" cy="3169920"/>
        </p:xfrm>
        <a:graphic>
          <a:graphicData uri="http://schemas.openxmlformats.org/drawingml/2006/table">
            <a:tbl>
              <a:tblPr firstRow="1"/>
              <a:tblGrid>
                <a:gridCol w="638296">
                  <a:extLst>
                    <a:ext uri="{9D8B030D-6E8A-4147-A177-3AD203B41FA5}">
                      <a16:colId xmlns:a16="http://schemas.microsoft.com/office/drawing/2014/main" val="36955959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326526587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734546494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402512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Alias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Alias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912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B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business day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Q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quarter end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9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calendar day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QS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quarter start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548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W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weekly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Y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year end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536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M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month end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YS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year start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224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SM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semi-month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 end </a:t>
                      </a:r>
                      <a:b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(15th and last day)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h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hourly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08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MS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month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start</a:t>
                      </a:r>
                      <a:endParaRPr lang="en-US" sz="16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minutely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8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SMS</a:t>
                      </a:r>
                      <a:endParaRPr lang="en-US" sz="1600" b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semi-month start </a:t>
                      </a:r>
                      <a:b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(1st and 15th)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secondly</a:t>
                      </a:r>
                      <a:endParaRPr lang="en-US" sz="16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94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08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50"/>
    </mc:Choice>
    <mc:Fallback xmlns="">
      <p:transition spd="slow" advTm="3425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5D472-47F4-8401-A764-99B8E9CDD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Generating Time Periods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ED035AE-7555-7C00-4A24-BE2695FA1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8" y="-1"/>
            <a:ext cx="9015544" cy="507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7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792"/>
    </mc:Choice>
    <mc:Fallback xmlns="">
      <p:transition spd="slow" advTm="28579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2C08C-398B-1691-D12D-4D5F39853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Generating Time Periods (Cont.)</a:t>
            </a:r>
            <a:endParaRPr lang="en-US" sz="3200" dirty="0"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50C17E5-918F-95C7-589B-47CBB15B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64" y="-1"/>
            <a:ext cx="6696236" cy="678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981"/>
    </mc:Choice>
    <mc:Fallback xmlns="">
      <p:transition spd="slow" advTm="12898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1" y="12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Reindex Time-Series Data</a:t>
            </a:r>
          </a:p>
        </p:txBody>
      </p:sp>
    </p:spTree>
    <p:extLst>
      <p:ext uri="{BB962C8B-B14F-4D97-AF65-F5344CB8AC3E}">
        <p14:creationId xmlns:p14="http://schemas.microsoft.com/office/powerpoint/2010/main" val="175426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54"/>
    </mc:Choice>
    <mc:Fallback xmlns="">
      <p:transition spd="slow" advTm="2055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D1AC-9E04-C7D4-9417-CE22D1F2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reindexing?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4367B-8B2C-CFCC-9648-39655B8BC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27" y="1989267"/>
            <a:ext cx="10688273" cy="4096363"/>
          </a:xfrm>
        </p:spPr>
        <p:txBody>
          <a:bodyPr/>
          <a:lstStyle/>
          <a:p>
            <a:r>
              <a:rPr lang="en-AU" dirty="0"/>
              <a:t>Reindexing </a:t>
            </a:r>
            <a:r>
              <a:rPr lang="en-US" dirty="0"/>
              <a:t>is a powerful technique for manipulating and</a:t>
            </a:r>
            <a:r>
              <a:rPr lang="en-US" dirty="0">
                <a:highlight>
                  <a:srgbClr val="FFFF00"/>
                </a:highlight>
              </a:rPr>
              <a:t> transforming time-series data</a:t>
            </a:r>
            <a:r>
              <a:rPr lang="en-US" dirty="0"/>
              <a:t>. </a:t>
            </a:r>
          </a:p>
          <a:p>
            <a:r>
              <a:rPr lang="en-AU" dirty="0"/>
              <a:t>It means </a:t>
            </a:r>
            <a:r>
              <a:rPr lang="en-AU" b="1" dirty="0">
                <a:highlight>
                  <a:srgbClr val="FFFF00"/>
                </a:highlight>
              </a:rPr>
              <a:t>changing </a:t>
            </a:r>
            <a:r>
              <a:rPr lang="en-AU" dirty="0"/>
              <a:t>the </a:t>
            </a:r>
            <a:r>
              <a:rPr lang="en-AU" dirty="0" err="1"/>
              <a:t>DataFrame’s</a:t>
            </a:r>
            <a:r>
              <a:rPr lang="en-AU" dirty="0"/>
              <a:t> </a:t>
            </a:r>
            <a:r>
              <a:rPr lang="en-AU" b="1" dirty="0">
                <a:highlight>
                  <a:srgbClr val="FFFF00"/>
                </a:highlight>
              </a:rPr>
              <a:t>time index </a:t>
            </a:r>
            <a:r>
              <a:rPr lang="en-AU" dirty="0"/>
              <a:t>to a new set of dates or times. </a:t>
            </a:r>
          </a:p>
          <a:p>
            <a:endParaRPr lang="en-AU" dirty="0"/>
          </a:p>
          <a:p>
            <a:r>
              <a:rPr lang="en-AU" dirty="0"/>
              <a:t>It is commonly used to: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AU" dirty="0"/>
              <a:t>Add missing dates or times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AU" dirty="0"/>
              <a:t>Make observations occur at regular intervals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AU" dirty="0"/>
              <a:t>Change the date range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AU" dirty="0"/>
              <a:t>Arrange dates in chronological order</a:t>
            </a:r>
          </a:p>
        </p:txBody>
      </p:sp>
    </p:spTree>
    <p:extLst>
      <p:ext uri="{BB962C8B-B14F-4D97-AF65-F5344CB8AC3E}">
        <p14:creationId xmlns:p14="http://schemas.microsoft.com/office/powerpoint/2010/main" val="1605910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15B1-C3EF-323D-1568-AF1C96EE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Reindexing?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34740-7F0D-7AC0-09EE-6A417F884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47669"/>
            <a:ext cx="10869248" cy="4096363"/>
          </a:xfrm>
        </p:spPr>
        <p:txBody>
          <a:bodyPr>
            <a:no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Applications</a:t>
            </a:r>
            <a:r>
              <a:rPr lang="en-US" sz="1800" dirty="0"/>
              <a:t> of reindexing time-series data include:</a:t>
            </a:r>
          </a:p>
          <a:p>
            <a:endParaRPr lang="en-US" sz="1800" dirty="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Resampling</a:t>
            </a:r>
            <a:r>
              <a:rPr lang="en-US" dirty="0"/>
              <a:t>: Reindexing time-series data allows you to </a:t>
            </a:r>
            <a:r>
              <a:rPr lang="en-US" dirty="0">
                <a:highlight>
                  <a:srgbClr val="FFFF00"/>
                </a:highlight>
              </a:rPr>
              <a:t>resample data at different frequencies</a:t>
            </a:r>
            <a:r>
              <a:rPr lang="en-US" dirty="0"/>
              <a:t>, such as converting daily data to weekly or monthly data, or aggregating data to a lower frequency to reduce noise in the data.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Aligning</a:t>
            </a:r>
            <a:r>
              <a:rPr lang="en-US" dirty="0"/>
              <a:t>: Reindexing time-series data can help </a:t>
            </a:r>
            <a:r>
              <a:rPr lang="en-US" dirty="0">
                <a:highlight>
                  <a:srgbClr val="FFFF00"/>
                </a:highlight>
              </a:rPr>
              <a:t>align multiple time-series datasets that have different frequencies </a:t>
            </a:r>
            <a:r>
              <a:rPr lang="en-US" dirty="0"/>
              <a:t>or time indices. This is useful for </a:t>
            </a:r>
            <a:r>
              <a:rPr lang="en-US" dirty="0">
                <a:highlight>
                  <a:srgbClr val="FFFF00"/>
                </a:highlight>
              </a:rPr>
              <a:t>comparing</a:t>
            </a:r>
            <a:r>
              <a:rPr lang="en-US" dirty="0"/>
              <a:t> and </a:t>
            </a:r>
            <a:r>
              <a:rPr lang="en-US" dirty="0" err="1"/>
              <a:t>analysing</a:t>
            </a:r>
            <a:r>
              <a:rPr lang="en-US" dirty="0"/>
              <a:t> datasets that are </a:t>
            </a:r>
            <a:r>
              <a:rPr lang="en-US" dirty="0">
                <a:highlight>
                  <a:srgbClr val="FFFF00"/>
                </a:highlight>
              </a:rPr>
              <a:t>not </a:t>
            </a:r>
            <a:r>
              <a:rPr lang="en-US" dirty="0" err="1">
                <a:highlight>
                  <a:srgbClr val="FFFF00"/>
                </a:highlight>
              </a:rPr>
              <a:t>synchronised</a:t>
            </a:r>
            <a:r>
              <a:rPr lang="en-US" dirty="0"/>
              <a:t>.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Shifting</a:t>
            </a:r>
            <a:r>
              <a:rPr lang="en-US" dirty="0"/>
              <a:t>: Reindexing time-series data can help </a:t>
            </a:r>
            <a:r>
              <a:rPr lang="en-US" dirty="0">
                <a:highlight>
                  <a:srgbClr val="FFFF00"/>
                </a:highlight>
              </a:rPr>
              <a:t>shift the time index by a certain offset</a:t>
            </a:r>
            <a:r>
              <a:rPr lang="en-US" dirty="0"/>
              <a:t>, which is useful for </a:t>
            </a:r>
            <a:r>
              <a:rPr lang="en-US" dirty="0">
                <a:highlight>
                  <a:srgbClr val="FFFF00"/>
                </a:highlight>
              </a:rPr>
              <a:t>aligning data from different sources </a:t>
            </a:r>
            <a:r>
              <a:rPr lang="en-US" dirty="0"/>
              <a:t>or for </a:t>
            </a:r>
            <a:r>
              <a:rPr lang="en-US" dirty="0" err="1"/>
              <a:t>analysing</a:t>
            </a:r>
            <a:r>
              <a:rPr lang="en-US" dirty="0"/>
              <a:t> time shifts in the data.</a:t>
            </a:r>
          </a:p>
        </p:txBody>
      </p:sp>
    </p:spTree>
    <p:extLst>
      <p:ext uri="{BB962C8B-B14F-4D97-AF65-F5344CB8AC3E}">
        <p14:creationId xmlns:p14="http://schemas.microsoft.com/office/powerpoint/2010/main" val="399976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400"/>
    </mc:Choice>
    <mc:Fallback xmlns="">
      <p:transition spd="slow" advTm="984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2C08C-398B-1691-D12D-4D5F39853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12923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Reindexing with Datetime Indexes</a:t>
            </a:r>
            <a:endParaRPr lang="en-US" sz="3200" dirty="0"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442E508-10B3-D7E8-259B-C7C02C138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78" y="60960"/>
            <a:ext cx="9059892" cy="62941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FB54C2-345D-72A7-7F80-D7B0C30580A9}"/>
              </a:ext>
            </a:extLst>
          </p:cNvPr>
          <p:cNvSpPr/>
          <p:nvPr/>
        </p:nvSpPr>
        <p:spPr>
          <a:xfrm>
            <a:off x="4404360" y="4065104"/>
            <a:ext cx="3718560" cy="324016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4C0FEE-A027-FB72-4209-EE902BA378B4}"/>
              </a:ext>
            </a:extLst>
          </p:cNvPr>
          <p:cNvSpPr/>
          <p:nvPr/>
        </p:nvSpPr>
        <p:spPr>
          <a:xfrm>
            <a:off x="3078473" y="2446456"/>
            <a:ext cx="4640988" cy="324016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29737B-FC29-4E6D-322F-B5CF66FC9870}"/>
              </a:ext>
            </a:extLst>
          </p:cNvPr>
          <p:cNvSpPr/>
          <p:nvPr/>
        </p:nvSpPr>
        <p:spPr>
          <a:xfrm>
            <a:off x="3078473" y="5387597"/>
            <a:ext cx="4476213" cy="324016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20F72C-0017-A669-1943-B0D621DAE1CA}"/>
              </a:ext>
            </a:extLst>
          </p:cNvPr>
          <p:cNvSpPr/>
          <p:nvPr/>
        </p:nvSpPr>
        <p:spPr>
          <a:xfrm>
            <a:off x="3078473" y="5387596"/>
            <a:ext cx="1054140" cy="967483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3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856"/>
    </mc:Choice>
    <mc:Fallback xmlns="">
      <p:transition spd="slow" advTm="18585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9B7B-77C2-AA0B-4E69-B8108251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df</a:t>
            </a:r>
            <a:r>
              <a:rPr lang="en-US" dirty="0"/>
              <a:t>. reindex ( ) doing?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A238F-720A-BF84-B065-F9A385505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43" y="2019934"/>
            <a:ext cx="10869248" cy="4096363"/>
          </a:xfrm>
        </p:spPr>
        <p:txBody>
          <a:bodyPr/>
          <a:lstStyle/>
          <a:p>
            <a:r>
              <a:rPr lang="en-AU" dirty="0"/>
              <a:t>Pandas </a:t>
            </a:r>
            <a:r>
              <a:rPr lang="en-AU" b="1" dirty="0">
                <a:highlight>
                  <a:srgbClr val="FFFF00"/>
                </a:highlight>
              </a:rPr>
              <a:t>compares</a:t>
            </a:r>
            <a:r>
              <a:rPr lang="en-AU" dirty="0"/>
              <a:t> </a:t>
            </a:r>
            <a:r>
              <a:rPr lang="en-AU" b="1" dirty="0" err="1"/>
              <a:t>new_dates</a:t>
            </a:r>
            <a:r>
              <a:rPr lang="en-AU" b="1" dirty="0"/>
              <a:t> </a:t>
            </a:r>
            <a:r>
              <a:rPr lang="en-AU" dirty="0"/>
              <a:t>with the </a:t>
            </a:r>
            <a:r>
              <a:rPr lang="en-AU" b="1" dirty="0">
                <a:highlight>
                  <a:srgbClr val="FFFF00"/>
                </a:highlight>
              </a:rPr>
              <a:t>existing</a:t>
            </a:r>
            <a:r>
              <a:rPr lang="en-AU" dirty="0"/>
              <a:t> index:</a:t>
            </a:r>
            <a:endParaRPr lang="en-AU" b="1" dirty="0"/>
          </a:p>
          <a:p>
            <a:pPr marL="400050" lvl="1" indent="-171450">
              <a:buFont typeface="Arial" panose="020B0604020202020204" pitchFamily="34" charset="0"/>
              <a:buChar char="•"/>
            </a:pPr>
            <a:r>
              <a:rPr lang="en-AU" dirty="0">
                <a:highlight>
                  <a:srgbClr val="FFFF00"/>
                </a:highlight>
              </a:rPr>
              <a:t>Existing matching dates </a:t>
            </a:r>
            <a:r>
              <a:rPr lang="en-AU" dirty="0"/>
              <a:t>→ their data is </a:t>
            </a:r>
            <a:r>
              <a:rPr lang="en-AU" b="1" dirty="0">
                <a:highlight>
                  <a:srgbClr val="00FF00"/>
                </a:highlight>
              </a:rPr>
              <a:t>retained</a:t>
            </a:r>
            <a:r>
              <a:rPr lang="en-AU" dirty="0"/>
              <a:t>. </a:t>
            </a:r>
          </a:p>
          <a:p>
            <a:pPr marL="400050" lvl="1" indent="-171450">
              <a:buFont typeface="Arial" panose="020B0604020202020204" pitchFamily="34" charset="0"/>
              <a:buChar char="•"/>
            </a:pPr>
            <a:r>
              <a:rPr lang="en-AU" dirty="0">
                <a:highlight>
                  <a:srgbClr val="FFFF00"/>
                </a:highlight>
              </a:rPr>
              <a:t>New dates not previously present </a:t>
            </a:r>
            <a:r>
              <a:rPr lang="en-AU" dirty="0"/>
              <a:t>→ new rows containing </a:t>
            </a:r>
            <a:r>
              <a:rPr lang="en-AU" b="1" dirty="0" err="1">
                <a:highlight>
                  <a:srgbClr val="00FF00"/>
                </a:highlight>
              </a:rPr>
              <a:t>NaN</a:t>
            </a:r>
            <a:r>
              <a:rPr lang="en-AU" dirty="0"/>
              <a:t>. </a:t>
            </a:r>
          </a:p>
          <a:p>
            <a:pPr marL="400050" lvl="1" indent="-171450">
              <a:buFont typeface="Arial" panose="020B0604020202020204" pitchFamily="34" charset="0"/>
              <a:buChar char="•"/>
            </a:pPr>
            <a:r>
              <a:rPr lang="en-AU" dirty="0">
                <a:highlight>
                  <a:srgbClr val="FFFF00"/>
                </a:highlight>
              </a:rPr>
              <a:t>Old dates not included in </a:t>
            </a:r>
            <a:r>
              <a:rPr lang="en-AU" dirty="0" err="1">
                <a:highlight>
                  <a:srgbClr val="FFFF00"/>
                </a:highlight>
              </a:rPr>
              <a:t>new_dates</a:t>
            </a:r>
            <a:r>
              <a:rPr lang="en-AU" dirty="0">
                <a:highlight>
                  <a:srgbClr val="FFFF00"/>
                </a:highlight>
              </a:rPr>
              <a:t> </a:t>
            </a:r>
            <a:r>
              <a:rPr lang="en-AU" dirty="0"/>
              <a:t>→ those rows are </a:t>
            </a:r>
            <a:r>
              <a:rPr lang="en-AU" b="1" dirty="0">
                <a:highlight>
                  <a:srgbClr val="00FF00"/>
                </a:highlight>
              </a:rPr>
              <a:t>removed</a:t>
            </a:r>
            <a:r>
              <a:rPr lang="en-AU" dirty="0"/>
              <a:t>. </a:t>
            </a:r>
          </a:p>
          <a:p>
            <a:pPr marL="400050" lvl="1" indent="-171450">
              <a:buFont typeface="Arial" panose="020B0604020202020204" pitchFamily="34" charset="0"/>
              <a:buChar char="•"/>
            </a:pPr>
            <a:r>
              <a:rPr lang="en-AU" dirty="0">
                <a:highlight>
                  <a:srgbClr val="00FFFF"/>
                </a:highlight>
              </a:rPr>
              <a:t>Rows are reordered</a:t>
            </a:r>
            <a:r>
              <a:rPr lang="en-AU" dirty="0"/>
              <a:t> according to </a:t>
            </a:r>
            <a:r>
              <a:rPr lang="en-AU" b="1" dirty="0" err="1"/>
              <a:t>new_dates</a:t>
            </a:r>
            <a:r>
              <a:rPr lang="en-AU" dirty="0"/>
              <a:t>.</a:t>
            </a:r>
          </a:p>
          <a:p>
            <a:pPr marL="400050" lvl="1" indent="-171450">
              <a:buFont typeface="Arial" panose="020B0604020202020204" pitchFamily="34" charset="0"/>
              <a:buChar char="•"/>
            </a:pPr>
            <a:endParaRPr lang="en-AU" dirty="0"/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AU" dirty="0"/>
              <a:t>This is </a:t>
            </a:r>
            <a:r>
              <a:rPr lang="en-AU" b="1" dirty="0">
                <a:highlight>
                  <a:srgbClr val="FCCDCD"/>
                </a:highlight>
              </a:rPr>
              <a:t>different from directly replacing </a:t>
            </a:r>
            <a:r>
              <a:rPr lang="en-AU" dirty="0"/>
              <a:t>the index.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5DF65-7660-D075-EE62-A8AA5C64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04" y="4838066"/>
            <a:ext cx="4910774" cy="1717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78AAB-420B-00C5-6471-8E373DDFC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13376"/>
            <a:ext cx="5159598" cy="156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65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2C08C-398B-1691-D12D-4D5F39853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30910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dirty="0"/>
              <a:t>Reindexing with Datetime Indexes;</a:t>
            </a:r>
            <a:br>
              <a:rPr lang="en-US" dirty="0"/>
            </a:br>
            <a:r>
              <a:rPr lang="en-US" dirty="0"/>
              <a:t>Missing Values</a:t>
            </a:r>
            <a:endParaRPr lang="en-US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A89E4-C98B-039F-02AD-D6CBBBA0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385" y="2542054"/>
            <a:ext cx="5331229" cy="333963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the previous example, when the data is reindexed, </a:t>
            </a:r>
            <a:r>
              <a:rPr lang="en-US" dirty="0">
                <a:highlight>
                  <a:srgbClr val="FFFF00"/>
                </a:highlight>
              </a:rPr>
              <a:t>only the rows for Fridays </a:t>
            </a:r>
            <a:r>
              <a:rPr lang="en-US" dirty="0"/>
              <a:t>remain in the </a:t>
            </a:r>
            <a:r>
              <a:rPr lang="en-US" dirty="0" err="1"/>
              <a:t>DataFrame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will be some </a:t>
            </a:r>
            <a:r>
              <a:rPr lang="en-US" dirty="0">
                <a:highlight>
                  <a:srgbClr val="FFFF00"/>
                </a:highlight>
              </a:rPr>
              <a:t>missing values </a:t>
            </a:r>
            <a:r>
              <a:rPr lang="en-US" dirty="0"/>
              <a:t>in the reindexed data because the </a:t>
            </a:r>
            <a:r>
              <a:rPr lang="en-US" dirty="0">
                <a:highlight>
                  <a:srgbClr val="FFFF00"/>
                </a:highlight>
              </a:rPr>
              <a:t>stock market isn’t open on </a:t>
            </a:r>
            <a:r>
              <a:rPr lang="en-US" b="1" dirty="0">
                <a:highlight>
                  <a:srgbClr val="FFFF00"/>
                </a:highlight>
              </a:rPr>
              <a:t>holidays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/>
              <a:t>and some of them fall on </a:t>
            </a:r>
            <a:r>
              <a:rPr lang="en-US" b="1" dirty="0"/>
              <a:t>Fridays in 2020</a:t>
            </a:r>
            <a:r>
              <a:rPr lang="en-US" dirty="0"/>
              <a:t>, including </a:t>
            </a:r>
            <a:r>
              <a:rPr lang="en-US" dirty="0">
                <a:highlight>
                  <a:srgbClr val="FFFF00"/>
                </a:highlight>
              </a:rPr>
              <a:t>Good Friday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Independence Day, and Christmas</a:t>
            </a:r>
            <a:r>
              <a:rPr lang="en-US" dirty="0"/>
              <a:t>. </a:t>
            </a:r>
          </a:p>
        </p:txBody>
      </p:sp>
      <p:pic>
        <p:nvPicPr>
          <p:cNvPr id="2050" name="Picture 2" descr="Free Year End photo and picture">
            <a:extLst>
              <a:ext uri="{FF2B5EF4-FFF2-40B4-BE49-F238E27FC236}">
                <a16:creationId xmlns:a16="http://schemas.microsoft.com/office/drawing/2014/main" id="{80C55709-484C-83DA-734C-7557213129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9" r="-3" b="-3"/>
          <a:stretch/>
        </p:blipFill>
        <p:spPr bwMode="auto">
          <a:xfrm>
            <a:off x="6095998" y="2279889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13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34"/>
    </mc:Choice>
    <mc:Fallback xmlns="">
      <p:transition spd="slow" advTm="6663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7AF5A-BE11-300D-C044-136F93CF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Reindex with a Semi-Month Index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C9BD77C-1B1B-FE12-5BD7-91556BAF3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019" y="109518"/>
            <a:ext cx="9395983" cy="63292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CD0461-FF0F-1BE9-4D8A-A58C444F4234}"/>
              </a:ext>
            </a:extLst>
          </p:cNvPr>
          <p:cNvSpPr/>
          <p:nvPr/>
        </p:nvSpPr>
        <p:spPr>
          <a:xfrm>
            <a:off x="4135377" y="2115895"/>
            <a:ext cx="2764187" cy="324016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728DF-C66C-5108-E06C-10C1B6527B7D}"/>
              </a:ext>
            </a:extLst>
          </p:cNvPr>
          <p:cNvSpPr/>
          <p:nvPr/>
        </p:nvSpPr>
        <p:spPr>
          <a:xfrm>
            <a:off x="4123501" y="2760572"/>
            <a:ext cx="2764187" cy="324016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F6EF5-50F3-7EC9-932D-976498A3CBEC}"/>
              </a:ext>
            </a:extLst>
          </p:cNvPr>
          <p:cNvSpPr/>
          <p:nvPr/>
        </p:nvSpPr>
        <p:spPr>
          <a:xfrm>
            <a:off x="4123500" y="3112130"/>
            <a:ext cx="2764187" cy="324016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AA6A2-F64A-A455-F2B8-E0073513037A}"/>
              </a:ext>
            </a:extLst>
          </p:cNvPr>
          <p:cNvSpPr txBox="1"/>
          <p:nvPr/>
        </p:nvSpPr>
        <p:spPr>
          <a:xfrm>
            <a:off x="7152237" y="4158532"/>
            <a:ext cx="61201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datetime index</a:t>
            </a: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 for the x-axis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The numerical columns for the y-axis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A separate line for each numerical column</a:t>
            </a:r>
          </a:p>
        </p:txBody>
      </p:sp>
    </p:spTree>
    <p:extLst>
      <p:ext uri="{BB962C8B-B14F-4D97-AF65-F5344CB8AC3E}">
        <p14:creationId xmlns:p14="http://schemas.microsoft.com/office/powerpoint/2010/main" val="6825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951"/>
    </mc:Choice>
    <mc:Fallback xmlns="">
      <p:transition spd="slow" advTm="9295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8" name="Group 3087">
            <a:extLst>
              <a:ext uri="{FF2B5EF4-FFF2-40B4-BE49-F238E27FC236}">
                <a16:creationId xmlns:a16="http://schemas.microsoft.com/office/drawing/2014/main" id="{2D884C44-7CDD-43B5-8F1F-3CF2E4355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5666"/>
            <a:ext cx="6095998" cy="3432333"/>
            <a:chOff x="6096002" y="-9073"/>
            <a:chExt cx="6095998" cy="6867073"/>
          </a:xfrm>
        </p:grpSpPr>
        <p:sp>
          <p:nvSpPr>
            <p:cNvPr id="3089" name="Rectangle 3088">
              <a:extLst>
                <a:ext uri="{FF2B5EF4-FFF2-40B4-BE49-F238E27FC236}">
                  <a16:creationId xmlns:a16="http://schemas.microsoft.com/office/drawing/2014/main" id="{C9DB72BB-BF3A-4B26-B030-A159AEA07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90" name="Rectangle 3089">
              <a:extLst>
                <a:ext uri="{FF2B5EF4-FFF2-40B4-BE49-F238E27FC236}">
                  <a16:creationId xmlns:a16="http://schemas.microsoft.com/office/drawing/2014/main" id="{21AAA056-876F-4672-8553-C5D8D7A6B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9599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7AF5A-BE11-300D-C044-136F93CF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/>
              <a:t>Reindex with a Semi-Month Index; Missing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AA748A-182B-E60F-8116-83EB803F4C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203" r="55148" b="-1"/>
          <a:stretch/>
        </p:blipFill>
        <p:spPr>
          <a:xfrm>
            <a:off x="6172199" y="3870613"/>
            <a:ext cx="4472856" cy="2803183"/>
          </a:xfrm>
          <a:prstGeom prst="rect">
            <a:avLst/>
          </a:prstGeom>
        </p:spPr>
      </p:pic>
      <p:pic>
        <p:nvPicPr>
          <p:cNvPr id="3074" name="Picture 2" descr="Free Calendar Date photo and picture">
            <a:extLst>
              <a:ext uri="{FF2B5EF4-FFF2-40B4-BE49-F238E27FC236}">
                <a16:creationId xmlns:a16="http://schemas.microsoft.com/office/drawing/2014/main" id="{F67BBA15-351F-DEE6-C6C8-3A65A17E93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6" b="-3"/>
          <a:stretch/>
        </p:blipFill>
        <p:spPr bwMode="auto">
          <a:xfrm>
            <a:off x="6172199" y="30867"/>
            <a:ext cx="5921829" cy="250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A192-C9CB-76EF-1E3A-4D0B91535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870613"/>
            <a:ext cx="5022630" cy="2306349"/>
          </a:xfrm>
        </p:spPr>
        <p:txBody>
          <a:bodyPr>
            <a:normAutofit fontScale="92500"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the previous example, of the two dates, </a:t>
            </a:r>
            <a:r>
              <a:rPr lang="en-US" dirty="0">
                <a:highlight>
                  <a:srgbClr val="FFFF00"/>
                </a:highlight>
              </a:rPr>
              <a:t>the first one </a:t>
            </a:r>
            <a:r>
              <a:rPr lang="en-US" dirty="0"/>
              <a:t>is always </a:t>
            </a:r>
            <a:r>
              <a:rPr lang="en-US" dirty="0">
                <a:highlight>
                  <a:srgbClr val="FFFF00"/>
                </a:highlight>
              </a:rPr>
              <a:t>the 1</a:t>
            </a:r>
            <a:r>
              <a:rPr lang="en-US" baseline="30000" dirty="0">
                <a:highlight>
                  <a:srgbClr val="FFFF00"/>
                </a:highlight>
              </a:rPr>
              <a:t>st</a:t>
            </a:r>
            <a:r>
              <a:rPr lang="en-US" dirty="0"/>
              <a:t> of the month and </a:t>
            </a:r>
            <a:r>
              <a:rPr lang="en-US" dirty="0">
                <a:highlight>
                  <a:srgbClr val="00FF00"/>
                </a:highlight>
              </a:rPr>
              <a:t>the second one </a:t>
            </a:r>
            <a:r>
              <a:rPr lang="en-US" dirty="0"/>
              <a:t>is always </a:t>
            </a:r>
            <a:r>
              <a:rPr lang="en-US" dirty="0">
                <a:highlight>
                  <a:srgbClr val="00FF00"/>
                </a:highlight>
              </a:rPr>
              <a:t>the 15</a:t>
            </a:r>
            <a:r>
              <a:rPr lang="en-US" baseline="30000" dirty="0">
                <a:highlight>
                  <a:srgbClr val="00FF00"/>
                </a:highlight>
              </a:rPr>
              <a:t>th</a:t>
            </a:r>
            <a:r>
              <a:rPr lang="en-US" dirty="0">
                <a:highlight>
                  <a:srgbClr val="00FF00"/>
                </a:highlight>
              </a:rPr>
              <a:t> .</a:t>
            </a:r>
            <a:endParaRPr lang="en-US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Because of this, the dates </a:t>
            </a:r>
            <a:r>
              <a:rPr lang="en-US" dirty="0">
                <a:highlight>
                  <a:srgbClr val="00FFFF"/>
                </a:highlight>
              </a:rPr>
              <a:t>often land on the weekends</a:t>
            </a:r>
            <a:r>
              <a:rPr lang="en-US" dirty="0"/>
              <a:t>, and that creates missing values.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A75DC-D314-5C6B-791B-9438270915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65" r="-1"/>
          <a:stretch/>
        </p:blipFill>
        <p:spPr>
          <a:xfrm>
            <a:off x="8632371" y="2563080"/>
            <a:ext cx="3461657" cy="131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8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329"/>
    </mc:Choice>
    <mc:Fallback xmlns="">
      <p:transition spd="slow" advTm="5332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7AF5A-BE11-300D-C044-136F93CF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3091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Reindex with a Semi-Month Index; </a:t>
            </a:r>
            <a:br>
              <a:rPr lang="en-US" sz="4800" dirty="0"/>
            </a:br>
            <a:r>
              <a:rPr lang="en-US" sz="4800" dirty="0"/>
              <a:t>Fixing Missing Values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75600-000B-FD2A-383C-55A9A216F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" y="2547043"/>
            <a:ext cx="8131629" cy="264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3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008"/>
    </mc:Choice>
    <mc:Fallback xmlns="">
      <p:transition spd="slow" advTm="13900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3085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7AF5A-BE11-300D-C044-136F93CF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86298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Reindex with a Semi-Month Index; Fixing Missing Values</a:t>
            </a:r>
          </a:p>
        </p:txBody>
      </p: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3093" name="Rectangle 3092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4" name="Rectangle 3093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289D150-A2FB-00EE-C6E2-64F25C8EB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162" y="96677"/>
            <a:ext cx="9019419" cy="62684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166C32-F8F9-455A-0B63-CB5D8E5115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377" r="54966"/>
          <a:stretch/>
        </p:blipFill>
        <p:spPr>
          <a:xfrm>
            <a:off x="146221" y="4814013"/>
            <a:ext cx="2406437" cy="14982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59C102-3BE6-0FD5-198F-9721A7E3AFF1}"/>
              </a:ext>
            </a:extLst>
          </p:cNvPr>
          <p:cNvCxnSpPr/>
          <p:nvPr/>
        </p:nvCxnSpPr>
        <p:spPr>
          <a:xfrm>
            <a:off x="2600158" y="5421086"/>
            <a:ext cx="7674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29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954"/>
    </mc:Choice>
    <mc:Fallback xmlns="">
      <p:transition spd="slow" advTm="13495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Resample Time-Series Data</a:t>
            </a:r>
          </a:p>
        </p:txBody>
      </p:sp>
    </p:spTree>
    <p:extLst>
      <p:ext uri="{BB962C8B-B14F-4D97-AF65-F5344CB8AC3E}">
        <p14:creationId xmlns:p14="http://schemas.microsoft.com/office/powerpoint/2010/main" val="469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37"/>
    </mc:Choice>
    <mc:Fallback xmlns="">
      <p:transition spd="slow" advTm="10037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509DA-3251-273D-2D3B-D759B484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530910"/>
          </a:xfrm>
        </p:spPr>
        <p:txBody>
          <a:bodyPr>
            <a:normAutofit/>
          </a:bodyPr>
          <a:lstStyle/>
          <a:p>
            <a:r>
              <a:rPr lang="en-US"/>
              <a:t>What is Resampling?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2B880-CFA1-D8BF-C57A-93DA468EB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734" y="2645013"/>
            <a:ext cx="5611442" cy="384786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</a:rPr>
              <a:t>Changing the frequency </a:t>
            </a:r>
            <a:r>
              <a:rPr lang="en-US" sz="1800" dirty="0"/>
              <a:t>of the time series data.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Useful for adjusting the data to </a:t>
            </a:r>
            <a:r>
              <a:rPr lang="en-US" sz="1800" b="1" dirty="0">
                <a:highlight>
                  <a:srgbClr val="FFFF00"/>
                </a:highlight>
              </a:rPr>
              <a:t>match the frequency of another dataset</a:t>
            </a:r>
            <a:r>
              <a:rPr lang="en-US" sz="1800" dirty="0"/>
              <a:t>, </a:t>
            </a:r>
            <a:r>
              <a:rPr lang="en-US" sz="1800" b="1" dirty="0">
                <a:highlight>
                  <a:srgbClr val="FFFF00"/>
                </a:highlight>
              </a:rPr>
              <a:t>reducing noise</a:t>
            </a:r>
            <a:r>
              <a:rPr lang="en-US" sz="1800" dirty="0"/>
              <a:t>, preparing the data for forecasting, and improving </a:t>
            </a:r>
            <a:r>
              <a:rPr lang="en-US" sz="1800" dirty="0">
                <a:highlight>
                  <a:srgbClr val="FFFF00"/>
                </a:highlight>
              </a:rPr>
              <a:t>computational </a:t>
            </a:r>
            <a:r>
              <a:rPr lang="en-US" sz="1800" dirty="0"/>
              <a:t>and </a:t>
            </a:r>
            <a:r>
              <a:rPr lang="en-US" sz="1800" dirty="0">
                <a:highlight>
                  <a:srgbClr val="FFFF00"/>
                </a:highlight>
              </a:rPr>
              <a:t>storage </a:t>
            </a:r>
            <a:r>
              <a:rPr lang="en-US" sz="1800" dirty="0"/>
              <a:t>efficiency.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Two main types of resampling:</a:t>
            </a:r>
          </a:p>
          <a:p>
            <a:pPr marL="5715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Downsampling</a:t>
            </a:r>
            <a:endParaRPr lang="en-US" dirty="0"/>
          </a:p>
          <a:p>
            <a:pPr marL="5715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Upsampling</a:t>
            </a:r>
            <a:br>
              <a:rPr lang="en-US" sz="1500" dirty="0"/>
            </a:br>
            <a:endParaRPr lang="en-US" sz="1500" dirty="0"/>
          </a:p>
        </p:txBody>
      </p:sp>
      <p:pic>
        <p:nvPicPr>
          <p:cNvPr id="5124" name="Picture 4" descr="Free Pulse Frequency photo and picture">
            <a:extLst>
              <a:ext uri="{FF2B5EF4-FFF2-40B4-BE49-F238E27FC236}">
                <a16:creationId xmlns:a16="http://schemas.microsoft.com/office/drawing/2014/main" id="{9D0B99D7-9FC0-EB07-CA1A-08952D1420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8" r="30039" b="1"/>
          <a:stretch/>
        </p:blipFill>
        <p:spPr bwMode="auto">
          <a:xfrm>
            <a:off x="6095998" y="2279889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03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008"/>
    </mc:Choice>
    <mc:Fallback xmlns="">
      <p:transition spd="slow" advTm="55008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3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7404A-A9F0-4EA6-20B6-D0F281724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en-US"/>
              <a:t>Downsampling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193C1-BCE3-DE69-9A54-B87516FF8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95" r="1" b="1"/>
          <a:stretch/>
        </p:blipFill>
        <p:spPr>
          <a:xfrm>
            <a:off x="6154313" y="1"/>
            <a:ext cx="6108356" cy="3429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AD9F-C3A8-8638-F447-FB016C003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707367"/>
            <a:ext cx="5243715" cy="2999015"/>
          </a:xfrm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</a:rPr>
              <a:t>Reducing the frequency </a:t>
            </a:r>
            <a:r>
              <a:rPr lang="en-US" sz="1800" dirty="0"/>
              <a:t>of the data by </a:t>
            </a:r>
            <a:r>
              <a:rPr lang="en-US" sz="1800" b="1" dirty="0">
                <a:highlight>
                  <a:srgbClr val="FFFF00"/>
                </a:highlight>
              </a:rPr>
              <a:t>aggregating</a:t>
            </a:r>
            <a:r>
              <a:rPr lang="en-US" sz="1800" dirty="0">
                <a:highlight>
                  <a:srgbClr val="FFFF00"/>
                </a:highlight>
              </a:rPr>
              <a:t> or </a:t>
            </a:r>
            <a:r>
              <a:rPr lang="en-US" sz="1800" b="1" dirty="0" err="1">
                <a:highlight>
                  <a:srgbClr val="FFFF00"/>
                </a:highlight>
              </a:rPr>
              <a:t>summarising</a:t>
            </a:r>
            <a:r>
              <a:rPr lang="en-US" sz="1800" b="1" dirty="0">
                <a:highlight>
                  <a:srgbClr val="FFFF00"/>
                </a:highlight>
              </a:rPr>
              <a:t> </a:t>
            </a:r>
            <a:r>
              <a:rPr lang="en-US" sz="1800" dirty="0"/>
              <a:t>it over larger time intervals.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When you have high-frequency data, but you only need to </a:t>
            </a:r>
            <a:r>
              <a:rPr lang="en-US" sz="1800" dirty="0" err="1">
                <a:highlight>
                  <a:srgbClr val="FFFF00"/>
                </a:highlight>
              </a:rPr>
              <a:t>analyse</a:t>
            </a:r>
            <a:r>
              <a:rPr lang="en-US" sz="1800" dirty="0">
                <a:highlight>
                  <a:srgbClr val="FFFF00"/>
                </a:highlight>
              </a:rPr>
              <a:t> it at a </a:t>
            </a:r>
            <a:r>
              <a:rPr lang="en-US" sz="1800" b="1" dirty="0">
                <a:highlight>
                  <a:srgbClr val="FFFF00"/>
                </a:highlight>
              </a:rPr>
              <a:t>lower frequency</a:t>
            </a:r>
            <a:r>
              <a:rPr lang="en-US" sz="1800" dirty="0"/>
              <a:t>.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When you need to </a:t>
            </a:r>
            <a:r>
              <a:rPr lang="en-US" sz="1800" dirty="0">
                <a:highlight>
                  <a:srgbClr val="00FFFF"/>
                </a:highlight>
              </a:rPr>
              <a:t>reduce the </a:t>
            </a:r>
            <a:r>
              <a:rPr lang="en-US" sz="1800" b="1" dirty="0">
                <a:highlight>
                  <a:srgbClr val="00FFFF"/>
                </a:highlight>
              </a:rPr>
              <a:t>size</a:t>
            </a:r>
            <a:r>
              <a:rPr lang="en-US" sz="1800" dirty="0">
                <a:highlight>
                  <a:srgbClr val="00FFFF"/>
                </a:highlight>
              </a:rPr>
              <a:t> of the data </a:t>
            </a:r>
            <a:r>
              <a:rPr lang="en-US" sz="1800" dirty="0"/>
              <a:t>for </a:t>
            </a:r>
            <a:r>
              <a:rPr lang="en-US" sz="1800" b="1" dirty="0">
                <a:highlight>
                  <a:srgbClr val="FFFF00"/>
                </a:highlight>
              </a:rPr>
              <a:t>storage</a:t>
            </a:r>
            <a:r>
              <a:rPr lang="en-US" sz="1800" dirty="0">
                <a:highlight>
                  <a:srgbClr val="FFFF00"/>
                </a:highlight>
              </a:rPr>
              <a:t> </a:t>
            </a:r>
            <a:r>
              <a:rPr lang="en-US" sz="1800" dirty="0"/>
              <a:t>or</a:t>
            </a:r>
            <a:r>
              <a:rPr lang="en-US" sz="1800" dirty="0">
                <a:highlight>
                  <a:srgbClr val="FFFF00"/>
                </a:highlight>
              </a:rPr>
              <a:t> </a:t>
            </a:r>
            <a:r>
              <a:rPr lang="en-US" sz="1800" b="1" dirty="0">
                <a:highlight>
                  <a:srgbClr val="FFFF00"/>
                </a:highlight>
              </a:rPr>
              <a:t>computational</a:t>
            </a:r>
            <a:r>
              <a:rPr lang="en-US" sz="1800" dirty="0">
                <a:highlight>
                  <a:srgbClr val="FFFF00"/>
                </a:highlight>
              </a:rPr>
              <a:t> efficiency</a:t>
            </a:r>
            <a:r>
              <a:rPr lang="en-US" sz="1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55739-2A70-2439-4DE1-20AB66032A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957" r="1" b="1"/>
          <a:stretch/>
        </p:blipFill>
        <p:spPr>
          <a:xfrm>
            <a:off x="6154313" y="3427334"/>
            <a:ext cx="6108356" cy="343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3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28"/>
    </mc:Choice>
    <mc:Fallback xmlns="">
      <p:transition spd="slow" advTm="10172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3176842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err="1"/>
              <a:t>Downsampling</a:t>
            </a:r>
            <a:r>
              <a:rPr lang="en-US" sz="3200" dirty="0"/>
              <a:t>;</a:t>
            </a:r>
            <a:br>
              <a:rPr lang="en-US" sz="3200" dirty="0"/>
            </a:br>
            <a:r>
              <a:rPr lang="en-US" sz="3200" dirty="0"/>
              <a:t>using </a:t>
            </a:r>
            <a:br>
              <a:rPr lang="en-US" sz="3200" dirty="0"/>
            </a:br>
            <a:r>
              <a:rPr lang="en-US" sz="3200" dirty="0"/>
              <a:t>resample()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22E2601-A5B9-2A36-7D38-F2D4B73D9221}"/>
              </a:ext>
            </a:extLst>
          </p:cNvPr>
          <p:cNvSpPr txBox="1"/>
          <p:nvPr/>
        </p:nvSpPr>
        <p:spPr>
          <a:xfrm>
            <a:off x="7337403" y="3423441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Downsample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3BCA8C-E510-E29C-B936-B41304896D98}"/>
                  </a:ext>
                </a:extLst>
              </p14:cNvPr>
              <p14:cNvContentPartPr/>
              <p14:nvPr/>
            </p14:nvContentPartPr>
            <p14:xfrm>
              <a:off x="7595522" y="977625"/>
              <a:ext cx="720720" cy="172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3BCA8C-E510-E29C-B936-B41304896D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1882" y="869985"/>
                <a:ext cx="828360" cy="3880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99CF42A-68BA-82D1-AC14-0884CA3D9B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3063" y="138596"/>
            <a:ext cx="8440328" cy="592537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D645B1-5DA1-976A-079A-522E2A136968}"/>
              </a:ext>
            </a:extLst>
          </p:cNvPr>
          <p:cNvCxnSpPr>
            <a:cxnSpLocks/>
          </p:cNvCxnSpPr>
          <p:nvPr/>
        </p:nvCxnSpPr>
        <p:spPr>
          <a:xfrm>
            <a:off x="6818375" y="3224960"/>
            <a:ext cx="0" cy="203284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19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069"/>
    </mc:Choice>
    <mc:Fallback xmlns="">
      <p:transition spd="slow" advTm="10806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2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 err="1"/>
              <a:t>Downsampling</a:t>
            </a:r>
            <a:r>
              <a:rPr lang="en-US" sz="2800" dirty="0"/>
              <a:t>; the label &amp; closed Parameters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C4330C-498D-6E0A-2A4A-BAE32BAEE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09" y="627548"/>
            <a:ext cx="8934375" cy="508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48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733"/>
    </mc:Choice>
    <mc:Fallback xmlns="">
      <p:transition spd="slow" advTm="13173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78025"/>
            <a:ext cx="2901772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 err="1"/>
              <a:t>Downsampling</a:t>
            </a:r>
            <a:r>
              <a:rPr lang="en-US" sz="2800" dirty="0"/>
              <a:t>; the label &amp; closed Parameters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E229898-0FC6-2796-2A3D-4D3F9D7F67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241" r="68909"/>
          <a:stretch/>
        </p:blipFill>
        <p:spPr>
          <a:xfrm>
            <a:off x="302697" y="4327167"/>
            <a:ext cx="2442604" cy="232147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4A0FC8-AFDA-F7C1-F918-58D775FEAA7B}"/>
              </a:ext>
            </a:extLst>
          </p:cNvPr>
          <p:cNvCxnSpPr/>
          <p:nvPr/>
        </p:nvCxnSpPr>
        <p:spPr>
          <a:xfrm flipV="1">
            <a:off x="2757176" y="4947987"/>
            <a:ext cx="698543" cy="75175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6AB0A71-D267-7731-F6A6-1F92FFDE157F}"/>
              </a:ext>
            </a:extLst>
          </p:cNvPr>
          <p:cNvSpPr/>
          <p:nvPr/>
        </p:nvSpPr>
        <p:spPr>
          <a:xfrm>
            <a:off x="403761" y="5000930"/>
            <a:ext cx="1092531" cy="1647713"/>
          </a:xfrm>
          <a:prstGeom prst="rect">
            <a:avLst/>
          </a:prstGeom>
          <a:solidFill>
            <a:srgbClr val="8EFA00">
              <a:alpha val="9000"/>
            </a:srgbClr>
          </a:solidFill>
          <a:ln>
            <a:solidFill>
              <a:srgbClr val="8EF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B39951-EC22-8568-4E0E-6E426BD87D96}"/>
              </a:ext>
            </a:extLst>
          </p:cNvPr>
          <p:cNvSpPr/>
          <p:nvPr/>
        </p:nvSpPr>
        <p:spPr>
          <a:xfrm>
            <a:off x="1597356" y="4999890"/>
            <a:ext cx="1050841" cy="1647713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CEFFD-DB5B-C1A1-DDB2-05292D2C2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5" y="4009515"/>
            <a:ext cx="3029373" cy="266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3A7806-55F1-6DD0-1251-61FD32B069AB}"/>
              </a:ext>
            </a:extLst>
          </p:cNvPr>
          <p:cNvSpPr txBox="1"/>
          <p:nvPr/>
        </p:nvSpPr>
        <p:spPr>
          <a:xfrm>
            <a:off x="3796688" y="5500580"/>
            <a:ext cx="742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What causes the small differences in the values in these two tables?</a:t>
            </a:r>
            <a:endParaRPr lang="en-A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9B2C08-1E86-9959-F9C9-C0E5B8425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417" y="1087443"/>
            <a:ext cx="8297433" cy="40772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6ECFD51-54A4-D9AF-CE85-F11EC85090DB}"/>
              </a:ext>
            </a:extLst>
          </p:cNvPr>
          <p:cNvSpPr/>
          <p:nvPr/>
        </p:nvSpPr>
        <p:spPr>
          <a:xfrm>
            <a:off x="4880758" y="3004958"/>
            <a:ext cx="1341912" cy="1827904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03E29A-935B-68F0-F3D3-EA6EFA52BB6F}"/>
              </a:ext>
            </a:extLst>
          </p:cNvPr>
          <p:cNvSpPr/>
          <p:nvPr/>
        </p:nvSpPr>
        <p:spPr>
          <a:xfrm>
            <a:off x="3491345" y="3004957"/>
            <a:ext cx="1341912" cy="1827905"/>
          </a:xfrm>
          <a:prstGeom prst="rect">
            <a:avLst/>
          </a:prstGeom>
          <a:solidFill>
            <a:srgbClr val="8EFA00">
              <a:alpha val="9000"/>
            </a:srgbClr>
          </a:solidFill>
          <a:ln>
            <a:solidFill>
              <a:srgbClr val="8EF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626"/>
    </mc:Choice>
    <mc:Fallback xmlns="">
      <p:transition spd="slow" advTm="10762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1684-BC61-DFC5-EDC3-8167E1D0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365125"/>
            <a:ext cx="10959164" cy="1078664"/>
          </a:xfrm>
        </p:spPr>
        <p:txBody>
          <a:bodyPr>
            <a:normAutofit fontScale="90000"/>
          </a:bodyPr>
          <a:lstStyle/>
          <a:p>
            <a:r>
              <a:rPr lang="en-US" dirty="0"/>
              <a:t>Resample with label = ‘left’ &amp; closed = ‘right’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32FAF-7821-1809-2ED6-9566B2BF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476" y="2445443"/>
            <a:ext cx="5390742" cy="333963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dirty="0"/>
              <a:t>What happens if you execute the following line? </a:t>
            </a:r>
          </a:p>
          <a:p>
            <a:pPr>
              <a:lnSpc>
                <a:spcPct val="110000"/>
              </a:lnSpc>
            </a:pPr>
            <a:endParaRPr lang="en-US" sz="3600" dirty="0"/>
          </a:p>
        </p:txBody>
      </p:sp>
      <p:pic>
        <p:nvPicPr>
          <p:cNvPr id="1026" name="Picture 2" descr="Free Knowledge Curiosity photo and picture">
            <a:extLst>
              <a:ext uri="{FF2B5EF4-FFF2-40B4-BE49-F238E27FC236}">
                <a16:creationId xmlns:a16="http://schemas.microsoft.com/office/drawing/2014/main" id="{919A4985-9AF5-8006-5018-B2DC90496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0" r="14529" b="-1"/>
          <a:stretch/>
        </p:blipFill>
        <p:spPr bwMode="auto">
          <a:xfrm>
            <a:off x="5951619" y="1914764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951F2F-DB2D-26C2-00A2-A27BCB5BC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93" y="4115260"/>
            <a:ext cx="49911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8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05"/>
    </mc:Choice>
    <mc:Fallback xmlns="">
      <p:transition spd="slow" advTm="2360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7023783-1BA7-4B53-8EDC-B7F22732F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8B7D45-C71F-4FD6-BE9F-31CB24678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05878"/>
            <a:ext cx="12192000" cy="4552121"/>
            <a:chOff x="6096002" y="-9073"/>
            <a:chExt cx="6095998" cy="6867073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F0E55DB-2DD2-4990-952E-AF7499C7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131DE2E-D7A0-4137-B8A6-3F996F89A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BEECA9E-C489-4B62-9103-5A6D60EA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913"/>
            <a:ext cx="6095996" cy="2318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98495"/>
            <a:ext cx="5251230" cy="160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err="1"/>
              <a:t>Downsampling</a:t>
            </a:r>
            <a:r>
              <a:rPr lang="en-US" sz="4400" dirty="0"/>
              <a:t>; Improving Plots</a:t>
            </a:r>
          </a:p>
        </p:txBody>
      </p:sp>
      <p:pic>
        <p:nvPicPr>
          <p:cNvPr id="21" name="Graphic 20" descr="Statistics">
            <a:extLst>
              <a:ext uri="{FF2B5EF4-FFF2-40B4-BE49-F238E27FC236}">
                <a16:creationId xmlns:a16="http://schemas.microsoft.com/office/drawing/2014/main" id="{55662B91-AA64-F4CE-7756-B65974E2D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5363" y="136526"/>
            <a:ext cx="1973954" cy="1973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C0A861-0F49-9FE3-3E7E-1F82D5ED2EB5}"/>
              </a:ext>
            </a:extLst>
          </p:cNvPr>
          <p:cNvSpPr txBox="1"/>
          <p:nvPr/>
        </p:nvSpPr>
        <p:spPr>
          <a:xfrm>
            <a:off x="484552" y="2557858"/>
            <a:ext cx="10228475" cy="34965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7150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When plotting time series data with a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large number of data points</a:t>
            </a:r>
            <a:r>
              <a:rPr lang="en-US" dirty="0">
                <a:latin typeface="Cambria" panose="02040503050406030204" pitchFamily="18" charset="0"/>
              </a:rPr>
              <a:t>, it can become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difficult to see the </a:t>
            </a:r>
            <a:r>
              <a:rPr lang="en-US" b="1" dirty="0">
                <a:highlight>
                  <a:srgbClr val="FFFF00"/>
                </a:highlight>
                <a:latin typeface="Cambria" panose="02040503050406030204" pitchFamily="18" charset="0"/>
              </a:rPr>
              <a:t>overall trend </a:t>
            </a:r>
            <a:r>
              <a:rPr lang="en-US" dirty="0">
                <a:latin typeface="Cambria" panose="02040503050406030204" pitchFamily="18" charset="0"/>
              </a:rPr>
              <a:t>of the data due to excessive </a:t>
            </a:r>
            <a:r>
              <a:rPr lang="en-US" b="1" dirty="0">
                <a:highlight>
                  <a:srgbClr val="FFFF00"/>
                </a:highlight>
                <a:latin typeface="Cambria" panose="02040503050406030204" pitchFamily="18" charset="0"/>
              </a:rPr>
              <a:t>noise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 or variability </a:t>
            </a:r>
            <a:r>
              <a:rPr lang="en-US" dirty="0">
                <a:latin typeface="Cambria" panose="02040503050406030204" pitchFamily="18" charset="0"/>
              </a:rPr>
              <a:t>in the data. </a:t>
            </a:r>
          </a:p>
          <a:p>
            <a:pPr marL="57150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</a:endParaRPr>
          </a:p>
          <a:p>
            <a:pPr marL="57150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</a:rPr>
              <a:t>Downsampling</a:t>
            </a:r>
            <a:r>
              <a:rPr lang="en-US" dirty="0">
                <a:latin typeface="Cambria" panose="02040503050406030204" pitchFamily="18" charset="0"/>
              </a:rPr>
              <a:t> can help by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reducing the number of data points </a:t>
            </a:r>
            <a:r>
              <a:rPr lang="en-US" dirty="0">
                <a:latin typeface="Cambria" panose="02040503050406030204" pitchFamily="18" charset="0"/>
              </a:rPr>
              <a:t>displayed on the plot, thereby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reducing the noise </a:t>
            </a:r>
            <a:r>
              <a:rPr lang="en-US" dirty="0">
                <a:latin typeface="Cambria" panose="02040503050406030204" pitchFamily="18" charset="0"/>
              </a:rPr>
              <a:t>and making it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easier to see the </a:t>
            </a:r>
            <a:r>
              <a:rPr lang="en-US" b="1" dirty="0">
                <a:highlight>
                  <a:srgbClr val="FFFF00"/>
                </a:highlight>
                <a:latin typeface="Cambria" panose="02040503050406030204" pitchFamily="18" charset="0"/>
              </a:rPr>
              <a:t>underlying trend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</a:rPr>
              <a:t>of the data.</a:t>
            </a:r>
          </a:p>
          <a:p>
            <a:pPr marL="285750">
              <a:lnSpc>
                <a:spcPct val="110000"/>
              </a:lnSpc>
              <a:spcAft>
                <a:spcPts val="600"/>
              </a:spcAft>
            </a:pPr>
            <a:endParaRPr lang="en-US" dirty="0">
              <a:latin typeface="Cambria" panose="02040503050406030204" pitchFamily="18" charset="0"/>
            </a:endParaRPr>
          </a:p>
          <a:p>
            <a:pPr marL="57150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Particularly helpful when </a:t>
            </a:r>
            <a:r>
              <a:rPr lang="en-US" dirty="0" err="1">
                <a:latin typeface="Cambria" panose="02040503050406030204" pitchFamily="18" charset="0"/>
              </a:rPr>
              <a:t>visualising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b="1" dirty="0">
                <a:highlight>
                  <a:srgbClr val="FFFF00"/>
                </a:highlight>
                <a:latin typeface="Cambria" panose="02040503050406030204" pitchFamily="18" charset="0"/>
              </a:rPr>
              <a:t>long-term trends </a:t>
            </a:r>
            <a:r>
              <a:rPr lang="en-US" dirty="0">
                <a:latin typeface="Cambria" panose="02040503050406030204" pitchFamily="18" charset="0"/>
              </a:rPr>
              <a:t>or when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presenting</a:t>
            </a:r>
            <a:r>
              <a:rPr lang="en-US" dirty="0">
                <a:latin typeface="Cambria" panose="02040503050406030204" pitchFamily="18" charset="0"/>
              </a:rPr>
              <a:t> the data.</a:t>
            </a:r>
          </a:p>
          <a:p>
            <a:pPr marL="57150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</a:endParaRPr>
          </a:p>
          <a:p>
            <a:pPr marL="57150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E.g., if the original time series data includes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daily stock prices</a:t>
            </a:r>
            <a:r>
              <a:rPr lang="en-US" dirty="0">
                <a:latin typeface="Cambria" panose="02040503050406030204" pitchFamily="18" charset="0"/>
              </a:rPr>
              <a:t>, </a:t>
            </a:r>
            <a:r>
              <a:rPr lang="en-US" dirty="0" err="1">
                <a:latin typeface="Cambria" panose="02040503050406030204" pitchFamily="18" charset="0"/>
              </a:rPr>
              <a:t>downsampling</a:t>
            </a:r>
            <a:r>
              <a:rPr lang="en-US" dirty="0">
                <a:latin typeface="Cambria" panose="02040503050406030204" pitchFamily="18" charset="0"/>
              </a:rPr>
              <a:t> to weekly or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monthly data points </a:t>
            </a:r>
            <a:r>
              <a:rPr lang="en-US" dirty="0">
                <a:latin typeface="Cambria" panose="02040503050406030204" pitchFamily="18" charset="0"/>
              </a:rPr>
              <a:t>can help to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smooth out the plot </a:t>
            </a:r>
            <a:r>
              <a:rPr lang="en-US" dirty="0">
                <a:latin typeface="Cambria" panose="02040503050406030204" pitchFamily="18" charset="0"/>
              </a:rPr>
              <a:t>and make it easier to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identify trends</a:t>
            </a:r>
            <a:r>
              <a:rPr lang="en-US" dirty="0">
                <a:latin typeface="Cambria" panose="02040503050406030204" pitchFamily="18" charset="0"/>
              </a:rPr>
              <a:t>. </a:t>
            </a:r>
          </a:p>
          <a:p>
            <a:pPr marL="57150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962"/>
    </mc:Choice>
    <mc:Fallback xmlns="">
      <p:transition spd="slow" advTm="93962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0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 err="1"/>
              <a:t>Downsampling</a:t>
            </a:r>
            <a:r>
              <a:rPr lang="en-US" sz="2800" dirty="0"/>
              <a:t>; Improving Plots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17B069C-052C-64D8-7A05-544383F7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7" y="172226"/>
            <a:ext cx="6076946" cy="603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3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96"/>
    </mc:Choice>
    <mc:Fallback xmlns="">
      <p:transition spd="slow" advTm="3369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0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 err="1"/>
              <a:t>Downsampling</a:t>
            </a:r>
            <a:r>
              <a:rPr lang="en-US" sz="2800" dirty="0"/>
              <a:t>; Improving Plots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10BA11A-775C-FB5D-E795-826865D3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240" y="342900"/>
            <a:ext cx="6985000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C67193-9A8D-7F70-713C-5E56C25F36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059" r="29767"/>
          <a:stretch/>
        </p:blipFill>
        <p:spPr>
          <a:xfrm>
            <a:off x="47809" y="4775429"/>
            <a:ext cx="2759342" cy="186948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45E309-F306-2184-6D26-2A83E13E6D48}"/>
              </a:ext>
            </a:extLst>
          </p:cNvPr>
          <p:cNvCxnSpPr>
            <a:cxnSpLocks/>
          </p:cNvCxnSpPr>
          <p:nvPr/>
        </p:nvCxnSpPr>
        <p:spPr>
          <a:xfrm flipV="1">
            <a:off x="2917371" y="5018314"/>
            <a:ext cx="1110343" cy="78377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69"/>
    </mc:Choice>
    <mc:Fallback xmlns="">
      <p:transition spd="slow" advTm="8686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80A34A-731B-4B77-8D1A-4326EA612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509DA-3251-273D-2D3B-D759B484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2" y="365125"/>
            <a:ext cx="2689847" cy="2783592"/>
          </a:xfrm>
        </p:spPr>
        <p:txBody>
          <a:bodyPr>
            <a:normAutofit/>
          </a:bodyPr>
          <a:lstStyle/>
          <a:p>
            <a:r>
              <a:rPr lang="en-US" sz="3200"/>
              <a:t>Upsampling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37F229-3203-4783-BAA9-C5F4AE136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3047997" cy="3429000"/>
            <a:chOff x="0" y="3438071"/>
            <a:chExt cx="3047997" cy="3429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58ED267-CBD7-48CA-8FBD-FC65502AA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" y="3438071"/>
              <a:ext cx="3047991" cy="3429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5AB1F4-1BAE-422B-9787-CAC85DB09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447142"/>
              <a:ext cx="3047997" cy="3419929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E1FE8E-973F-4FAD-889A-CEFD172EE9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069337"/>
              </p:ext>
            </p:extLst>
          </p:nvPr>
        </p:nvGraphicFramePr>
        <p:xfrm>
          <a:off x="3811656" y="551622"/>
          <a:ext cx="7742583" cy="5625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9BAE54-4A93-0AE7-A056-DD7FC07C4DB9}"/>
                  </a:ext>
                </a:extLst>
              </p14:cNvPr>
              <p14:cNvContentPartPr/>
              <p14:nvPr/>
            </p14:nvContentPartPr>
            <p14:xfrm>
              <a:off x="6997922" y="1212705"/>
              <a:ext cx="1186560" cy="27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9BAE54-4A93-0AE7-A056-DD7FC07C4D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43922" y="1104705"/>
                <a:ext cx="12942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E3C301F-1437-2963-4DC5-089D779062F2}"/>
                  </a:ext>
                </a:extLst>
              </p14:cNvPr>
              <p14:cNvContentPartPr/>
              <p14:nvPr/>
            </p14:nvContentPartPr>
            <p14:xfrm>
              <a:off x="8781722" y="1220985"/>
              <a:ext cx="1134720" cy="28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E3C301F-1437-2963-4DC5-089D779062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27722" y="1112985"/>
                <a:ext cx="12423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4F98FCE-E2D1-5CF3-2ED4-F4765B51C7EF}"/>
                  </a:ext>
                </a:extLst>
              </p14:cNvPr>
              <p14:cNvContentPartPr/>
              <p14:nvPr/>
            </p14:nvContentPartPr>
            <p14:xfrm>
              <a:off x="7867322" y="3358665"/>
              <a:ext cx="2924640" cy="9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4F98FCE-E2D1-5CF3-2ED4-F4765B51C7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13322" y="3250665"/>
                <a:ext cx="30322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D1257F-497F-EB89-3D2E-F4B14C537D3D}"/>
                  </a:ext>
                </a:extLst>
              </p14:cNvPr>
              <p14:cNvContentPartPr/>
              <p14:nvPr/>
            </p14:nvContentPartPr>
            <p14:xfrm>
              <a:off x="6210602" y="5395905"/>
              <a:ext cx="147600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D1257F-497F-EB89-3D2E-F4B14C537D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56602" y="5287905"/>
                <a:ext cx="1583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B0E0B5-6707-4CE1-3764-23DDAE668104}"/>
                  </a:ext>
                </a:extLst>
              </p14:cNvPr>
              <p14:cNvContentPartPr/>
              <p14:nvPr/>
            </p14:nvContentPartPr>
            <p14:xfrm>
              <a:off x="8446562" y="5404185"/>
              <a:ext cx="2407320" cy="11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0B0E0B5-6707-4CE1-3764-23DDAE66810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92562" y="5296185"/>
                <a:ext cx="2514960" cy="22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9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322"/>
    </mc:Choice>
    <mc:Fallback xmlns="">
      <p:transition spd="slow" advTm="85322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err="1"/>
              <a:t>Upsampling</a:t>
            </a:r>
            <a:r>
              <a:rPr lang="en-US" sz="3200" dirty="0"/>
              <a:t>;</a:t>
            </a:r>
            <a:br>
              <a:rPr lang="en-US" sz="3200" dirty="0"/>
            </a:br>
            <a:r>
              <a:rPr lang="en-US" sz="3200" dirty="0"/>
              <a:t>using resample()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BFF151A-6282-DCCA-5110-7FB4DE76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504" y="324123"/>
            <a:ext cx="8602275" cy="64016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3D024A-865B-86DE-1AF6-822EE42B1A5A}"/>
              </a:ext>
            </a:extLst>
          </p:cNvPr>
          <p:cNvSpPr/>
          <p:nvPr/>
        </p:nvSpPr>
        <p:spPr>
          <a:xfrm>
            <a:off x="3496019" y="5815907"/>
            <a:ext cx="3523906" cy="415419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10CA7-37E7-FB5E-CD14-B2DC98D8FD39}"/>
              </a:ext>
            </a:extLst>
          </p:cNvPr>
          <p:cNvSpPr/>
          <p:nvPr/>
        </p:nvSpPr>
        <p:spPr>
          <a:xfrm>
            <a:off x="3496019" y="4963417"/>
            <a:ext cx="3523904" cy="415419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3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821"/>
    </mc:Choice>
    <mc:Fallback xmlns="">
      <p:transition spd="slow" advTm="10182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err="1"/>
              <a:t>Upsampling</a:t>
            </a:r>
            <a:r>
              <a:rPr lang="en-US" sz="3200" dirty="0"/>
              <a:t>;</a:t>
            </a:r>
            <a:br>
              <a:rPr lang="en-US" sz="3200" dirty="0"/>
            </a:br>
            <a:r>
              <a:rPr lang="en-US" sz="3200" dirty="0"/>
              <a:t>Missing Values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971AE4A-5930-0265-7926-A850F4C98D66}"/>
              </a:ext>
            </a:extLst>
          </p:cNvPr>
          <p:cNvSpPr txBox="1"/>
          <p:nvPr/>
        </p:nvSpPr>
        <p:spPr>
          <a:xfrm>
            <a:off x="3284564" y="239859"/>
            <a:ext cx="84405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</a:endParaRPr>
          </a:p>
          <a:p>
            <a:br>
              <a:rPr lang="en-US" dirty="0">
                <a:latin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ADACAE-E585-142C-262D-09D6DBAC9527}"/>
              </a:ext>
            </a:extLst>
          </p:cNvPr>
          <p:cNvSpPr txBox="1"/>
          <p:nvPr/>
        </p:nvSpPr>
        <p:spPr>
          <a:xfrm>
            <a:off x="3284564" y="664551"/>
            <a:ext cx="78151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When you </a:t>
            </a:r>
            <a:r>
              <a:rPr lang="en-US" sz="2000" dirty="0" err="1">
                <a:highlight>
                  <a:srgbClr val="FFFF00"/>
                </a:highlight>
                <a:latin typeface="Cambria" panose="02040503050406030204" pitchFamily="18" charset="0"/>
              </a:rPr>
              <a:t>upsample</a:t>
            </a:r>
            <a:r>
              <a:rPr lang="en-US" sz="2000" dirty="0">
                <a:latin typeface="Cambria" panose="02040503050406030204" pitchFamily="18" charset="0"/>
              </a:rPr>
              <a:t> a time-series dataset,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</a:rPr>
              <a:t>new rows are inserted </a:t>
            </a:r>
            <a:r>
              <a:rPr lang="en-US" sz="2000" dirty="0">
                <a:latin typeface="Cambria" panose="02040503050406030204" pitchFamily="18" charset="0"/>
              </a:rPr>
              <a:t>into the </a:t>
            </a:r>
            <a:r>
              <a:rPr lang="en-US" sz="2000" dirty="0" err="1">
                <a:latin typeface="Cambria" panose="02040503050406030204" pitchFamily="18" charset="0"/>
              </a:rPr>
              <a:t>DataFrame</a:t>
            </a:r>
            <a:r>
              <a:rPr lang="en-US" sz="2000" dirty="0">
                <a:latin typeface="Cambria" panose="02040503050406030204" pitchFamily="18" charset="0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</a:rPr>
              <a:t>for the missing time periods</a:t>
            </a:r>
            <a:r>
              <a:rPr lang="en-US" sz="2000" dirty="0">
                <a:latin typeface="Cambria" panose="02040503050406030204" pitchFamily="18" charset="0"/>
              </a:rPr>
              <a:t>. Since the original dataset has a lower frequency than the resampled data,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</a:rPr>
              <a:t>some of the new rows will have missing data</a:t>
            </a:r>
            <a:r>
              <a:rPr lang="en-US" sz="2000" dirty="0">
                <a:latin typeface="Cambria" panose="02040503050406030204" pitchFamily="18" charset="0"/>
              </a:rPr>
              <a:t>, which will be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</a:rPr>
              <a:t>filled with </a:t>
            </a:r>
            <a:r>
              <a:rPr lang="en-US" sz="2000" b="1" dirty="0" err="1">
                <a:highlight>
                  <a:srgbClr val="FFFF00"/>
                </a:highlight>
                <a:latin typeface="Cambria" panose="02040503050406030204" pitchFamily="18" charset="0"/>
              </a:rPr>
              <a:t>NaN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</a:rPr>
              <a:t>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In this case, the sum aggregation method is used to calculate the sum of the </a:t>
            </a:r>
            <a:r>
              <a:rPr lang="en-US" sz="2000" dirty="0" err="1">
                <a:latin typeface="Cambria" panose="02040503050406030204" pitchFamily="18" charset="0"/>
              </a:rPr>
              <a:t>acresBurned</a:t>
            </a:r>
            <a:r>
              <a:rPr lang="en-US" sz="2000" dirty="0">
                <a:latin typeface="Cambria" panose="02040503050406030204" pitchFamily="18" charset="0"/>
              </a:rPr>
              <a:t> values for every 12 hours. 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</a:rPr>
              <a:t>When the sum function encounters a </a:t>
            </a:r>
            <a:r>
              <a:rPr lang="en-US" sz="2000" dirty="0" err="1">
                <a:highlight>
                  <a:srgbClr val="FFFF00"/>
                </a:highlight>
                <a:latin typeface="Cambria" panose="02040503050406030204" pitchFamily="18" charset="0"/>
              </a:rPr>
              <a:t>NaN</a:t>
            </a:r>
            <a:r>
              <a:rPr lang="en-US" sz="2000" dirty="0">
                <a:highlight>
                  <a:srgbClr val="FFFF00"/>
                </a:highlight>
                <a:latin typeface="Cambria" panose="02040503050406030204" pitchFamily="18" charset="0"/>
              </a:rPr>
              <a:t> value, it treats it as zero</a:t>
            </a:r>
            <a:r>
              <a:rPr lang="en-US" sz="2000" dirty="0">
                <a:latin typeface="Cambria" panose="02040503050406030204" pitchFamily="18" charset="0"/>
              </a:rPr>
              <a:t>, which can lead to some zero values in the resampled </a:t>
            </a:r>
            <a:r>
              <a:rPr lang="en-US" sz="2000" dirty="0" err="1">
                <a:latin typeface="Cambria" panose="02040503050406030204" pitchFamily="18" charset="0"/>
              </a:rPr>
              <a:t>DataFrame</a:t>
            </a:r>
            <a:r>
              <a:rPr lang="en-US" sz="2000" dirty="0">
                <a:latin typeface="Cambria" panose="02040503050406030204" pitchFamily="18" charset="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6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624"/>
    </mc:Choice>
    <mc:Fallback xmlns="">
      <p:transition spd="slow" advTm="46624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err="1"/>
              <a:t>Upsampling</a:t>
            </a:r>
            <a:r>
              <a:rPr lang="en-US" sz="3200" dirty="0"/>
              <a:t>;</a:t>
            </a:r>
            <a:br>
              <a:rPr lang="en-US" sz="3200" dirty="0"/>
            </a:br>
            <a:r>
              <a:rPr lang="en-US" sz="3200" dirty="0"/>
              <a:t>Fixing Missing Values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671AF71-917E-154A-3272-898E08562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043" y="-1"/>
            <a:ext cx="7547656" cy="64607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DA22DF-AE53-FFCD-D3F3-6119A3011E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659" r="56847"/>
          <a:stretch/>
        </p:blipFill>
        <p:spPr>
          <a:xfrm>
            <a:off x="8848969" y="2916577"/>
            <a:ext cx="2868195" cy="192886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6E3413B-B922-03AB-00F0-4E9B32229BE6}"/>
              </a:ext>
            </a:extLst>
          </p:cNvPr>
          <p:cNvSpPr/>
          <p:nvPr/>
        </p:nvSpPr>
        <p:spPr>
          <a:xfrm>
            <a:off x="10765157" y="3530449"/>
            <a:ext cx="937368" cy="292821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CEDFA9-E661-914B-DFE9-DA513C3436EC}"/>
              </a:ext>
            </a:extLst>
          </p:cNvPr>
          <p:cNvSpPr/>
          <p:nvPr/>
        </p:nvSpPr>
        <p:spPr>
          <a:xfrm>
            <a:off x="10793212" y="4142372"/>
            <a:ext cx="909313" cy="292822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DA7AAD-6077-3AF0-8ACD-569AE7DC63D9}"/>
              </a:ext>
            </a:extLst>
          </p:cNvPr>
          <p:cNvSpPr/>
          <p:nvPr/>
        </p:nvSpPr>
        <p:spPr>
          <a:xfrm>
            <a:off x="5250072" y="4943360"/>
            <a:ext cx="937368" cy="292821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BBF6C-2F07-5483-6534-CCC6AD3B2FBF}"/>
              </a:ext>
            </a:extLst>
          </p:cNvPr>
          <p:cNvSpPr/>
          <p:nvPr/>
        </p:nvSpPr>
        <p:spPr>
          <a:xfrm>
            <a:off x="5278127" y="5711613"/>
            <a:ext cx="909313" cy="292822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2F87945-EB82-757E-DA5F-5DF9BA5DCAB6}"/>
              </a:ext>
            </a:extLst>
          </p:cNvPr>
          <p:cNvCxnSpPr/>
          <p:nvPr/>
        </p:nvCxnSpPr>
        <p:spPr>
          <a:xfrm flipH="1">
            <a:off x="6141720" y="3665687"/>
            <a:ext cx="2682240" cy="1408069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78FE05-D8C6-DCEF-309A-CC9964D3777D}"/>
              </a:ext>
            </a:extLst>
          </p:cNvPr>
          <p:cNvCxnSpPr/>
          <p:nvPr/>
        </p:nvCxnSpPr>
        <p:spPr>
          <a:xfrm flipH="1">
            <a:off x="6212449" y="4333018"/>
            <a:ext cx="2682240" cy="1408069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2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16"/>
    </mc:Choice>
    <mc:Fallback xmlns="">
      <p:transition spd="slow" advTm="10231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8821271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Rolling Windows</a:t>
            </a:r>
          </a:p>
        </p:txBody>
      </p:sp>
    </p:spTree>
    <p:extLst>
      <p:ext uri="{BB962C8B-B14F-4D97-AF65-F5344CB8AC3E}">
        <p14:creationId xmlns:p14="http://schemas.microsoft.com/office/powerpoint/2010/main" val="285787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64"/>
    </mc:Choice>
    <mc:Fallback xmlns="">
      <p:transition spd="slow" advTm="7164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1B3485-B2C9-9B3B-E12D-65CF047E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8" y="301625"/>
            <a:ext cx="10869612" cy="1206500"/>
          </a:xfrm>
        </p:spPr>
        <p:txBody>
          <a:bodyPr anchor="ctr">
            <a:normAutofit/>
          </a:bodyPr>
          <a:lstStyle/>
          <a:p>
            <a:r>
              <a:rPr lang="en-US" dirty="0"/>
              <a:t>The Concept of </a:t>
            </a:r>
            <a:r>
              <a:rPr lang="en-US" dirty="0">
                <a:effectLst/>
              </a:rPr>
              <a:t>Rolling Windows 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A1103C-8992-2496-53BE-0EC82A167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709" y="1896670"/>
            <a:ext cx="11042528" cy="2298637"/>
          </a:xfrm>
        </p:spPr>
        <p:txBody>
          <a:bodyPr>
            <a:normAutofit/>
          </a:bodyPr>
          <a:lstStyle/>
          <a:p>
            <a:r>
              <a:rPr lang="en-AU" sz="1800" dirty="0"/>
              <a:t>A rolling window selects a </a:t>
            </a:r>
            <a:r>
              <a:rPr lang="en-AU" sz="1800" b="1" dirty="0">
                <a:highlight>
                  <a:srgbClr val="FFFF00"/>
                </a:highlight>
              </a:rPr>
              <a:t>fixed number of consecutive observations</a:t>
            </a:r>
            <a:r>
              <a:rPr lang="en-AU" sz="1800" dirty="0"/>
              <a:t>, performs a </a:t>
            </a:r>
            <a:r>
              <a:rPr lang="en-AU" sz="1800" dirty="0">
                <a:highlight>
                  <a:srgbClr val="FFFF00"/>
                </a:highlight>
              </a:rPr>
              <a:t>calculation</a:t>
            </a:r>
            <a:r>
              <a:rPr lang="en-AU" sz="1800" dirty="0"/>
              <a:t>, and then </a:t>
            </a:r>
            <a:r>
              <a:rPr lang="en-AU" sz="1800" dirty="0">
                <a:highlight>
                  <a:srgbClr val="FFFF00"/>
                </a:highlight>
              </a:rPr>
              <a:t>moves forward </a:t>
            </a:r>
            <a:r>
              <a:rPr lang="en-AU" sz="1800" dirty="0"/>
              <a:t>one observation at a time.</a:t>
            </a:r>
          </a:p>
          <a:p>
            <a:endParaRPr lang="en-AU" sz="1800" dirty="0">
              <a:effectLst/>
            </a:endParaRPr>
          </a:p>
          <a:p>
            <a:endParaRPr lang="en-US" sz="19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AC376B-A7B8-33DA-FE25-162968BBD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197" y="3163403"/>
            <a:ext cx="8325854" cy="36945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781149-D4F1-46E8-D873-42BA48002B0F}"/>
              </a:ext>
            </a:extLst>
          </p:cNvPr>
          <p:cNvSpPr txBox="1"/>
          <p:nvPr/>
        </p:nvSpPr>
        <p:spPr>
          <a:xfrm>
            <a:off x="681709" y="2717979"/>
            <a:ext cx="723717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ambria" panose="02040503050406030204" pitchFamily="18" charset="0"/>
              </a:rPr>
              <a:t>For example, a three-day rolling mean calculates the average of:</a:t>
            </a:r>
          </a:p>
          <a:p>
            <a:endParaRPr lang="en-AU" dirty="0">
              <a:latin typeface="Cambria" panose="02040503050406030204" pitchFamily="18" charset="0"/>
            </a:endParaRPr>
          </a:p>
          <a:p>
            <a:pPr lvl="1"/>
            <a:r>
              <a:rPr lang="en-AU" sz="1600" dirty="0">
                <a:latin typeface="Cambria" panose="02040503050406030204" pitchFamily="18" charset="0"/>
              </a:rPr>
              <a:t>Days 1–3 </a:t>
            </a:r>
          </a:p>
          <a:p>
            <a:pPr lvl="1"/>
            <a:r>
              <a:rPr lang="en-AU" sz="1600" dirty="0">
                <a:latin typeface="Cambria" panose="02040503050406030204" pitchFamily="18" charset="0"/>
              </a:rPr>
              <a:t>Days 2–4 </a:t>
            </a:r>
          </a:p>
          <a:p>
            <a:pPr lvl="1"/>
            <a:r>
              <a:rPr lang="en-AU" sz="1600" dirty="0">
                <a:latin typeface="Cambria" panose="02040503050406030204" pitchFamily="18" charset="0"/>
              </a:rPr>
              <a:t>Days 3–5 </a:t>
            </a:r>
          </a:p>
          <a:p>
            <a:pPr lvl="1"/>
            <a:r>
              <a:rPr lang="en-AU" sz="1600" dirty="0">
                <a:latin typeface="Cambria" panose="02040503050406030204" pitchFamily="18" charset="0"/>
              </a:rPr>
              <a:t>Days 4–6</a:t>
            </a:r>
          </a:p>
        </p:txBody>
      </p:sp>
    </p:spTree>
    <p:extLst>
      <p:ext uri="{BB962C8B-B14F-4D97-AF65-F5344CB8AC3E}">
        <p14:creationId xmlns:p14="http://schemas.microsoft.com/office/powerpoint/2010/main" val="3987066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effectLst/>
              </a:rPr>
              <a:t>Rolling Windows</a:t>
            </a:r>
            <a:endParaRPr lang="en-US" sz="3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A76B60A-A81C-9972-835E-C4A877561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219" y="2783545"/>
            <a:ext cx="3996907" cy="3759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F87B1F-1448-384E-6FA3-C39EBB2D9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229" y="177285"/>
            <a:ext cx="7844515" cy="248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6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06"/>
    </mc:Choice>
    <mc:Fallback xmlns="">
      <p:transition spd="slow" advTm="39306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F79F2-EA63-9549-F159-11C275E0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effectLst/>
              </a:rPr>
              <a:t>Rolling Windows (Cont.)</a:t>
            </a:r>
            <a:endParaRPr lang="en-US" sz="3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9BB478A-4E45-F70F-528D-32C3FD03E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219" y="2878182"/>
            <a:ext cx="3752850" cy="3520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0B1D9A-FA39-CC7A-90FC-EA9C0D44F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904" y="223306"/>
            <a:ext cx="7136329" cy="25882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FE425A-40BC-8716-EA75-CA69AFDE5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809" y="2975876"/>
            <a:ext cx="1579817" cy="3721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A63096-F978-6CBB-018C-0C1088C98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3440" y="3003025"/>
            <a:ext cx="1523174" cy="366764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5D68C1-E9CD-AB03-C9CD-F5138B376B38}"/>
              </a:ext>
            </a:extLst>
          </p:cNvPr>
          <p:cNvCxnSpPr/>
          <p:nvPr/>
        </p:nvCxnSpPr>
        <p:spPr>
          <a:xfrm>
            <a:off x="8870722" y="4363656"/>
            <a:ext cx="57271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7868E-B947-856F-4D80-213560B47C0A}"/>
              </a:ext>
            </a:extLst>
          </p:cNvPr>
          <p:cNvSpPr/>
          <p:nvPr/>
        </p:nvSpPr>
        <p:spPr>
          <a:xfrm>
            <a:off x="9470161" y="3282589"/>
            <a:ext cx="1427276" cy="965320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31CBE1AF-914A-8B84-D1C5-20D76AFCE3D7}"/>
              </a:ext>
            </a:extLst>
          </p:cNvPr>
          <p:cNvSpPr/>
          <p:nvPr/>
        </p:nvSpPr>
        <p:spPr>
          <a:xfrm>
            <a:off x="8664047" y="3313069"/>
            <a:ext cx="206676" cy="1081067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7D60CE-E4A1-8494-21AB-DCD0D2ABCA7A}"/>
              </a:ext>
            </a:extLst>
          </p:cNvPr>
          <p:cNvSpPr/>
          <p:nvPr/>
        </p:nvSpPr>
        <p:spPr>
          <a:xfrm>
            <a:off x="9470161" y="4273265"/>
            <a:ext cx="1427275" cy="12085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272A21-94B2-D024-7FFD-F3E86F581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0" y="4621889"/>
            <a:ext cx="2326432" cy="218816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BA04D6-4824-21D2-3DBD-D3ACF6020ED3}"/>
              </a:ext>
            </a:extLst>
          </p:cNvPr>
          <p:cNvCxnSpPr>
            <a:cxnSpLocks/>
          </p:cNvCxnSpPr>
          <p:nvPr/>
        </p:nvCxnSpPr>
        <p:spPr>
          <a:xfrm flipV="1">
            <a:off x="2388602" y="5438899"/>
            <a:ext cx="805617" cy="40719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766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208"/>
    </mc:Choice>
    <mc:Fallback xmlns="">
      <p:transition spd="slow" advTm="270208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8821271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Expanding &amp; Running Totals</a:t>
            </a:r>
          </a:p>
        </p:txBody>
      </p:sp>
    </p:spTree>
    <p:extLst>
      <p:ext uri="{BB962C8B-B14F-4D97-AF65-F5344CB8AC3E}">
        <p14:creationId xmlns:p14="http://schemas.microsoft.com/office/powerpoint/2010/main" val="365692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70"/>
    </mc:Choice>
    <mc:Fallback xmlns="">
      <p:transition spd="slow" advTm="1617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E852-B008-3775-7A53-7CDB5890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Concept of Expanding</a:t>
            </a:r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9DD55E-1142-F137-736B-746DEEABB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0983" y="2724187"/>
            <a:ext cx="8944823" cy="40251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D42D19-0141-E97D-8757-68B2D68AA43B}"/>
              </a:ext>
            </a:extLst>
          </p:cNvPr>
          <p:cNvSpPr txBox="1"/>
          <p:nvPr/>
        </p:nvSpPr>
        <p:spPr>
          <a:xfrm>
            <a:off x="661376" y="1972859"/>
            <a:ext cx="10869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An expanding window starts with the first observation and includes more data as it moves forward.</a:t>
            </a:r>
          </a:p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Unlike a rolling window, old observations are never removed.</a:t>
            </a:r>
          </a:p>
        </p:txBody>
      </p:sp>
    </p:spTree>
    <p:extLst>
      <p:ext uri="{BB962C8B-B14F-4D97-AF65-F5344CB8AC3E}">
        <p14:creationId xmlns:p14="http://schemas.microsoft.com/office/powerpoint/2010/main" val="31198168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F131-CAE4-56C1-F886-F8023A57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rolling and expanding windows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B63EB2-A622-E47E-B5F8-4C53010BD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0465" y="2065338"/>
            <a:ext cx="9637058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88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BC34-F3A1-6E2F-187B-EAE502F5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Totals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BBEA3-B483-6D3A-AFF6-37DE73182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4308" y="2658053"/>
            <a:ext cx="8399894" cy="4199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D82D20-F71A-35EE-49A3-182446379167}"/>
              </a:ext>
            </a:extLst>
          </p:cNvPr>
          <p:cNvSpPr txBox="1"/>
          <p:nvPr/>
        </p:nvSpPr>
        <p:spPr>
          <a:xfrm>
            <a:off x="1222420" y="1916698"/>
            <a:ext cx="90985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A running total is an expanding calculation that adds each new value to all previous values. It helps track cumulative trends and identify unusual changes over time.</a:t>
            </a:r>
          </a:p>
        </p:txBody>
      </p:sp>
    </p:spTree>
    <p:extLst>
      <p:ext uri="{BB962C8B-B14F-4D97-AF65-F5344CB8AC3E}">
        <p14:creationId xmlns:p14="http://schemas.microsoft.com/office/powerpoint/2010/main" val="163179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25"/>
    </mc:Choice>
    <mc:Fallback xmlns="">
      <p:transition spd="slow" advTm="40725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FD69C-6D2F-574D-DF77-CC9AA560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Running Totals using expanding()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52C9B04-DA84-96A5-FD98-383BEC6A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165735"/>
            <a:ext cx="7772400" cy="652653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79DE60-1070-BEA2-CB25-985E5BADE603}"/>
              </a:ext>
            </a:extLst>
          </p:cNvPr>
          <p:cNvSpPr/>
          <p:nvPr/>
        </p:nvSpPr>
        <p:spPr>
          <a:xfrm>
            <a:off x="4919240" y="5064876"/>
            <a:ext cx="734865" cy="612012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8223EE-8A9F-D453-63F3-B0684B752DA6}"/>
              </a:ext>
            </a:extLst>
          </p:cNvPr>
          <p:cNvSpPr/>
          <p:nvPr/>
        </p:nvSpPr>
        <p:spPr>
          <a:xfrm>
            <a:off x="6096000" y="5711613"/>
            <a:ext cx="734865" cy="315507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60EF74-1C1F-ED52-4EE9-3CE468B548C3}"/>
              </a:ext>
            </a:extLst>
          </p:cNvPr>
          <p:cNvSpPr/>
          <p:nvPr/>
        </p:nvSpPr>
        <p:spPr>
          <a:xfrm>
            <a:off x="4875696" y="5108420"/>
            <a:ext cx="734865" cy="933153"/>
          </a:xfrm>
          <a:prstGeom prst="rect">
            <a:avLst/>
          </a:prstGeom>
          <a:solidFill>
            <a:schemeClr val="accent2">
              <a:alpha val="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C0B1AE-BA1B-E501-28B3-B068965EE080}"/>
              </a:ext>
            </a:extLst>
          </p:cNvPr>
          <p:cNvSpPr/>
          <p:nvPr/>
        </p:nvSpPr>
        <p:spPr>
          <a:xfrm>
            <a:off x="6096000" y="5361381"/>
            <a:ext cx="734865" cy="315507"/>
          </a:xfrm>
          <a:prstGeom prst="rect">
            <a:avLst/>
          </a:prstGeom>
          <a:solidFill>
            <a:srgbClr val="8EFA00">
              <a:alpha val="9000"/>
            </a:srgbClr>
          </a:solidFill>
          <a:ln>
            <a:solidFill>
              <a:srgbClr val="8EF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8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200"/>
    </mc:Choice>
    <mc:Fallback xmlns="">
      <p:transition spd="slow" advTm="1792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FD69C-6D2F-574D-DF77-CC9AA560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How to Plot Running Totals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901E267-8B38-882A-C319-8A61AA509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212454"/>
            <a:ext cx="7772400" cy="547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2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445"/>
    </mc:Choice>
    <mc:Fallback xmlns="">
      <p:transition spd="slow" advTm="179445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FD69C-6D2F-574D-DF77-CC9AA560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How to Plot Running Totals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E621F4A-D8F3-4DBA-3523-C260EE6A8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669" y="223099"/>
            <a:ext cx="8705922" cy="17349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A0AA8B-7D2C-8AD0-075F-D316C3FD1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20" y="2204299"/>
            <a:ext cx="6143782" cy="4035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25400A-E452-2CF1-276C-B2C314918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7" y="4778678"/>
            <a:ext cx="2901777" cy="168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5621"/>
    </mc:Choice>
    <mc:Fallback xmlns="">
      <p:transition spd="slow" advTm="28562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8F494-A766-B8D1-9A77-1FAD8F1C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Movie Time </a:t>
            </a:r>
            <a:r>
              <a:rPr lang="en-US" sz="3200" dirty="0">
                <a:sym typeface="Wingdings" pitchFamily="2" charset="2"/>
              </a:rPr>
              <a:t></a:t>
            </a:r>
            <a:endParaRPr lang="en-US" sz="3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Online Media 5" descr="pandas - working with time series data: shifting and windowing">
            <a:hlinkClick r:id="" action="ppaction://media"/>
            <a:extLst>
              <a:ext uri="{FF2B5EF4-FFF2-40B4-BE49-F238E27FC236}">
                <a16:creationId xmlns:a16="http://schemas.microsoft.com/office/drawing/2014/main" id="{AE9CDFDD-5E60-448E-85BE-28428174E9D7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4"/>
          <a:stretch>
            <a:fillRect/>
          </a:stretch>
        </p:blipFill>
        <p:spPr>
          <a:xfrm>
            <a:off x="3047998" y="1162767"/>
            <a:ext cx="8741877" cy="49391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511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992"/>
    </mc:Choice>
    <mc:Fallback xmlns="">
      <p:transition spd="slow" advTm="409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32999" objId="6"/>
        <p14:pauseEvt time="40966" objId="6"/>
        <p14:stopEvt time="40966" objId="6"/>
      </p14:showEvtLst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F5F-2B13-28BD-3ECD-8AB6AFE2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A102-EDE6-9B55-37B7-018D1510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science from scratch: first principles with Python, Joel Grus, O'Reilly Media,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for Data Analysis: Data Wrangling with Pandas, NumPy, and </a:t>
            </a:r>
            <a:r>
              <a:rPr lang="en-US" dirty="0" err="1"/>
              <a:t>IPython</a:t>
            </a:r>
            <a:r>
              <a:rPr lang="en-US" dirty="0"/>
              <a:t>, Wes McKinney, O'Reilly Media, 3rd edition, 2022.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Data Science Handbook: Essential Tools for Working with Data, Jake </a:t>
            </a:r>
            <a:r>
              <a:rPr lang="en-US" dirty="0" err="1"/>
              <a:t>Vanderplas</a:t>
            </a:r>
            <a:r>
              <a:rPr lang="en-US" dirty="0"/>
              <a:t>, O'Reilly Media, 2022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Murach’s</a:t>
            </a:r>
            <a:r>
              <a:rPr lang="en-US" dirty="0"/>
              <a:t> Python for Data Analysis, Scott McCoy, Mike </a:t>
            </a:r>
            <a:r>
              <a:rPr lang="en-US" dirty="0" err="1"/>
              <a:t>Murach</a:t>
            </a:r>
            <a:r>
              <a:rPr lang="en-US" dirty="0"/>
              <a:t> &amp; Associates, Incorporated,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 to Python for Computer Science and Data Science: Learning to Program with AI, Big Data and The Cloud, Paul </a:t>
            </a:r>
            <a:r>
              <a:rPr lang="en-US" dirty="0" err="1"/>
              <a:t>Deitel</a:t>
            </a:r>
            <a:r>
              <a:rPr lang="en-US" dirty="0"/>
              <a:t>, Pearson Education Limited,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https://www.health.gov.au/health-alerts/covid-19/case-numbers-and-statistics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06"/>
    </mc:Choice>
    <mc:Fallback xmlns="">
      <p:transition spd="slow" advTm="9706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Rectangle 309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0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879D-F756-F7EC-BF8D-7396BD0C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latin typeface="+mj-lt"/>
              </a:rPr>
              <a:t>End of lecture …</a:t>
            </a:r>
          </a:p>
        </p:txBody>
      </p:sp>
      <p:pic>
        <p:nvPicPr>
          <p:cNvPr id="3" name="Picture 4" descr="Free Meeting Modern photo and picture">
            <a:extLst>
              <a:ext uri="{FF2B5EF4-FFF2-40B4-BE49-F238E27FC236}">
                <a16:creationId xmlns:a16="http://schemas.microsoft.com/office/drawing/2014/main" id="{E87ED6FD-3B2B-53B2-272A-46E3D4A04D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3" name="Rectangle 310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A3CA45-132C-6431-649F-B82F58242D0A}"/>
              </a:ext>
            </a:extLst>
          </p:cNvPr>
          <p:cNvSpPr txBox="1">
            <a:spLocks/>
          </p:cNvSpPr>
          <p:nvPr/>
        </p:nvSpPr>
        <p:spPr>
          <a:xfrm>
            <a:off x="475130" y="5002997"/>
            <a:ext cx="5741086" cy="1374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End of lecture …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3912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30"/>
    </mc:Choice>
    <mc:Fallback xmlns="">
      <p:transition spd="slow" advTm="673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"/>
</p:tagLst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{92A7E645-25A4-9944-AA59-369BA7A7B2F7}tf10001070</Template>
  <TotalTime>31725</TotalTime>
  <Words>2875</Words>
  <Application>Microsoft Office PowerPoint</Application>
  <PresentationFormat>Widescreen</PresentationFormat>
  <Paragraphs>368</Paragraphs>
  <Slides>50</Slides>
  <Notes>31</Notes>
  <HiddenSlides>1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Avenir Next LT Pro</vt:lpstr>
      <vt:lpstr>Bahnschrift</vt:lpstr>
      <vt:lpstr>Calibri</vt:lpstr>
      <vt:lpstr>Cambria</vt:lpstr>
      <vt:lpstr>Times New Roman</vt:lpstr>
      <vt:lpstr>Wingdings</vt:lpstr>
      <vt:lpstr>MatrixVTI</vt:lpstr>
      <vt:lpstr>Time-Series Data Analysis</vt:lpstr>
      <vt:lpstr>Objectives</vt:lpstr>
      <vt:lpstr>What is Time-Series Data?</vt:lpstr>
      <vt:lpstr>Time-Series Data</vt:lpstr>
      <vt:lpstr>Time-Series Data; Applications in Finance</vt:lpstr>
      <vt:lpstr>Time-Series Data; Applications in Healthcare</vt:lpstr>
      <vt:lpstr>Time-Series Data Applications; Weather Forecasting</vt:lpstr>
      <vt:lpstr>Movie Time </vt:lpstr>
      <vt:lpstr>Generate time series</vt:lpstr>
      <vt:lpstr>The date_range( ) Method</vt:lpstr>
      <vt:lpstr>Generating Time Periods</vt:lpstr>
      <vt:lpstr>Generating Time Periods (Cont.)</vt:lpstr>
      <vt:lpstr>How to Reindex Time-Series Data</vt:lpstr>
      <vt:lpstr>What is reindexing?</vt:lpstr>
      <vt:lpstr>Why Reindexing?</vt:lpstr>
      <vt:lpstr>Reindexing with Datetime Indexes</vt:lpstr>
      <vt:lpstr>What is df. reindex ( ) doing?</vt:lpstr>
      <vt:lpstr>Reindexing with Datetime Indexes; Missing Values</vt:lpstr>
      <vt:lpstr>Reindex with a Semi-Month Index</vt:lpstr>
      <vt:lpstr>Reindex with a Semi-Month Index; Missing Values</vt:lpstr>
      <vt:lpstr>Reindex with a Semi-Month Index;  Fixing Missing Values</vt:lpstr>
      <vt:lpstr>Reindex with a Semi-Month Index; Fixing Missing Values</vt:lpstr>
      <vt:lpstr>How to Resample Time-Series Data</vt:lpstr>
      <vt:lpstr>What is Resampling?</vt:lpstr>
      <vt:lpstr>Downsampling</vt:lpstr>
      <vt:lpstr>Downsampling; using  resample()</vt:lpstr>
      <vt:lpstr>Downsampling; the label &amp; closed Parameters</vt:lpstr>
      <vt:lpstr>Downsampling; the label &amp; closed Parameters (Cont.)</vt:lpstr>
      <vt:lpstr>Resample with label = ‘left’ &amp; closed = ‘right’</vt:lpstr>
      <vt:lpstr>Downsampling; Improving Plots</vt:lpstr>
      <vt:lpstr>Downsampling; Improving Plots (Cont.)</vt:lpstr>
      <vt:lpstr>Downsampling; Improving Plots (Cont.)</vt:lpstr>
      <vt:lpstr>Upsampling</vt:lpstr>
      <vt:lpstr>Upsampling; using resample()</vt:lpstr>
      <vt:lpstr>Upsampling; Missing Values</vt:lpstr>
      <vt:lpstr>Upsampling; Fixing Missing Values</vt:lpstr>
      <vt:lpstr>Rolling Windows</vt:lpstr>
      <vt:lpstr>The Concept of Rolling Windows </vt:lpstr>
      <vt:lpstr>Rolling Windows</vt:lpstr>
      <vt:lpstr>Rolling Windows (Cont.)</vt:lpstr>
      <vt:lpstr>Expanding &amp; Running Totals</vt:lpstr>
      <vt:lpstr>The Concept of Expanding</vt:lpstr>
      <vt:lpstr>Compare rolling and expanding windows </vt:lpstr>
      <vt:lpstr>Running Totals</vt:lpstr>
      <vt:lpstr>Running Totals using expanding()</vt:lpstr>
      <vt:lpstr>How to Plot Running Totals</vt:lpstr>
      <vt:lpstr>How to Plot Running Totals (Cont.)</vt:lpstr>
      <vt:lpstr>Movie Time </vt:lpstr>
      <vt:lpstr>References</vt:lpstr>
      <vt:lpstr>End of lecture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Davoud Mougouei</dc:creator>
  <cp:lastModifiedBy>Fatima Ansarizadeh</cp:lastModifiedBy>
  <cp:revision>1154</cp:revision>
  <dcterms:created xsi:type="dcterms:W3CDTF">2023-02-28T21:57:24Z</dcterms:created>
  <dcterms:modified xsi:type="dcterms:W3CDTF">2026-08-30T12:48:58Z</dcterms:modified>
</cp:coreProperties>
</file>