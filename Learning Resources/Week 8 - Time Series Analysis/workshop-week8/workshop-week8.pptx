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35"/>
  </p:normalViewPr>
  <p:slideViewPr>
    <p:cSldViewPr snapToGrid="0">
      <p:cViewPr varScale="1">
        <p:scale>
          <a:sx n="102" d="100"/>
          <a:sy n="102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Pass Task P7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Week 7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Distinction Task D1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of Lecture Week 7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P7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the distinction task D1</a:t>
          </a:r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Week 7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Pass Task P7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Distinction Task D1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of Lecture Week 7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P7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distinction task D1</a:t>
          </a:r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2/22/26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mbridge.org/core/services/aop-cambridge-core/content/view/0AD007641DE27F837A3A16DBC0888DD1/9781009367813AR.pdf/The_Cambridge_Handbook_of_the_Law__Ethics_and_Policy_of_Artificial_Intelligence.pdf?event-type=FTL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8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238721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612895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6D0-6D64-B405-5F55-49119F40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751716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AI &amp; Ethics Activity</a:t>
            </a:r>
            <a:br>
              <a:rPr lang="en-US" dirty="0"/>
            </a:br>
            <a:r>
              <a:rPr lang="en-US" sz="4400" b="1" dirty="0"/>
              <a:t>AI Systems and Trustworthiness (45 min)</a:t>
            </a:r>
            <a:br>
              <a:rPr lang="en-US" sz="4400" b="1" dirty="0"/>
            </a:br>
            <a:r>
              <a:rPr lang="en-US" sz="2200" b="1" dirty="0"/>
              <a:t>Required Reading: </a:t>
            </a:r>
            <a:r>
              <a:rPr lang="en-US" sz="2200" dirty="0">
                <a:hlinkClick r:id="rId2"/>
              </a:rPr>
              <a:t>Chapter 1 — </a:t>
            </a:r>
            <a:r>
              <a:rPr lang="en-US" sz="2200" i="1" dirty="0">
                <a:hlinkClick r:id="rId2"/>
              </a:rPr>
              <a:t>Artificial Intelligence: A Perspective from the Field</a:t>
            </a:r>
            <a:br>
              <a:rPr lang="en-US" sz="2200" i="1" dirty="0"/>
            </a:br>
            <a:br>
              <a:rPr lang="en-US" sz="2200" b="1" dirty="0"/>
            </a:br>
            <a:endParaRPr lang="en-US" sz="2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2B67D-C087-985E-4015-5AA0E20F3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230" y="2317315"/>
            <a:ext cx="10939606" cy="422287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Goal: </a:t>
            </a:r>
            <a:r>
              <a:rPr lang="en-US" dirty="0"/>
              <a:t>Understand how technical properties of AI systems relate to “trustworthy AI”.</a:t>
            </a:r>
          </a:p>
          <a:p>
            <a:r>
              <a:rPr lang="en-US" b="1" dirty="0"/>
              <a:t>Group </a:t>
            </a:r>
            <a:r>
              <a:rPr lang="en-US" b="1"/>
              <a:t>Task (3–5 </a:t>
            </a:r>
            <a:r>
              <a:rPr lang="en-US" b="1" dirty="0"/>
              <a:t>students)</a:t>
            </a:r>
            <a:endParaRPr lang="en-US" dirty="0"/>
          </a:p>
          <a:p>
            <a:r>
              <a:rPr lang="en-US" dirty="0"/>
              <a:t>Select TWO concepts discussed in the chapter (e.g., reasoning, explainability, robustness, reliability).</a:t>
            </a:r>
            <a:br>
              <a:rPr lang="en-US" dirty="0"/>
            </a:br>
            <a:r>
              <a:rPr lang="en-US" dirty="0"/>
              <a:t>• What technical problem does each concept address?</a:t>
            </a:r>
            <a:br>
              <a:rPr lang="en-US" dirty="0"/>
            </a:br>
            <a:r>
              <a:rPr lang="en-US" dirty="0"/>
              <a:t>• What limitation or risk does it attempt to reduce?</a:t>
            </a:r>
          </a:p>
          <a:p>
            <a:r>
              <a:rPr lang="en-US" b="1" dirty="0"/>
              <a:t>Analysis Discussion</a:t>
            </a:r>
            <a:br>
              <a:rPr lang="en-US" dirty="0"/>
            </a:br>
            <a:r>
              <a:rPr lang="en-US" dirty="0"/>
              <a:t>• Why is technical accuracy alone insufficient for trust?</a:t>
            </a:r>
            <a:br>
              <a:rPr lang="en-US" dirty="0"/>
            </a:br>
            <a:r>
              <a:rPr lang="en-US" dirty="0"/>
              <a:t>• What contributes most to trustworthiness?</a:t>
            </a:r>
            <a:br>
              <a:rPr lang="en-US" dirty="0"/>
            </a:br>
            <a:r>
              <a:rPr lang="en-US" dirty="0"/>
              <a:t>• What is hardest to achieve in practice?</a:t>
            </a:r>
          </a:p>
          <a:p>
            <a:r>
              <a:rPr lang="en-US" b="1" dirty="0"/>
              <a:t>Output (final 5 min): </a:t>
            </a:r>
            <a:r>
              <a:rPr lang="en-US" dirty="0"/>
              <a:t>One group statement identifying the most critical requirement for trustworthy AI.</a:t>
            </a:r>
          </a:p>
        </p:txBody>
      </p:sp>
    </p:spTree>
    <p:extLst>
      <p:ext uri="{BB962C8B-B14F-4D97-AF65-F5344CB8AC3E}">
        <p14:creationId xmlns:p14="http://schemas.microsoft.com/office/powerpoint/2010/main" val="687689183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194</Words>
  <Application>Microsoft Macintosh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Franklin Gothic Demi Cond</vt:lpstr>
      <vt:lpstr>Franklin Gothic Medium</vt:lpstr>
      <vt:lpstr>Wingdings</vt:lpstr>
      <vt:lpstr>JuxtaposeVTI</vt:lpstr>
      <vt:lpstr>SIT112 Workshop Week 8</vt:lpstr>
      <vt:lpstr>contents</vt:lpstr>
      <vt:lpstr>directions</vt:lpstr>
      <vt:lpstr>AI &amp; Ethics Activity AI Systems and Trustworthiness (45 min) Required Reading: Chapter 1 — Artificial Intelligence: A Perspective from the Field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115</cp:revision>
  <dcterms:created xsi:type="dcterms:W3CDTF">2023-02-25T06:26:09Z</dcterms:created>
  <dcterms:modified xsi:type="dcterms:W3CDTF">2026-02-22T03:46:10Z</dcterms:modified>
</cp:coreProperties>
</file>