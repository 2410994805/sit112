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27" d="100"/>
          <a:sy n="127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HD Interviews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Assistance with </a:t>
          </a:r>
        </a:p>
        <a:p>
          <a:pPr algn="ctr" rtl="0"/>
          <a:r>
            <a:rPr lang="en-US" dirty="0"/>
            <a:t>Learning Portfolios</a:t>
          </a:r>
        </a:p>
      </dgm:t>
    </dgm:pt>
    <dgm:pt modelId="{8232862E-24A7-524E-B10F-91F16D37C990}" type="sibTrans" cxnId="{87D753B1-6FC9-E747-8B46-3C2D4ADEB7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2"/>
      <dgm:spPr/>
    </dgm:pt>
    <dgm:pt modelId="{AC296FDF-FC97-9C47-BC24-BED29EB41706}" type="pres">
      <dgm:prSet presAssocID="{A71E2B2C-A9A6-4BE7-9912-DAABFDEC38B0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4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2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1" presStyleCnt="2"/>
      <dgm:spPr/>
    </dgm:pt>
    <dgm:pt modelId="{ADFA3982-9683-C14C-BFA5-3596E3C4775B}" type="pres">
      <dgm:prSet presAssocID="{8232862E-24A7-524E-B10F-91F16D37C990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3" presStyleCnt="4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87D753B1-6FC9-E747-8B46-3C2D4ADEB7B1}" srcId="{6CC569E7-DA93-4CBC-8743-3D24EF4C5B15}" destId="{6640B877-C1C6-EB42-A02B-72DB37A64350}" srcOrd="1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2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Interviews will be conducted for Task HD1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r>
            <a:rPr lang="en-US" dirty="0"/>
            <a:t>The tutors help you complete and submit your learning portfolio.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3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3"/>
      <dgm:spPr/>
    </dgm:pt>
    <dgm:pt modelId="{AF7554E1-1395-D845-A1D2-65090229BAB3}" type="pres">
      <dgm:prSet presAssocID="{6BB3A71F-0B9A-4058-AE2E-0C374F8E0008}" presName="vert1" presStyleCnt="0"/>
      <dgm:spPr/>
    </dgm:pt>
    <dgm:pt modelId="{CF63C9CE-A90B-7A49-B5B8-D47B78F5750D}" type="pres">
      <dgm:prSet presAssocID="{679E2AB1-B49A-4094-99DD-71EB6083761A}" presName="thickLine" presStyleLbl="alignNode1" presStyleIdx="1" presStyleCnt="3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1" presStyleCnt="3"/>
      <dgm:spPr/>
    </dgm:pt>
    <dgm:pt modelId="{FD48EE82-5067-7941-9859-DD1EA22220EE}" type="pres">
      <dgm:prSet presAssocID="{679E2AB1-B49A-4094-99DD-71EB6083761A}" presName="vert1" presStyleCnt="0"/>
      <dgm:spPr/>
    </dgm:pt>
    <dgm:pt modelId="{A4690D18-8166-8942-853D-A1CAA5D52188}" type="pres">
      <dgm:prSet presAssocID="{C8BAB649-C0DE-1D4C-8331-BF7240F4F14F}" presName="thickLine" presStyleLbl="alignNode1" presStyleIdx="2" presStyleCnt="3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2" presStyleCnt="3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F1BE0A5E-B72F-F141-954A-EDB6F66676A9}" srcId="{9D59BED0-B555-4168-9845-694AFDE4097C}" destId="{C8BAB649-C0DE-1D4C-8331-BF7240F4F14F}" srcOrd="2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E3E7D4E7-FAC0-406F-AA5D-E87790575043}" srcId="{9D59BED0-B555-4168-9845-694AFDE4097C}" destId="{679E2AB1-B49A-4094-99DD-71EB6083761A}" srcOrd="1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2BAC650F-0505-DB40-80AC-B5BEF3054223}" type="presParOf" srcId="{965A0208-8BDE-B549-9BDD-13CCCC06F4FD}" destId="{CF63C9CE-A90B-7A49-B5B8-D47B78F5750D}" srcOrd="2" destOrd="0" presId="urn:microsoft.com/office/officeart/2008/layout/LinedList"/>
    <dgm:cxn modelId="{D62554C1-BC01-DD40-B75D-8356BEDE7412}" type="presParOf" srcId="{965A0208-8BDE-B549-9BDD-13CCCC06F4FD}" destId="{790C7333-8607-F742-A774-C510A5E421C9}" srcOrd="3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5DE218D2-7000-064C-97F9-9DBBBE74B9D4}" type="presParOf" srcId="{965A0208-8BDE-B549-9BDD-13CCCC06F4FD}" destId="{A4690D18-8166-8942-853D-A1CAA5D52188}" srcOrd="4" destOrd="0" presId="urn:microsoft.com/office/officeart/2008/layout/LinedList"/>
    <dgm:cxn modelId="{2A31D32E-1870-CB4C-AB5C-0B3FA286E6BD}" type="presParOf" srcId="{965A0208-8BDE-B549-9BDD-13CCCC06F4FD}" destId="{85FE6AB9-2891-494D-BAFC-3572F8104177}" srcOrd="5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1253" y="0"/>
          <a:ext cx="4888306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111" tIns="330200" rIns="381111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HD Interviews</a:t>
          </a:r>
          <a:endParaRPr lang="en-US" sz="2600" kern="1200" dirty="0"/>
        </a:p>
      </dsp:txBody>
      <dsp:txXfrm>
        <a:off x="1253" y="1133511"/>
        <a:ext cx="4888306" cy="1789755"/>
      </dsp:txXfrm>
    </dsp:sp>
    <dsp:sp modelId="{AC296FDF-FC97-9C47-BC24-BED29EB41706}">
      <dsp:nvSpPr>
        <dsp:cNvPr id="0" name=""/>
        <dsp:cNvSpPr/>
      </dsp:nvSpPr>
      <dsp:spPr>
        <a:xfrm>
          <a:off x="1997967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2129019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1253" y="2982853"/>
          <a:ext cx="488830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5378390" y="0"/>
          <a:ext cx="4888306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111" tIns="330200" rIns="381111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Assistance with </a:t>
          </a:r>
        </a:p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Learning Portfolios</a:t>
          </a:r>
        </a:p>
      </dsp:txBody>
      <dsp:txXfrm>
        <a:off x="5378390" y="1133511"/>
        <a:ext cx="4888306" cy="1789755"/>
      </dsp:txXfrm>
    </dsp:sp>
    <dsp:sp modelId="{ADFA3982-9683-C14C-BFA5-3596E3C4775B}">
      <dsp:nvSpPr>
        <dsp:cNvPr id="0" name=""/>
        <dsp:cNvSpPr/>
      </dsp:nvSpPr>
      <dsp:spPr>
        <a:xfrm>
          <a:off x="7375104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7506156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5378390" y="2982853"/>
          <a:ext cx="488830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175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1754"/>
          <a:ext cx="10268712" cy="119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Interviews will be conducted for Task HD1</a:t>
          </a:r>
        </a:p>
      </dsp:txBody>
      <dsp:txXfrm>
        <a:off x="0" y="1754"/>
        <a:ext cx="10268712" cy="1196694"/>
      </dsp:txXfrm>
    </dsp:sp>
    <dsp:sp modelId="{CF63C9CE-A90B-7A49-B5B8-D47B78F5750D}">
      <dsp:nvSpPr>
        <dsp:cNvPr id="0" name=""/>
        <dsp:cNvSpPr/>
      </dsp:nvSpPr>
      <dsp:spPr>
        <a:xfrm>
          <a:off x="0" y="119844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1198448"/>
          <a:ext cx="10268712" cy="119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The tutors help you complete and submit your learning portfolio.</a:t>
          </a:r>
        </a:p>
      </dsp:txBody>
      <dsp:txXfrm>
        <a:off x="0" y="1198448"/>
        <a:ext cx="10268712" cy="1196694"/>
      </dsp:txXfrm>
    </dsp:sp>
    <dsp:sp modelId="{A4690D18-8166-8942-853D-A1CAA5D52188}">
      <dsp:nvSpPr>
        <dsp:cNvPr id="0" name=""/>
        <dsp:cNvSpPr/>
      </dsp:nvSpPr>
      <dsp:spPr>
        <a:xfrm>
          <a:off x="0" y="2395143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395143"/>
          <a:ext cx="10268712" cy="11966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Let’s begin ...</a:t>
          </a:r>
        </a:p>
      </dsp:txBody>
      <dsp:txXfrm>
        <a:off x="0" y="2395143"/>
        <a:ext cx="10268712" cy="1196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6526096" cy="3046798"/>
          </a:xfrm>
        </p:spPr>
        <p:txBody>
          <a:bodyPr>
            <a:normAutofit/>
          </a:bodyPr>
          <a:lstStyle/>
          <a:p>
            <a:pPr algn="l"/>
            <a:r>
              <a:rPr lang="en-US" sz="5500" dirty="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10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550267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939671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36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Franklin Gothic Demi Cond</vt:lpstr>
      <vt:lpstr>Franklin Gothic Medium</vt:lpstr>
      <vt:lpstr>Wingdings</vt:lpstr>
      <vt:lpstr>JuxtaposeVTI</vt:lpstr>
      <vt:lpstr>SIT112 Workshop Week 10</vt:lpstr>
      <vt:lpstr>contents</vt:lpstr>
      <vt:lpstr>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119</cp:revision>
  <dcterms:created xsi:type="dcterms:W3CDTF">2023-02-25T06:26:09Z</dcterms:created>
  <dcterms:modified xsi:type="dcterms:W3CDTF">2024-01-28T10:48:27Z</dcterms:modified>
</cp:coreProperties>
</file>