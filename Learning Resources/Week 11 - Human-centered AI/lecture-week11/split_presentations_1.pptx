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tiff" ContentType="image/tiff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ink/ink1.xml" ContentType="application/inkml+xml"/>
  <Override PartName="/ppt/ink/ink6.xml" ContentType="application/inkml+xml"/>
  <Override PartName="/ppt/ink/ink10.xml" ContentType="application/inkml+xml"/>
  <Override PartName="/ppt/diagrams/data2.xml" ContentType="application/vnd.openxmlformats-officedocument.drawingml.diagramData+xml"/>
  <Override PartName="/ppt/diagrams/drawing2.xml" ContentType="application/vnd.ms-office.drawingml.diagramDrawing+xml"/>
  <Override PartName="/ppt/ink/ink3.xml" ContentType="application/inkml+xml"/>
  <Override PartName="/ppt/notesSlides/notesSlide13.xml" ContentType="application/vnd.openxmlformats-officedocument.presentationml.notesSlide+xml"/>
  <Override PartName="/ppt/ink/ink5.xml" ContentType="application/inkml+xml"/>
  <Override PartName="/ppt/ink/ink7.xml" ContentType="application/inkml+xml"/>
  <Override PartName="/ppt/diagrams/colors2.xml" ContentType="application/vnd.openxmlformats-officedocument.drawingml.diagramColors+xml"/>
  <Override PartName="/ppt/ink/ink9.xml" ContentType="application/inkml+xml"/>
  <Override PartName="/ppt/diagrams/quickStyle2.xml" ContentType="application/vnd.openxmlformats-officedocument.drawingml.diagramStyle+xml"/>
  <Override PartName="/ppt/ink/ink11.xml" ContentType="application/inkml+xml"/>
  <Override PartName="/ppt/ink/ink2.xml" ContentType="application/inkml+xml"/>
  <Override PartName="/ppt/diagrams/layout2.xml" ContentType="application/vnd.openxmlformats-officedocument.drawingml.diagramLayout+xml"/>
  <Override PartName="/ppt/ink/ink4.xml" ContentType="application/inkml+xml"/>
  <Override PartName="/ppt/ink/ink8.xml" ContentType="application/inkml+xml"/>
  <Override PartName="/ppt/changesInfos/changesInfo1.xml" ContentType="application/vnd.ms-powerpoint.changesinfo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2.xml" ContentType="application/vnd.openxmlformats-officedocument.presentationml.slide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viewProps.xml" ContentType="application/vnd.openxmlformats-officedocument.presentationml.view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  <p:sldMasterId id="2147483739" r:id="rId2"/>
    <p:sldMasterId id="2147483751" r:id="rId3"/>
  </p:sldMasterIdLst>
  <p:notesMasterIdLst>
    <p:notesMasterId r:id="rId36"/>
  </p:notesMasterIdLst>
  <p:sldIdLst>
    <p:sldId id="256" r:id="rId4"/>
    <p:sldId id="785" r:id="rId5"/>
    <p:sldId id="725" r:id="rId6"/>
    <p:sldId id="728" r:id="rId7"/>
    <p:sldId id="555" r:id="rId8"/>
    <p:sldId id="557" r:id="rId9"/>
    <p:sldId id="726" r:id="rId10"/>
    <p:sldId id="766" r:id="rId11"/>
    <p:sldId id="559" r:id="rId12"/>
    <p:sldId id="560" r:id="rId13"/>
    <p:sldId id="561" r:id="rId14"/>
    <p:sldId id="748" r:id="rId15"/>
    <p:sldId id="751" r:id="rId16"/>
    <p:sldId id="750" r:id="rId17"/>
    <p:sldId id="752" r:id="rId18"/>
    <p:sldId id="3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CDCD"/>
    <a:srgbClr val="FFB5B3"/>
    <a:srgbClr val="D5FC79"/>
    <a:srgbClr val="8EFA00"/>
    <a:srgbClr val="FFFD78"/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8A39B3-6194-48FE-9C04-C20208775B3C}" v="22" dt="2026-09-21T00:47:56.554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92" autoAdjust="0"/>
    <p:restoredTop sz="59622" autoAdjust="0"/>
  </p:normalViewPr>
  <p:slideViewPr>
    <p:cSldViewPr snapToGrid="0">
      <p:cViewPr varScale="1">
        <p:scale>
          <a:sx n="95" d="100"/>
          <a:sy n="95" d="100"/>
        </p:scale>
        <p:origin x="49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0.xml" Id="rId13" /><Relationship Type="http://schemas.openxmlformats.org/officeDocument/2006/relationships/slide" Target="/ppt/slides/slide15.xml" Id="rId18" /><Relationship Type="http://schemas.openxmlformats.org/officeDocument/2006/relationships/theme" Target="/ppt/theme/theme1.xml" Id="rId39" /><Relationship Type="http://schemas.microsoft.com/office/2015/10/relationships/revisionInfo" Target="/ppt/revisionInfo.xml" Id="rId42" /><Relationship Type="http://schemas.openxmlformats.org/officeDocument/2006/relationships/slide" Target="/ppt/slides/slide4.xml" Id="rId7" /><Relationship Type="http://schemas.openxmlformats.org/officeDocument/2006/relationships/slideMaster" Target="/ppt/slideMasters/slideMaster2.xml" Id="rId2" /><Relationship Type="http://schemas.openxmlformats.org/officeDocument/2006/relationships/slide" Target="/ppt/slides/slide13.xml" Id="rId16" /><Relationship Type="http://schemas.microsoft.com/office/2016/11/relationships/changesInfo" Target="/ppt/changesInfos/changesInfo1.xml" Id="rId41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3.xml" Id="rId6" /><Relationship Type="http://schemas.openxmlformats.org/officeDocument/2006/relationships/slide" Target="/ppt/slides/slide8.xml" Id="rId11" /><Relationship Type="http://schemas.openxmlformats.org/officeDocument/2006/relationships/presProps" Target="/ppt/presProps.xml" Id="rId37" /><Relationship Type="http://schemas.openxmlformats.org/officeDocument/2006/relationships/tableStyles" Target="/ppt/tableStyles.xml" Id="rId40" /><Relationship Type="http://schemas.openxmlformats.org/officeDocument/2006/relationships/slide" Target="/ppt/slides/slide2.xml" Id="rId5" /><Relationship Type="http://schemas.openxmlformats.org/officeDocument/2006/relationships/slide" Target="/ppt/slides/slide12.xml" Id="rId15" /><Relationship Type="http://schemas.openxmlformats.org/officeDocument/2006/relationships/notesMaster" Target="/ppt/notesMasters/notesMaster1.xml" Id="rId36" /><Relationship Type="http://schemas.openxmlformats.org/officeDocument/2006/relationships/slide" Target="/ppt/slides/slide7.xml" Id="rId10" /><Relationship Type="http://schemas.openxmlformats.org/officeDocument/2006/relationships/slide" Target="/ppt/slides/slide16.xml" Id="rId19" /><Relationship Type="http://schemas.openxmlformats.org/officeDocument/2006/relationships/slide" Target="/ppt/slides/slide1.xml" Id="rId4" /><Relationship Type="http://schemas.openxmlformats.org/officeDocument/2006/relationships/slide" Target="/ppt/slides/slide6.xml" Id="rId9" /><Relationship Type="http://schemas.openxmlformats.org/officeDocument/2006/relationships/slide" Target="/ppt/slides/slide11.xml" Id="rId14" /><Relationship Type="http://schemas.openxmlformats.org/officeDocument/2006/relationships/slide" Target="/ppt/slides/slide5.xml" Id="rId8" /><Relationship Type="http://schemas.openxmlformats.org/officeDocument/2006/relationships/slideMaster" Target="/ppt/slideMasters/slideMaster3.xml" Id="rId3" /><Relationship Type="http://schemas.openxmlformats.org/officeDocument/2006/relationships/slide" Target="/ppt/slides/slide9.xml" Id="rId12" /><Relationship Type="http://schemas.openxmlformats.org/officeDocument/2006/relationships/slide" Target="/ppt/slides/slide14.xml" Id="rId17" /><Relationship Type="http://schemas.openxmlformats.org/officeDocument/2006/relationships/viewProps" Target="/ppt/viewProps.xml" Id="rId38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Ansarizadeh" userId="2e2f4077-aba0-49c7-b26f-c647714fbdc0" providerId="ADAL" clId="{4AF819A5-1A07-4075-8C4E-D726B4CE70A1}"/>
    <pc:docChg chg="undo custSel addSld delSld modSld sldOrd">
      <pc:chgData name="Fatima Ansarizadeh" userId="2e2f4077-aba0-49c7-b26f-c647714fbdc0" providerId="ADAL" clId="{4AF819A5-1A07-4075-8C4E-D726B4CE70A1}" dt="2026-09-21T02:59:43.644" v="1664" actId="47"/>
      <pc:docMkLst>
        <pc:docMk/>
      </pc:docMkLst>
      <pc:sldChg chg="modSp mod">
        <pc:chgData name="Fatima Ansarizadeh" userId="2e2f4077-aba0-49c7-b26f-c647714fbdc0" providerId="ADAL" clId="{4AF819A5-1A07-4075-8C4E-D726B4CE70A1}" dt="2026-09-09T04:13:55.088" v="80" actId="1076"/>
        <pc:sldMkLst>
          <pc:docMk/>
          <pc:sldMk cId="1332387644" sldId="256"/>
        </pc:sldMkLst>
        <pc:spChg chg="mod">
          <ac:chgData name="Fatima Ansarizadeh" userId="2e2f4077-aba0-49c7-b26f-c647714fbdc0" providerId="ADAL" clId="{4AF819A5-1A07-4075-8C4E-D726B4CE70A1}" dt="2026-09-09T04:13:55.088" v="80" actId="1076"/>
          <ac:spMkLst>
            <pc:docMk/>
            <pc:sldMk cId="1332387644" sldId="256"/>
            <ac:spMk id="2" creationId="{22AF8BA2-5609-1185-67AB-D0B477AE412E}"/>
          </ac:spMkLst>
        </pc:spChg>
        <pc:spChg chg="mod">
          <ac:chgData name="Fatima Ansarizadeh" userId="2e2f4077-aba0-49c7-b26f-c647714fbdc0" providerId="ADAL" clId="{4AF819A5-1A07-4075-8C4E-D726B4CE70A1}" dt="2026-09-09T04:11:25.936" v="68" actId="1076"/>
          <ac:spMkLst>
            <pc:docMk/>
            <pc:sldMk cId="1332387644" sldId="256"/>
            <ac:spMk id="3" creationId="{4B14F7A9-0B69-50D3-EFD6-01EB73B91590}"/>
          </ac:spMkLst>
        </pc:spChg>
        <pc:spChg chg="mod">
          <ac:chgData name="Fatima Ansarizadeh" userId="2e2f4077-aba0-49c7-b26f-c647714fbdc0" providerId="ADAL" clId="{4AF819A5-1A07-4075-8C4E-D726B4CE70A1}" dt="2026-09-09T04:11:23.359" v="67" actId="1076"/>
          <ac:spMkLst>
            <pc:docMk/>
            <pc:sldMk cId="1332387644" sldId="256"/>
            <ac:spMk id="6" creationId="{60EB6CD3-1079-C315-AFA6-5381F1AB7B61}"/>
          </ac:spMkLst>
        </pc:spChg>
      </pc:sldChg>
      <pc:sldChg chg="del mod modShow">
        <pc:chgData name="Fatima Ansarizadeh" userId="2e2f4077-aba0-49c7-b26f-c647714fbdc0" providerId="ADAL" clId="{4AF819A5-1A07-4075-8C4E-D726B4CE70A1}" dt="2026-09-20T11:47:52.579" v="1490" actId="47"/>
        <pc:sldMkLst>
          <pc:docMk/>
          <pc:sldMk cId="2324362689" sldId="260"/>
        </pc:sldMkLst>
      </pc:sldChg>
      <pc:sldChg chg="modSp add mod modNotesTx">
        <pc:chgData name="Fatima Ansarizadeh" userId="2e2f4077-aba0-49c7-b26f-c647714fbdc0" providerId="ADAL" clId="{4AF819A5-1A07-4075-8C4E-D726B4CE70A1}" dt="2026-09-21T00:32:14.376" v="1617" actId="1076"/>
        <pc:sldMkLst>
          <pc:docMk/>
          <pc:sldMk cId="1689733202" sldId="264"/>
        </pc:sldMkLst>
        <pc:spChg chg="mod">
          <ac:chgData name="Fatima Ansarizadeh" userId="2e2f4077-aba0-49c7-b26f-c647714fbdc0" providerId="ADAL" clId="{4AF819A5-1A07-4075-8C4E-D726B4CE70A1}" dt="2026-09-19T03:01:13.292" v="731" actId="20577"/>
          <ac:spMkLst>
            <pc:docMk/>
            <pc:sldMk cId="1689733202" sldId="264"/>
            <ac:spMk id="2" creationId="{A7A45083-5CAB-5DF8-B0DA-48A237C303C8}"/>
          </ac:spMkLst>
        </pc:spChg>
        <pc:picChg chg="mod">
          <ac:chgData name="Fatima Ansarizadeh" userId="2e2f4077-aba0-49c7-b26f-c647714fbdc0" providerId="ADAL" clId="{4AF819A5-1A07-4075-8C4E-D726B4CE70A1}" dt="2026-09-21T00:32:14.376" v="1617" actId="1076"/>
          <ac:picMkLst>
            <pc:docMk/>
            <pc:sldMk cId="1689733202" sldId="264"/>
            <ac:picMk id="5" creationId="{B1ABC803-81EB-C0B6-3D0B-9DC2C1856B0F}"/>
          </ac:picMkLst>
        </pc:picChg>
      </pc:sldChg>
      <pc:sldChg chg="addSp delSp modSp add mod modNotesTx">
        <pc:chgData name="Fatima Ansarizadeh" userId="2e2f4077-aba0-49c7-b26f-c647714fbdc0" providerId="ADAL" clId="{4AF819A5-1A07-4075-8C4E-D726B4CE70A1}" dt="2026-09-19T03:55:41.980" v="929" actId="20577"/>
        <pc:sldMkLst>
          <pc:docMk/>
          <pc:sldMk cId="3363139151" sldId="265"/>
        </pc:sldMkLst>
        <pc:spChg chg="mod">
          <ac:chgData name="Fatima Ansarizadeh" userId="2e2f4077-aba0-49c7-b26f-c647714fbdc0" providerId="ADAL" clId="{4AF819A5-1A07-4075-8C4E-D726B4CE70A1}" dt="2026-09-19T02:43:22.380" v="707" actId="20577"/>
          <ac:spMkLst>
            <pc:docMk/>
            <pc:sldMk cId="3363139151" sldId="265"/>
            <ac:spMk id="2" creationId="{33CAB350-EC13-6041-C18B-6669974BF8B7}"/>
          </ac:spMkLst>
        </pc:spChg>
        <pc:picChg chg="mod">
          <ac:chgData name="Fatima Ansarizadeh" userId="2e2f4077-aba0-49c7-b26f-c647714fbdc0" providerId="ADAL" clId="{4AF819A5-1A07-4075-8C4E-D726B4CE70A1}" dt="2026-09-19T02:44:10.161" v="708" actId="1076"/>
          <ac:picMkLst>
            <pc:docMk/>
            <pc:sldMk cId="3363139151" sldId="265"/>
            <ac:picMk id="7" creationId="{0A52416A-F548-F213-138C-9CC376D7530E}"/>
          </ac:picMkLst>
        </pc:picChg>
        <pc:inkChg chg="add">
          <ac:chgData name="Fatima Ansarizadeh" userId="2e2f4077-aba0-49c7-b26f-c647714fbdc0" providerId="ADAL" clId="{4AF819A5-1A07-4075-8C4E-D726B4CE70A1}" dt="2026-09-18T03:13:20.853" v="440" actId="9405"/>
          <ac:inkMkLst>
            <pc:docMk/>
            <pc:sldMk cId="3363139151" sldId="265"/>
            <ac:inkMk id="3" creationId="{BAAF2AD4-3905-0B41-DE71-1EC58D571FB2}"/>
          </ac:inkMkLst>
        </pc:inkChg>
        <pc:inkChg chg="add">
          <ac:chgData name="Fatima Ansarizadeh" userId="2e2f4077-aba0-49c7-b26f-c647714fbdc0" providerId="ADAL" clId="{4AF819A5-1A07-4075-8C4E-D726B4CE70A1}" dt="2026-09-18T03:13:36.230" v="441" actId="9405"/>
          <ac:inkMkLst>
            <pc:docMk/>
            <pc:sldMk cId="3363139151" sldId="265"/>
            <ac:inkMk id="4" creationId="{D406671E-D07D-46AC-3CF2-B3565C8BCBB9}"/>
          </ac:inkMkLst>
        </pc:inkChg>
        <pc:inkChg chg="add">
          <ac:chgData name="Fatima Ansarizadeh" userId="2e2f4077-aba0-49c7-b26f-c647714fbdc0" providerId="ADAL" clId="{4AF819A5-1A07-4075-8C4E-D726B4CE70A1}" dt="2026-09-18T03:13:38.962" v="442" actId="9405"/>
          <ac:inkMkLst>
            <pc:docMk/>
            <pc:sldMk cId="3363139151" sldId="265"/>
            <ac:inkMk id="5" creationId="{0570A133-9D8A-FB1B-9A51-F23A48F9DB1A}"/>
          </ac:inkMkLst>
        </pc:inkChg>
        <pc:inkChg chg="add">
          <ac:chgData name="Fatima Ansarizadeh" userId="2e2f4077-aba0-49c7-b26f-c647714fbdc0" providerId="ADAL" clId="{4AF819A5-1A07-4075-8C4E-D726B4CE70A1}" dt="2026-09-18T03:14:37.723" v="443" actId="9405"/>
          <ac:inkMkLst>
            <pc:docMk/>
            <pc:sldMk cId="3363139151" sldId="265"/>
            <ac:inkMk id="6" creationId="{FE70284C-EB0E-0F54-7DCB-17F8FCEE19BB}"/>
          </ac:inkMkLst>
        </pc:inkChg>
        <pc:inkChg chg="add">
          <ac:chgData name="Fatima Ansarizadeh" userId="2e2f4077-aba0-49c7-b26f-c647714fbdc0" providerId="ADAL" clId="{4AF819A5-1A07-4075-8C4E-D726B4CE70A1}" dt="2026-09-18T03:14:39.808" v="444" actId="9405"/>
          <ac:inkMkLst>
            <pc:docMk/>
            <pc:sldMk cId="3363139151" sldId="265"/>
            <ac:inkMk id="8" creationId="{A9AAF2D0-5A50-9F3F-C571-C967E448BAD8}"/>
          </ac:inkMkLst>
        </pc:inkChg>
        <pc:inkChg chg="add">
          <ac:chgData name="Fatima Ansarizadeh" userId="2e2f4077-aba0-49c7-b26f-c647714fbdc0" providerId="ADAL" clId="{4AF819A5-1A07-4075-8C4E-D726B4CE70A1}" dt="2026-09-18T03:14:46.869" v="446"/>
          <ac:inkMkLst>
            <pc:docMk/>
            <pc:sldMk cId="3363139151" sldId="265"/>
            <ac:inkMk id="10" creationId="{825F35B3-4FBF-CA9C-7356-17A12BC1E38E}"/>
          </ac:inkMkLst>
        </pc:inkChg>
        <pc:inkChg chg="add">
          <ac:chgData name="Fatima Ansarizadeh" userId="2e2f4077-aba0-49c7-b26f-c647714fbdc0" providerId="ADAL" clId="{4AF819A5-1A07-4075-8C4E-D726B4CE70A1}" dt="2026-09-18T03:14:52.577" v="447" actId="9405"/>
          <ac:inkMkLst>
            <pc:docMk/>
            <pc:sldMk cId="3363139151" sldId="265"/>
            <ac:inkMk id="11" creationId="{509D7A65-AC79-90CD-5FC5-646129255213}"/>
          </ac:inkMkLst>
        </pc:inkChg>
        <pc:inkChg chg="add">
          <ac:chgData name="Fatima Ansarizadeh" userId="2e2f4077-aba0-49c7-b26f-c647714fbdc0" providerId="ADAL" clId="{4AF819A5-1A07-4075-8C4E-D726B4CE70A1}" dt="2026-09-18T03:15:06.805" v="449"/>
          <ac:inkMkLst>
            <pc:docMk/>
            <pc:sldMk cId="3363139151" sldId="265"/>
            <ac:inkMk id="13" creationId="{E0625EC3-AEE1-9D7C-8198-79BE89223BDC}"/>
          </ac:inkMkLst>
        </pc:inkChg>
        <pc:inkChg chg="add">
          <ac:chgData name="Fatima Ansarizadeh" userId="2e2f4077-aba0-49c7-b26f-c647714fbdc0" providerId="ADAL" clId="{4AF819A5-1A07-4075-8C4E-D726B4CE70A1}" dt="2026-09-19T03:02:46.712" v="733"/>
          <ac:inkMkLst>
            <pc:docMk/>
            <pc:sldMk cId="3363139151" sldId="265"/>
            <ac:inkMk id="15" creationId="{01587020-419A-A467-F41F-AC4FB8951B06}"/>
          </ac:inkMkLst>
        </pc:inkChg>
        <pc:inkChg chg="add">
          <ac:chgData name="Fatima Ansarizadeh" userId="2e2f4077-aba0-49c7-b26f-c647714fbdc0" providerId="ADAL" clId="{4AF819A5-1A07-4075-8C4E-D726B4CE70A1}" dt="2026-09-19T03:02:49.740" v="734" actId="9405"/>
          <ac:inkMkLst>
            <pc:docMk/>
            <pc:sldMk cId="3363139151" sldId="265"/>
            <ac:inkMk id="16" creationId="{14FD35D5-C45D-8C13-C5E1-22FB24AEAF79}"/>
          </ac:inkMkLst>
        </pc:inkChg>
        <pc:inkChg chg="add">
          <ac:chgData name="Fatima Ansarizadeh" userId="2e2f4077-aba0-49c7-b26f-c647714fbdc0" providerId="ADAL" clId="{4AF819A5-1A07-4075-8C4E-D726B4CE70A1}" dt="2026-09-19T03:02:52.089" v="735" actId="9405"/>
          <ac:inkMkLst>
            <pc:docMk/>
            <pc:sldMk cId="3363139151" sldId="265"/>
            <ac:inkMk id="17" creationId="{0359FD83-DD25-36B6-183B-18D4053EEAAC}"/>
          </ac:inkMkLst>
        </pc:inkChg>
        <pc:inkChg chg="add mod">
          <ac:chgData name="Fatima Ansarizadeh" userId="2e2f4077-aba0-49c7-b26f-c647714fbdc0" providerId="ADAL" clId="{4AF819A5-1A07-4075-8C4E-D726B4CE70A1}" dt="2026-09-19T03:02:56.445" v="738"/>
          <ac:inkMkLst>
            <pc:docMk/>
            <pc:sldMk cId="3363139151" sldId="265"/>
            <ac:inkMk id="19" creationId="{F7BC08E1-3B8B-7AE9-5CCB-8450580A056A}"/>
          </ac:inkMkLst>
        </pc:inkChg>
        <pc:inkChg chg="add">
          <ac:chgData name="Fatima Ansarizadeh" userId="2e2f4077-aba0-49c7-b26f-c647714fbdc0" providerId="ADAL" clId="{4AF819A5-1A07-4075-8C4E-D726B4CE70A1}" dt="2026-09-19T03:02:59.863" v="739" actId="9405"/>
          <ac:inkMkLst>
            <pc:docMk/>
            <pc:sldMk cId="3363139151" sldId="265"/>
            <ac:inkMk id="20" creationId="{D16AE9A2-0BF4-9BA7-24FC-D73A23690DCE}"/>
          </ac:inkMkLst>
        </pc:inkChg>
        <pc:inkChg chg="add mod">
          <ac:chgData name="Fatima Ansarizadeh" userId="2e2f4077-aba0-49c7-b26f-c647714fbdc0" providerId="ADAL" clId="{4AF819A5-1A07-4075-8C4E-D726B4CE70A1}" dt="2026-09-19T03:03:03.207" v="742"/>
          <ac:inkMkLst>
            <pc:docMk/>
            <pc:sldMk cId="3363139151" sldId="265"/>
            <ac:inkMk id="22" creationId="{0439498F-E6BA-2570-3A6D-50A6D92DBBDD}"/>
          </ac:inkMkLst>
        </pc:inkChg>
        <pc:inkChg chg="add">
          <ac:chgData name="Fatima Ansarizadeh" userId="2e2f4077-aba0-49c7-b26f-c647714fbdc0" providerId="ADAL" clId="{4AF819A5-1A07-4075-8C4E-D726B4CE70A1}" dt="2026-09-19T03:03:08.457" v="744"/>
          <ac:inkMkLst>
            <pc:docMk/>
            <pc:sldMk cId="3363139151" sldId="265"/>
            <ac:inkMk id="24" creationId="{7B80EBFA-23FB-8021-55A1-9882F2C1A638}"/>
          </ac:inkMkLst>
        </pc:inkChg>
        <pc:inkChg chg="add">
          <ac:chgData name="Fatima Ansarizadeh" userId="2e2f4077-aba0-49c7-b26f-c647714fbdc0" providerId="ADAL" clId="{4AF819A5-1A07-4075-8C4E-D726B4CE70A1}" dt="2026-09-19T03:03:11.577" v="745" actId="9405"/>
          <ac:inkMkLst>
            <pc:docMk/>
            <pc:sldMk cId="3363139151" sldId="265"/>
            <ac:inkMk id="25" creationId="{056FBFFE-0ACF-67C1-5E91-00451284EAFF}"/>
          </ac:inkMkLst>
        </pc:inkChg>
        <pc:inkChg chg="add">
          <ac:chgData name="Fatima Ansarizadeh" userId="2e2f4077-aba0-49c7-b26f-c647714fbdc0" providerId="ADAL" clId="{4AF819A5-1A07-4075-8C4E-D726B4CE70A1}" dt="2026-09-19T03:03:14.201" v="746" actId="9405"/>
          <ac:inkMkLst>
            <pc:docMk/>
            <pc:sldMk cId="3363139151" sldId="265"/>
            <ac:inkMk id="26" creationId="{94B20143-BB94-514A-C283-D3C8E9B9C611}"/>
          </ac:inkMkLst>
        </pc:inkChg>
        <pc:inkChg chg="add">
          <ac:chgData name="Fatima Ansarizadeh" userId="2e2f4077-aba0-49c7-b26f-c647714fbdc0" providerId="ADAL" clId="{4AF819A5-1A07-4075-8C4E-D726B4CE70A1}" dt="2026-09-19T03:03:16.289" v="747" actId="9405"/>
          <ac:inkMkLst>
            <pc:docMk/>
            <pc:sldMk cId="3363139151" sldId="265"/>
            <ac:inkMk id="27" creationId="{4C34D24F-7E71-9343-1466-C45A35D6D7A3}"/>
          </ac:inkMkLst>
        </pc:inkChg>
        <pc:inkChg chg="add">
          <ac:chgData name="Fatima Ansarizadeh" userId="2e2f4077-aba0-49c7-b26f-c647714fbdc0" providerId="ADAL" clId="{4AF819A5-1A07-4075-8C4E-D726B4CE70A1}" dt="2026-09-19T03:03:32.472" v="750" actId="9405"/>
          <ac:inkMkLst>
            <pc:docMk/>
            <pc:sldMk cId="3363139151" sldId="265"/>
            <ac:inkMk id="29" creationId="{AACE5725-FA81-CD7A-CF3C-C2B3D527694B}"/>
          </ac:inkMkLst>
        </pc:inkChg>
        <pc:inkChg chg="add">
          <ac:chgData name="Fatima Ansarizadeh" userId="2e2f4077-aba0-49c7-b26f-c647714fbdc0" providerId="ADAL" clId="{4AF819A5-1A07-4075-8C4E-D726B4CE70A1}" dt="2026-09-19T03:03:36.578" v="752"/>
          <ac:inkMkLst>
            <pc:docMk/>
            <pc:sldMk cId="3363139151" sldId="265"/>
            <ac:inkMk id="31" creationId="{660B8A56-F6F3-C372-3F44-46637E6C5A73}"/>
          </ac:inkMkLst>
        </pc:inkChg>
        <pc:inkChg chg="add">
          <ac:chgData name="Fatima Ansarizadeh" userId="2e2f4077-aba0-49c7-b26f-c647714fbdc0" providerId="ADAL" clId="{4AF819A5-1A07-4075-8C4E-D726B4CE70A1}" dt="2026-09-19T03:03:39.613" v="754"/>
          <ac:inkMkLst>
            <pc:docMk/>
            <pc:sldMk cId="3363139151" sldId="265"/>
            <ac:inkMk id="33" creationId="{3398E458-4276-4920-5407-13E4995DA8AA}"/>
          </ac:inkMkLst>
        </pc:inkChg>
        <pc:inkChg chg="add">
          <ac:chgData name="Fatima Ansarizadeh" userId="2e2f4077-aba0-49c7-b26f-c647714fbdc0" providerId="ADAL" clId="{4AF819A5-1A07-4075-8C4E-D726B4CE70A1}" dt="2026-09-19T03:03:45.517" v="756"/>
          <ac:inkMkLst>
            <pc:docMk/>
            <pc:sldMk cId="3363139151" sldId="265"/>
            <ac:inkMk id="35" creationId="{474223B4-A798-33FA-F321-E029CDA61332}"/>
          </ac:inkMkLst>
        </pc:inkChg>
        <pc:inkChg chg="add">
          <ac:chgData name="Fatima Ansarizadeh" userId="2e2f4077-aba0-49c7-b26f-c647714fbdc0" providerId="ADAL" clId="{4AF819A5-1A07-4075-8C4E-D726B4CE70A1}" dt="2026-09-19T03:03:48.244" v="757" actId="9405"/>
          <ac:inkMkLst>
            <pc:docMk/>
            <pc:sldMk cId="3363139151" sldId="265"/>
            <ac:inkMk id="36" creationId="{7FDF169E-2C66-8662-CF3B-D718AF3DCBCE}"/>
          </ac:inkMkLst>
        </pc:inkChg>
        <pc:inkChg chg="add">
          <ac:chgData name="Fatima Ansarizadeh" userId="2e2f4077-aba0-49c7-b26f-c647714fbdc0" providerId="ADAL" clId="{4AF819A5-1A07-4075-8C4E-D726B4CE70A1}" dt="2026-09-19T03:03:52.055" v="759"/>
          <ac:inkMkLst>
            <pc:docMk/>
            <pc:sldMk cId="3363139151" sldId="265"/>
            <ac:inkMk id="38" creationId="{A3632F22-916A-76DF-E291-BFD8B4ECBCF0}"/>
          </ac:inkMkLst>
        </pc:inkChg>
        <pc:inkChg chg="add">
          <ac:chgData name="Fatima Ansarizadeh" userId="2e2f4077-aba0-49c7-b26f-c647714fbdc0" providerId="ADAL" clId="{4AF819A5-1A07-4075-8C4E-D726B4CE70A1}" dt="2026-09-19T03:03:54.436" v="761"/>
          <ac:inkMkLst>
            <pc:docMk/>
            <pc:sldMk cId="3363139151" sldId="265"/>
            <ac:inkMk id="40" creationId="{5FBBBB86-E561-354B-553D-1129DFE85377}"/>
          </ac:inkMkLst>
        </pc:inkChg>
        <pc:inkChg chg="add mod">
          <ac:chgData name="Fatima Ansarizadeh" userId="2e2f4077-aba0-49c7-b26f-c647714fbdc0" providerId="ADAL" clId="{4AF819A5-1A07-4075-8C4E-D726B4CE70A1}" dt="2026-09-19T03:04:01.763" v="764"/>
          <ac:inkMkLst>
            <pc:docMk/>
            <pc:sldMk cId="3363139151" sldId="265"/>
            <ac:inkMk id="42" creationId="{5FC19DC9-B652-ED6A-6C93-33A0061810B9}"/>
          </ac:inkMkLst>
        </pc:inkChg>
        <pc:inkChg chg="add">
          <ac:chgData name="Fatima Ansarizadeh" userId="2e2f4077-aba0-49c7-b26f-c647714fbdc0" providerId="ADAL" clId="{4AF819A5-1A07-4075-8C4E-D726B4CE70A1}" dt="2026-09-19T03:04:04.033" v="765" actId="9405"/>
          <ac:inkMkLst>
            <pc:docMk/>
            <pc:sldMk cId="3363139151" sldId="265"/>
            <ac:inkMk id="43" creationId="{465D60B2-ACDC-7F4B-37F0-10F0037A0CA9}"/>
          </ac:inkMkLst>
        </pc:inkChg>
        <pc:inkChg chg="add">
          <ac:chgData name="Fatima Ansarizadeh" userId="2e2f4077-aba0-49c7-b26f-c647714fbdc0" providerId="ADAL" clId="{4AF819A5-1A07-4075-8C4E-D726B4CE70A1}" dt="2026-09-19T03:04:05.392" v="766" actId="9405"/>
          <ac:inkMkLst>
            <pc:docMk/>
            <pc:sldMk cId="3363139151" sldId="265"/>
            <ac:inkMk id="44" creationId="{1862B444-4DDD-E2D9-61EE-02F6BE767C61}"/>
          </ac:inkMkLst>
        </pc:inkChg>
      </pc:sldChg>
      <pc:sldChg chg="addSp delSp modSp add mod modNotesTx">
        <pc:chgData name="Fatima Ansarizadeh" userId="2e2f4077-aba0-49c7-b26f-c647714fbdc0" providerId="ADAL" clId="{4AF819A5-1A07-4075-8C4E-D726B4CE70A1}" dt="2026-09-21T00:38:51.762" v="1618" actId="20577"/>
        <pc:sldMkLst>
          <pc:docMk/>
          <pc:sldMk cId="1357662375" sldId="267"/>
        </pc:sldMkLst>
        <pc:spChg chg="mod">
          <ac:chgData name="Fatima Ansarizadeh" userId="2e2f4077-aba0-49c7-b26f-c647714fbdc0" providerId="ADAL" clId="{4AF819A5-1A07-4075-8C4E-D726B4CE70A1}" dt="2026-09-19T03:10:11.425" v="906" actId="1076"/>
          <ac:spMkLst>
            <pc:docMk/>
            <pc:sldMk cId="1357662375" sldId="267"/>
            <ac:spMk id="2" creationId="{FDD7D998-FBD1-B926-A3D2-EC58994732A5}"/>
          </ac:spMkLst>
        </pc:spChg>
        <pc:spChg chg="mod">
          <ac:chgData name="Fatima Ansarizadeh" userId="2e2f4077-aba0-49c7-b26f-c647714fbdc0" providerId="ADAL" clId="{4AF819A5-1A07-4075-8C4E-D726B4CE70A1}" dt="2026-09-19T04:42:51.347" v="1119" actId="1076"/>
          <ac:spMkLst>
            <pc:docMk/>
            <pc:sldMk cId="1357662375" sldId="267"/>
            <ac:spMk id="3" creationId="{0A905DFC-E46D-53E1-53C4-0777D84FF67D}"/>
          </ac:spMkLst>
        </pc:spChg>
        <pc:spChg chg="add mod">
          <ac:chgData name="Fatima Ansarizadeh" userId="2e2f4077-aba0-49c7-b26f-c647714fbdc0" providerId="ADAL" clId="{4AF819A5-1A07-4075-8C4E-D726B4CE70A1}" dt="2026-09-19T04:35:31.099" v="1105" actId="1076"/>
          <ac:spMkLst>
            <pc:docMk/>
            <pc:sldMk cId="1357662375" sldId="267"/>
            <ac:spMk id="7" creationId="{97A4CC5B-06FE-3759-4B09-5845775327F5}"/>
          </ac:spMkLst>
        </pc:spChg>
        <pc:spChg chg="mod">
          <ac:chgData name="Fatima Ansarizadeh" userId="2e2f4077-aba0-49c7-b26f-c647714fbdc0" providerId="ADAL" clId="{4AF819A5-1A07-4075-8C4E-D726B4CE70A1}" dt="2026-09-19T04:47:10.476" v="1157" actId="1076"/>
          <ac:spMkLst>
            <pc:docMk/>
            <pc:sldMk cId="1357662375" sldId="267"/>
            <ac:spMk id="8" creationId="{FD7EDEF0-24AC-642B-C5CA-7ABFC74E3E38}"/>
          </ac:spMkLst>
        </pc:spChg>
        <pc:spChg chg="add mod">
          <ac:chgData name="Fatima Ansarizadeh" userId="2e2f4077-aba0-49c7-b26f-c647714fbdc0" providerId="ADAL" clId="{4AF819A5-1A07-4075-8C4E-D726B4CE70A1}" dt="2026-09-19T04:42:42.614" v="1117" actId="113"/>
          <ac:spMkLst>
            <pc:docMk/>
            <pc:sldMk cId="1357662375" sldId="267"/>
            <ac:spMk id="10" creationId="{CFDE3DB6-156B-0FC9-B5DB-5552C2637BB5}"/>
          </ac:spMkLst>
        </pc:spChg>
        <pc:spChg chg="add mod">
          <ac:chgData name="Fatima Ansarizadeh" userId="2e2f4077-aba0-49c7-b26f-c647714fbdc0" providerId="ADAL" clId="{4AF819A5-1A07-4075-8C4E-D726B4CE70A1}" dt="2026-09-19T04:47:10.476" v="1157" actId="1076"/>
          <ac:spMkLst>
            <pc:docMk/>
            <pc:sldMk cId="1357662375" sldId="267"/>
            <ac:spMk id="12" creationId="{F3133B8A-4B76-7780-2FFD-21886CC63D1B}"/>
          </ac:spMkLst>
        </pc:spChg>
        <pc:spChg chg="add mod">
          <ac:chgData name="Fatima Ansarizadeh" userId="2e2f4077-aba0-49c7-b26f-c647714fbdc0" providerId="ADAL" clId="{4AF819A5-1A07-4075-8C4E-D726B4CE70A1}" dt="2026-09-19T04:47:01.803" v="1156" actId="1076"/>
          <ac:spMkLst>
            <pc:docMk/>
            <pc:sldMk cId="1357662375" sldId="267"/>
            <ac:spMk id="13" creationId="{EC96FBB1-751A-7939-33A1-D5958B5150CE}"/>
          </ac:spMkLst>
        </pc:spChg>
        <pc:picChg chg="mod">
          <ac:chgData name="Fatima Ansarizadeh" userId="2e2f4077-aba0-49c7-b26f-c647714fbdc0" providerId="ADAL" clId="{4AF819A5-1A07-4075-8C4E-D726B4CE70A1}" dt="2026-09-19T04:46:39.444" v="1151" actId="1076"/>
          <ac:picMkLst>
            <pc:docMk/>
            <pc:sldMk cId="1357662375" sldId="267"/>
            <ac:picMk id="5" creationId="{20472D0D-6D29-B4A2-B723-8FBADA30AAB2}"/>
          </ac:picMkLst>
        </pc:picChg>
      </pc:sldChg>
      <pc:sldChg chg="modSp add mod modNotesTx">
        <pc:chgData name="Fatima Ansarizadeh" userId="2e2f4077-aba0-49c7-b26f-c647714fbdc0" providerId="ADAL" clId="{4AF819A5-1A07-4075-8C4E-D726B4CE70A1}" dt="2026-09-21T00:44:09.167" v="1631" actId="113"/>
        <pc:sldMkLst>
          <pc:docMk/>
          <pc:sldMk cId="616333859" sldId="269"/>
        </pc:sldMkLst>
        <pc:spChg chg="mod">
          <ac:chgData name="Fatima Ansarizadeh" userId="2e2f4077-aba0-49c7-b26f-c647714fbdc0" providerId="ADAL" clId="{4AF819A5-1A07-4075-8C4E-D726B4CE70A1}" dt="2026-09-19T05:45:56.029" v="1213" actId="20577"/>
          <ac:spMkLst>
            <pc:docMk/>
            <pc:sldMk cId="616333859" sldId="269"/>
            <ac:spMk id="2" creationId="{55EA06DF-432A-5EF7-C81D-39D63827F2A2}"/>
          </ac:spMkLst>
        </pc:spChg>
        <pc:picChg chg="mod">
          <ac:chgData name="Fatima Ansarizadeh" userId="2e2f4077-aba0-49c7-b26f-c647714fbdc0" providerId="ADAL" clId="{4AF819A5-1A07-4075-8C4E-D726B4CE70A1}" dt="2026-09-19T05:48:18.733" v="1218" actId="1076"/>
          <ac:picMkLst>
            <pc:docMk/>
            <pc:sldMk cId="616333859" sldId="269"/>
            <ac:picMk id="5" creationId="{CBFAC3B6-8536-3EBD-C56E-311F6B1544C5}"/>
          </ac:picMkLst>
        </pc:picChg>
      </pc:sldChg>
      <pc:sldChg chg="addSp delSp modSp add mod modNotesTx">
        <pc:chgData name="Fatima Ansarizadeh" userId="2e2f4077-aba0-49c7-b26f-c647714fbdc0" providerId="ADAL" clId="{4AF819A5-1A07-4075-8C4E-D726B4CE70A1}" dt="2026-09-21T00:43:13.131" v="1629" actId="1076"/>
        <pc:sldMkLst>
          <pc:docMk/>
          <pc:sldMk cId="32756302" sldId="270"/>
        </pc:sldMkLst>
        <pc:spChg chg="mod">
          <ac:chgData name="Fatima Ansarizadeh" userId="2e2f4077-aba0-49c7-b26f-c647714fbdc0" providerId="ADAL" clId="{4AF819A5-1A07-4075-8C4E-D726B4CE70A1}" dt="2026-09-19T05:44:03.869" v="1207" actId="20577"/>
          <ac:spMkLst>
            <pc:docMk/>
            <pc:sldMk cId="32756302" sldId="270"/>
            <ac:spMk id="2" creationId="{377E9067-CB4B-F02D-5A0B-50114FCA00A5}"/>
          </ac:spMkLst>
        </pc:spChg>
        <pc:spChg chg="mod">
          <ac:chgData name="Fatima Ansarizadeh" userId="2e2f4077-aba0-49c7-b26f-c647714fbdc0" providerId="ADAL" clId="{4AF819A5-1A07-4075-8C4E-D726B4CE70A1}" dt="2026-09-21T00:43:08.011" v="1628" actId="1076"/>
          <ac:spMkLst>
            <pc:docMk/>
            <pc:sldMk cId="32756302" sldId="270"/>
            <ac:spMk id="9" creationId="{7172C333-769A-BB17-60D6-C09E51941B42}"/>
          </ac:spMkLst>
        </pc:spChg>
        <pc:picChg chg="mod">
          <ac:chgData name="Fatima Ansarizadeh" userId="2e2f4077-aba0-49c7-b26f-c647714fbdc0" providerId="ADAL" clId="{4AF819A5-1A07-4075-8C4E-D726B4CE70A1}" dt="2026-09-21T00:43:13.131" v="1629" actId="1076"/>
          <ac:picMkLst>
            <pc:docMk/>
            <pc:sldMk cId="32756302" sldId="270"/>
            <ac:picMk id="7" creationId="{2760942B-2D42-940C-87C5-2C565C8004A0}"/>
          </ac:picMkLst>
        </pc:picChg>
      </pc:sldChg>
      <pc:sldChg chg="modSp add mod modNotesTx">
        <pc:chgData name="Fatima Ansarizadeh" userId="2e2f4077-aba0-49c7-b26f-c647714fbdc0" providerId="ADAL" clId="{4AF819A5-1A07-4075-8C4E-D726B4CE70A1}" dt="2026-09-19T06:54:47.680" v="1250" actId="20577"/>
        <pc:sldMkLst>
          <pc:docMk/>
          <pc:sldMk cId="442059381" sldId="273"/>
        </pc:sldMkLst>
        <pc:spChg chg="mod">
          <ac:chgData name="Fatima Ansarizadeh" userId="2e2f4077-aba0-49c7-b26f-c647714fbdc0" providerId="ADAL" clId="{4AF819A5-1A07-4075-8C4E-D726B4CE70A1}" dt="2026-09-18T03:09:00.751" v="428" actId="1076"/>
          <ac:spMkLst>
            <pc:docMk/>
            <pc:sldMk cId="442059381" sldId="273"/>
            <ac:spMk id="2" creationId="{E8A3F022-6C0B-1239-C613-2478D64D21ED}"/>
          </ac:spMkLst>
        </pc:spChg>
        <pc:picChg chg="mod">
          <ac:chgData name="Fatima Ansarizadeh" userId="2e2f4077-aba0-49c7-b26f-c647714fbdc0" providerId="ADAL" clId="{4AF819A5-1A07-4075-8C4E-D726B4CE70A1}" dt="2026-09-18T03:08:57.038" v="427" actId="1076"/>
          <ac:picMkLst>
            <pc:docMk/>
            <pc:sldMk cId="442059381" sldId="273"/>
            <ac:picMk id="5" creationId="{B45EA600-9A24-3128-16B6-37C915D3AF23}"/>
          </ac:picMkLst>
        </pc:picChg>
      </pc:sldChg>
      <pc:sldChg chg="addSp delSp modSp add mod modNotesTx">
        <pc:chgData name="Fatima Ansarizadeh" userId="2e2f4077-aba0-49c7-b26f-c647714fbdc0" providerId="ADAL" clId="{4AF819A5-1A07-4075-8C4E-D726B4CE70A1}" dt="2026-09-21T00:47:04.769" v="1642" actId="255"/>
        <pc:sldMkLst>
          <pc:docMk/>
          <pc:sldMk cId="2886504833" sldId="274"/>
        </pc:sldMkLst>
        <pc:spChg chg="mod">
          <ac:chgData name="Fatima Ansarizadeh" userId="2e2f4077-aba0-49c7-b26f-c647714fbdc0" providerId="ADAL" clId="{4AF819A5-1A07-4075-8C4E-D726B4CE70A1}" dt="2026-09-19T07:09:32.876" v="1349" actId="1076"/>
          <ac:spMkLst>
            <pc:docMk/>
            <pc:sldMk cId="2886504833" sldId="274"/>
            <ac:spMk id="2" creationId="{16BB3EC1-1C63-C9A0-6953-6B22483F984C}"/>
          </ac:spMkLst>
        </pc:spChg>
        <pc:spChg chg="mod">
          <ac:chgData name="Fatima Ansarizadeh" userId="2e2f4077-aba0-49c7-b26f-c647714fbdc0" providerId="ADAL" clId="{4AF819A5-1A07-4075-8C4E-D726B4CE70A1}" dt="2026-09-19T07:11:48.667" v="1383" actId="20577"/>
          <ac:spMkLst>
            <pc:docMk/>
            <pc:sldMk cId="2886504833" sldId="274"/>
            <ac:spMk id="3" creationId="{89F0D7EB-EF65-6C5C-7036-6162D739BBC2}"/>
          </ac:spMkLst>
        </pc:spChg>
        <pc:spChg chg="add mod">
          <ac:chgData name="Fatima Ansarizadeh" userId="2e2f4077-aba0-49c7-b26f-c647714fbdc0" providerId="ADAL" clId="{4AF819A5-1A07-4075-8C4E-D726B4CE70A1}" dt="2026-09-21T00:47:04.769" v="1642" actId="255"/>
          <ac:spMkLst>
            <pc:docMk/>
            <pc:sldMk cId="2886504833" sldId="274"/>
            <ac:spMk id="4" creationId="{A4ECE631-5FB6-40FB-E9ED-FBFA2381305A}"/>
          </ac:spMkLst>
        </pc:spChg>
      </pc:sldChg>
      <pc:sldChg chg="modSp add mod ord modNotesTx">
        <pc:chgData name="Fatima Ansarizadeh" userId="2e2f4077-aba0-49c7-b26f-c647714fbdc0" providerId="ADAL" clId="{4AF819A5-1A07-4075-8C4E-D726B4CE70A1}" dt="2026-09-21T00:56:19.607" v="1652"/>
        <pc:sldMkLst>
          <pc:docMk/>
          <pc:sldMk cId="1464784150" sldId="275"/>
        </pc:sldMkLst>
        <pc:spChg chg="mod">
          <ac:chgData name="Fatima Ansarizadeh" userId="2e2f4077-aba0-49c7-b26f-c647714fbdc0" providerId="ADAL" clId="{4AF819A5-1A07-4075-8C4E-D726B4CE70A1}" dt="2026-09-19T08:30:11.914" v="1417" actId="1076"/>
          <ac:spMkLst>
            <pc:docMk/>
            <pc:sldMk cId="1464784150" sldId="275"/>
            <ac:spMk id="2" creationId="{4DD3E990-990A-4182-17A1-8B1C76D385ED}"/>
          </ac:spMkLst>
        </pc:spChg>
        <pc:picChg chg="mod">
          <ac:chgData name="Fatima Ansarizadeh" userId="2e2f4077-aba0-49c7-b26f-c647714fbdc0" providerId="ADAL" clId="{4AF819A5-1A07-4075-8C4E-D726B4CE70A1}" dt="2026-09-21T00:45:55.134" v="1632" actId="1076"/>
          <ac:picMkLst>
            <pc:docMk/>
            <pc:sldMk cId="1464784150" sldId="275"/>
            <ac:picMk id="7" creationId="{F28B1E4E-CF1D-AC30-45A2-5CAFE4884D6C}"/>
          </ac:picMkLst>
        </pc:picChg>
      </pc:sldChg>
      <pc:sldChg chg="modSp add mod ord modNotesTx">
        <pc:chgData name="Fatima Ansarizadeh" userId="2e2f4077-aba0-49c7-b26f-c647714fbdc0" providerId="ADAL" clId="{4AF819A5-1A07-4075-8C4E-D726B4CE70A1}" dt="2026-09-19T08:28:47.538" v="1413"/>
        <pc:sldMkLst>
          <pc:docMk/>
          <pc:sldMk cId="4273599672" sldId="277"/>
        </pc:sldMkLst>
        <pc:spChg chg="mod">
          <ac:chgData name="Fatima Ansarizadeh" userId="2e2f4077-aba0-49c7-b26f-c647714fbdc0" providerId="ADAL" clId="{4AF819A5-1A07-4075-8C4E-D726B4CE70A1}" dt="2026-09-19T01:38:35.800" v="582" actId="20577"/>
          <ac:spMkLst>
            <pc:docMk/>
            <pc:sldMk cId="4273599672" sldId="277"/>
            <ac:spMk id="2" creationId="{727CA0D7-570B-1BB7-4798-F7E9AB672178}"/>
          </ac:spMkLst>
        </pc:spChg>
        <pc:spChg chg="mod">
          <ac:chgData name="Fatima Ansarizadeh" userId="2e2f4077-aba0-49c7-b26f-c647714fbdc0" providerId="ADAL" clId="{4AF819A5-1A07-4075-8C4E-D726B4CE70A1}" dt="2026-09-19T01:50:33.331" v="608" actId="13926"/>
          <ac:spMkLst>
            <pc:docMk/>
            <pc:sldMk cId="4273599672" sldId="277"/>
            <ac:spMk id="5" creationId="{E2E9959C-11C8-D64D-52C4-67B7477ED96C}"/>
          </ac:spMkLst>
        </pc:spChg>
        <pc:picChg chg="mod">
          <ac:chgData name="Fatima Ansarizadeh" userId="2e2f4077-aba0-49c7-b26f-c647714fbdc0" providerId="ADAL" clId="{4AF819A5-1A07-4075-8C4E-D726B4CE70A1}" dt="2026-09-19T01:40:35.208" v="597" actId="14100"/>
          <ac:picMkLst>
            <pc:docMk/>
            <pc:sldMk cId="4273599672" sldId="277"/>
            <ac:picMk id="7" creationId="{9CD1A5D8-BA66-412A-3008-95EB3B64B5A0}"/>
          </ac:picMkLst>
        </pc:picChg>
      </pc:sldChg>
      <pc:sldChg chg="modSp add del mod modShow modNotesTx">
        <pc:chgData name="Fatima Ansarizadeh" userId="2e2f4077-aba0-49c7-b26f-c647714fbdc0" providerId="ADAL" clId="{4AF819A5-1A07-4075-8C4E-D726B4CE70A1}" dt="2026-09-21T02:57:36.920" v="1653" actId="47"/>
        <pc:sldMkLst>
          <pc:docMk/>
          <pc:sldMk cId="3469181210" sldId="278"/>
        </pc:sldMkLst>
      </pc:sldChg>
      <pc:sldChg chg="modSp add mod modNotesTx">
        <pc:chgData name="Fatima Ansarizadeh" userId="2e2f4077-aba0-49c7-b26f-c647714fbdc0" providerId="ADAL" clId="{4AF819A5-1A07-4075-8C4E-D726B4CE70A1}" dt="2026-09-19T02:10:54.832" v="642" actId="1076"/>
        <pc:sldMkLst>
          <pc:docMk/>
          <pc:sldMk cId="971613986" sldId="279"/>
        </pc:sldMkLst>
        <pc:spChg chg="mod">
          <ac:chgData name="Fatima Ansarizadeh" userId="2e2f4077-aba0-49c7-b26f-c647714fbdc0" providerId="ADAL" clId="{4AF819A5-1A07-4075-8C4E-D726B4CE70A1}" dt="2026-09-19T02:10:20.521" v="637" actId="20577"/>
          <ac:spMkLst>
            <pc:docMk/>
            <pc:sldMk cId="971613986" sldId="279"/>
            <ac:spMk id="2" creationId="{E6FDEB8C-1275-F9C1-3904-53A4B87BCB16}"/>
          </ac:spMkLst>
        </pc:spChg>
        <pc:spChg chg="mod">
          <ac:chgData name="Fatima Ansarizadeh" userId="2e2f4077-aba0-49c7-b26f-c647714fbdc0" providerId="ADAL" clId="{4AF819A5-1A07-4075-8C4E-D726B4CE70A1}" dt="2026-09-19T01:58:58.203" v="622" actId="13926"/>
          <ac:spMkLst>
            <pc:docMk/>
            <pc:sldMk cId="971613986" sldId="279"/>
            <ac:spMk id="3" creationId="{2D12B98D-18E4-1126-4B7A-2F179A56270E}"/>
          </ac:spMkLst>
        </pc:spChg>
        <pc:picChg chg="mod">
          <ac:chgData name="Fatima Ansarizadeh" userId="2e2f4077-aba0-49c7-b26f-c647714fbdc0" providerId="ADAL" clId="{4AF819A5-1A07-4075-8C4E-D726B4CE70A1}" dt="2026-09-19T02:10:54.832" v="642" actId="1076"/>
          <ac:picMkLst>
            <pc:docMk/>
            <pc:sldMk cId="971613986" sldId="279"/>
            <ac:picMk id="5" creationId="{65C03C66-4584-877E-6C91-89458F945771}"/>
          </ac:picMkLst>
        </pc:picChg>
      </pc:sldChg>
      <pc:sldChg chg="modSp add del mod modShow">
        <pc:chgData name="Fatima Ansarizadeh" userId="2e2f4077-aba0-49c7-b26f-c647714fbdc0" providerId="ADAL" clId="{4AF819A5-1A07-4075-8C4E-D726B4CE70A1}" dt="2026-09-21T02:57:41.037" v="1656" actId="47"/>
        <pc:sldMkLst>
          <pc:docMk/>
          <pc:sldMk cId="2123935636" sldId="280"/>
        </pc:sldMkLst>
      </pc:sldChg>
      <pc:sldChg chg="modSp add del mod modShow">
        <pc:chgData name="Fatima Ansarizadeh" userId="2e2f4077-aba0-49c7-b26f-c647714fbdc0" providerId="ADAL" clId="{4AF819A5-1A07-4075-8C4E-D726B4CE70A1}" dt="2026-09-21T02:57:39.686" v="1655" actId="47"/>
        <pc:sldMkLst>
          <pc:docMk/>
          <pc:sldMk cId="10980910" sldId="282"/>
        </pc:sldMkLst>
      </pc:sldChg>
      <pc:sldChg chg="addSp delSp modSp add mod modNotesTx">
        <pc:chgData name="Fatima Ansarizadeh" userId="2e2f4077-aba0-49c7-b26f-c647714fbdc0" providerId="ADAL" clId="{4AF819A5-1A07-4075-8C4E-D726B4CE70A1}" dt="2026-09-19T04:24:48.890" v="1073" actId="1076"/>
        <pc:sldMkLst>
          <pc:docMk/>
          <pc:sldMk cId="1812713125" sldId="288"/>
        </pc:sldMkLst>
        <pc:spChg chg="mod">
          <ac:chgData name="Fatima Ansarizadeh" userId="2e2f4077-aba0-49c7-b26f-c647714fbdc0" providerId="ADAL" clId="{4AF819A5-1A07-4075-8C4E-D726B4CE70A1}" dt="2026-09-19T03:56:22.779" v="933" actId="20577"/>
          <ac:spMkLst>
            <pc:docMk/>
            <pc:sldMk cId="1812713125" sldId="288"/>
            <ac:spMk id="2" creationId="{DAD6F537-5D9F-3E42-9DA0-3424DA9A01D3}"/>
          </ac:spMkLst>
        </pc:spChg>
        <pc:spChg chg="mod">
          <ac:chgData name="Fatima Ansarizadeh" userId="2e2f4077-aba0-49c7-b26f-c647714fbdc0" providerId="ADAL" clId="{4AF819A5-1A07-4075-8C4E-D726B4CE70A1}" dt="2026-09-19T04:19:09.242" v="982" actId="14100"/>
          <ac:spMkLst>
            <pc:docMk/>
            <pc:sldMk cId="1812713125" sldId="288"/>
            <ac:spMk id="3" creationId="{D6E375C6-51DC-FB5C-AD6D-5C96167409B7}"/>
          </ac:spMkLst>
        </pc:spChg>
        <pc:spChg chg="mod">
          <ac:chgData name="Fatima Ansarizadeh" userId="2e2f4077-aba0-49c7-b26f-c647714fbdc0" providerId="ADAL" clId="{4AF819A5-1A07-4075-8C4E-D726B4CE70A1}" dt="2026-09-19T04:19:03.346" v="981" actId="1076"/>
          <ac:spMkLst>
            <pc:docMk/>
            <pc:sldMk cId="1812713125" sldId="288"/>
            <ac:spMk id="6" creationId="{188CE21F-1229-5E6A-F1B2-6E45581DD908}"/>
          </ac:spMkLst>
        </pc:spChg>
        <pc:spChg chg="add mod">
          <ac:chgData name="Fatima Ansarizadeh" userId="2e2f4077-aba0-49c7-b26f-c647714fbdc0" providerId="ADAL" clId="{4AF819A5-1A07-4075-8C4E-D726B4CE70A1}" dt="2026-09-19T03:57:04.072" v="939" actId="21"/>
          <ac:spMkLst>
            <pc:docMk/>
            <pc:sldMk cId="1812713125" sldId="288"/>
            <ac:spMk id="8" creationId="{572CEC8E-7C50-6101-59FB-FA094E1B7976}"/>
          </ac:spMkLst>
        </pc:spChg>
        <pc:spChg chg="add mod">
          <ac:chgData name="Fatima Ansarizadeh" userId="2e2f4077-aba0-49c7-b26f-c647714fbdc0" providerId="ADAL" clId="{4AF819A5-1A07-4075-8C4E-D726B4CE70A1}" dt="2026-09-19T04:18:34.970" v="979" actId="20577"/>
          <ac:spMkLst>
            <pc:docMk/>
            <pc:sldMk cId="1812713125" sldId="288"/>
            <ac:spMk id="10" creationId="{A39C0FA7-DAA1-6711-0AD9-441421ACC3F1}"/>
          </ac:spMkLst>
        </pc:spChg>
        <pc:picChg chg="mod">
          <ac:chgData name="Fatima Ansarizadeh" userId="2e2f4077-aba0-49c7-b26f-c647714fbdc0" providerId="ADAL" clId="{4AF819A5-1A07-4075-8C4E-D726B4CE70A1}" dt="2026-09-19T04:24:48.890" v="1073" actId="1076"/>
          <ac:picMkLst>
            <pc:docMk/>
            <pc:sldMk cId="1812713125" sldId="288"/>
            <ac:picMk id="5" creationId="{373C6C39-1C3D-9D11-7B4C-21A123F1537B}"/>
          </ac:picMkLst>
        </pc:picChg>
      </pc:sldChg>
      <pc:sldChg chg="modSp mod">
        <pc:chgData name="Fatima Ansarizadeh" userId="2e2f4077-aba0-49c7-b26f-c647714fbdc0" providerId="ADAL" clId="{4AF819A5-1A07-4075-8C4E-D726B4CE70A1}" dt="2026-09-21T00:26:55.167" v="1613" actId="113"/>
        <pc:sldMkLst>
          <pc:docMk/>
          <pc:sldMk cId="104962929" sldId="376"/>
        </pc:sldMkLst>
        <pc:spChg chg="mod">
          <ac:chgData name="Fatima Ansarizadeh" userId="2e2f4077-aba0-49c7-b26f-c647714fbdc0" providerId="ADAL" clId="{4AF819A5-1A07-4075-8C4E-D726B4CE70A1}" dt="2026-09-21T00:26:55.167" v="1613" actId="113"/>
          <ac:spMkLst>
            <pc:docMk/>
            <pc:sldMk cId="104962929" sldId="376"/>
            <ac:spMk id="3" creationId="{C1B97505-69EE-2CD0-ECCA-806349B47498}"/>
          </ac:spMkLst>
        </pc:spChg>
      </pc:sldChg>
      <pc:sldChg chg="modSp add mod modNotesTx">
        <pc:chgData name="Fatima Ansarizadeh" userId="2e2f4077-aba0-49c7-b26f-c647714fbdc0" providerId="ADAL" clId="{4AF819A5-1A07-4075-8C4E-D726B4CE70A1}" dt="2026-09-18T04:22:09.043" v="523" actId="20577"/>
        <pc:sldMkLst>
          <pc:docMk/>
          <pc:sldMk cId="2615335607" sldId="411"/>
        </pc:sldMkLst>
        <pc:spChg chg="mod">
          <ac:chgData name="Fatima Ansarizadeh" userId="2e2f4077-aba0-49c7-b26f-c647714fbdc0" providerId="ADAL" clId="{4AF819A5-1A07-4075-8C4E-D726B4CE70A1}" dt="2026-09-18T03:08:34.905" v="421" actId="2711"/>
          <ac:spMkLst>
            <pc:docMk/>
            <pc:sldMk cId="2615335607" sldId="411"/>
            <ac:spMk id="2" creationId="{BC0D4B7B-92F7-EEF8-0989-B9B1B2BBAF4D}"/>
          </ac:spMkLst>
        </pc:spChg>
        <pc:picChg chg="mod">
          <ac:chgData name="Fatima Ansarizadeh" userId="2e2f4077-aba0-49c7-b26f-c647714fbdc0" providerId="ADAL" clId="{4AF819A5-1A07-4075-8C4E-D726B4CE70A1}" dt="2026-09-18T03:08:41.135" v="423" actId="1076"/>
          <ac:picMkLst>
            <pc:docMk/>
            <pc:sldMk cId="2615335607" sldId="411"/>
            <ac:picMk id="9" creationId="{EE240559-3D52-EB90-B222-5A26F599F3C3}"/>
          </ac:picMkLst>
        </pc:picChg>
      </pc:sldChg>
      <pc:sldChg chg="modNotesTx">
        <pc:chgData name="Fatima Ansarizadeh" userId="2e2f4077-aba0-49c7-b26f-c647714fbdc0" providerId="ADAL" clId="{4AF819A5-1A07-4075-8C4E-D726B4CE70A1}" dt="2026-09-20T23:21:04.064" v="1506" actId="20577"/>
        <pc:sldMkLst>
          <pc:docMk/>
          <pc:sldMk cId="918332552" sldId="555"/>
        </pc:sldMkLst>
      </pc:sldChg>
      <pc:sldChg chg="modSp mod modNotesTx">
        <pc:chgData name="Fatima Ansarizadeh" userId="2e2f4077-aba0-49c7-b26f-c647714fbdc0" providerId="ADAL" clId="{4AF819A5-1A07-4075-8C4E-D726B4CE70A1}" dt="2026-09-20T23:23:00.607" v="1511" actId="20577"/>
        <pc:sldMkLst>
          <pc:docMk/>
          <pc:sldMk cId="2597646152" sldId="557"/>
        </pc:sldMkLst>
        <pc:spChg chg="mod">
          <ac:chgData name="Fatima Ansarizadeh" userId="2e2f4077-aba0-49c7-b26f-c647714fbdc0" providerId="ADAL" clId="{4AF819A5-1A07-4075-8C4E-D726B4CE70A1}" dt="2026-09-20T11:33:18.706" v="1476" actId="1076"/>
          <ac:spMkLst>
            <pc:docMk/>
            <pc:sldMk cId="2597646152" sldId="557"/>
            <ac:spMk id="5" creationId="{296F5C69-D442-BF43-B168-B7C960BC0477}"/>
          </ac:spMkLst>
        </pc:spChg>
        <pc:spChg chg="mod">
          <ac:chgData name="Fatima Ansarizadeh" userId="2e2f4077-aba0-49c7-b26f-c647714fbdc0" providerId="ADAL" clId="{4AF819A5-1A07-4075-8C4E-D726B4CE70A1}" dt="2026-09-20T23:21:37.352" v="1508" actId="1076"/>
          <ac:spMkLst>
            <pc:docMk/>
            <pc:sldMk cId="2597646152" sldId="557"/>
            <ac:spMk id="8" creationId="{99FE4655-B399-4142-A442-6C2C2DCCCC28}"/>
          </ac:spMkLst>
        </pc:spChg>
        <pc:picChg chg="mod">
          <ac:chgData name="Fatima Ansarizadeh" userId="2e2f4077-aba0-49c7-b26f-c647714fbdc0" providerId="ADAL" clId="{4AF819A5-1A07-4075-8C4E-D726B4CE70A1}" dt="2026-09-17T23:19:56.315" v="161" actId="1076"/>
          <ac:picMkLst>
            <pc:docMk/>
            <pc:sldMk cId="2597646152" sldId="557"/>
            <ac:picMk id="2" creationId="{25E0F31F-3563-EBF2-4139-3FB3FEF0E45A}"/>
          </ac:picMkLst>
        </pc:picChg>
        <pc:picChg chg="mod">
          <ac:chgData name="Fatima Ansarizadeh" userId="2e2f4077-aba0-49c7-b26f-c647714fbdc0" providerId="ADAL" clId="{4AF819A5-1A07-4075-8C4E-D726B4CE70A1}" dt="2026-09-17T23:19:54.396" v="160" actId="14100"/>
          <ac:picMkLst>
            <pc:docMk/>
            <pc:sldMk cId="2597646152" sldId="557"/>
            <ac:picMk id="4" creationId="{ED1B593C-0D22-0948-995B-C1D943038436}"/>
          </ac:picMkLst>
        </pc:picChg>
      </pc:sldChg>
      <pc:sldChg chg="addSp modSp mod modNotesTx">
        <pc:chgData name="Fatima Ansarizadeh" userId="2e2f4077-aba0-49c7-b26f-c647714fbdc0" providerId="ADAL" clId="{4AF819A5-1A07-4075-8C4E-D726B4CE70A1}" dt="2026-09-20T23:38:06.177" v="1559" actId="20577"/>
        <pc:sldMkLst>
          <pc:docMk/>
          <pc:sldMk cId="2183288719" sldId="559"/>
        </pc:sldMkLst>
        <pc:spChg chg="add mod">
          <ac:chgData name="Fatima Ansarizadeh" userId="2e2f4077-aba0-49c7-b26f-c647714fbdc0" providerId="ADAL" clId="{4AF819A5-1A07-4075-8C4E-D726B4CE70A1}" dt="2026-09-17T23:48:45.325" v="193" actId="1076"/>
          <ac:spMkLst>
            <pc:docMk/>
            <pc:sldMk cId="2183288719" sldId="559"/>
            <ac:spMk id="5" creationId="{382FAFCF-F0CA-0DEE-9782-FFC9815F13F5}"/>
          </ac:spMkLst>
        </pc:spChg>
        <pc:spChg chg="mod">
          <ac:chgData name="Fatima Ansarizadeh" userId="2e2f4077-aba0-49c7-b26f-c647714fbdc0" providerId="ADAL" clId="{4AF819A5-1A07-4075-8C4E-D726B4CE70A1}" dt="2026-09-17T23:45:35.085" v="192" actId="2711"/>
          <ac:spMkLst>
            <pc:docMk/>
            <pc:sldMk cId="2183288719" sldId="559"/>
            <ac:spMk id="7" creationId="{6540A871-8BD7-CF4B-A77E-C7AC77A2D6E7}"/>
          </ac:spMkLst>
        </pc:spChg>
        <pc:picChg chg="mod">
          <ac:chgData name="Fatima Ansarizadeh" userId="2e2f4077-aba0-49c7-b26f-c647714fbdc0" providerId="ADAL" clId="{4AF819A5-1A07-4075-8C4E-D726B4CE70A1}" dt="2026-09-17T23:45:19.294" v="190" actId="14100"/>
          <ac:picMkLst>
            <pc:docMk/>
            <pc:sldMk cId="2183288719" sldId="559"/>
            <ac:picMk id="2" creationId="{370677EF-9FA8-1C44-A142-01F0CB055A21}"/>
          </ac:picMkLst>
        </pc:picChg>
        <pc:picChg chg="mod">
          <ac:chgData name="Fatima Ansarizadeh" userId="2e2f4077-aba0-49c7-b26f-c647714fbdc0" providerId="ADAL" clId="{4AF819A5-1A07-4075-8C4E-D726B4CE70A1}" dt="2026-09-17T23:44:57.605" v="185" actId="14100"/>
          <ac:picMkLst>
            <pc:docMk/>
            <pc:sldMk cId="2183288719" sldId="559"/>
            <ac:picMk id="3" creationId="{FA38CFA7-E0FB-C342-BBE6-B9F4C7D7DA8C}"/>
          </ac:picMkLst>
        </pc:picChg>
      </pc:sldChg>
      <pc:sldChg chg="modNotesTx">
        <pc:chgData name="Fatima Ansarizadeh" userId="2e2f4077-aba0-49c7-b26f-c647714fbdc0" providerId="ADAL" clId="{4AF819A5-1A07-4075-8C4E-D726B4CE70A1}" dt="2026-09-20T23:39:59.339" v="1565" actId="113"/>
        <pc:sldMkLst>
          <pc:docMk/>
          <pc:sldMk cId="3791665005" sldId="560"/>
        </pc:sldMkLst>
      </pc:sldChg>
      <pc:sldChg chg="modSp mod modNotesTx">
        <pc:chgData name="Fatima Ansarizadeh" userId="2e2f4077-aba0-49c7-b26f-c647714fbdc0" providerId="ADAL" clId="{4AF819A5-1A07-4075-8C4E-D726B4CE70A1}" dt="2026-09-20T23:43:05.337" v="1569" actId="113"/>
        <pc:sldMkLst>
          <pc:docMk/>
          <pc:sldMk cId="2491398001" sldId="561"/>
        </pc:sldMkLst>
        <pc:spChg chg="mod">
          <ac:chgData name="Fatima Ansarizadeh" userId="2e2f4077-aba0-49c7-b26f-c647714fbdc0" providerId="ADAL" clId="{4AF819A5-1A07-4075-8C4E-D726B4CE70A1}" dt="2026-09-17T23:56:00.216" v="198" actId="1076"/>
          <ac:spMkLst>
            <pc:docMk/>
            <pc:sldMk cId="2491398001" sldId="561"/>
            <ac:spMk id="4" creationId="{4AD89B99-4310-3443-B3E9-F6E47B25D5F1}"/>
          </ac:spMkLst>
        </pc:spChg>
      </pc:sldChg>
      <pc:sldChg chg="modSp del mod modShow">
        <pc:chgData name="Fatima Ansarizadeh" userId="2e2f4077-aba0-49c7-b26f-c647714fbdc0" providerId="ADAL" clId="{4AF819A5-1A07-4075-8C4E-D726B4CE70A1}" dt="2026-09-21T02:58:03.076" v="1661" actId="47"/>
        <pc:sldMkLst>
          <pc:docMk/>
          <pc:sldMk cId="1793312948" sldId="682"/>
        </pc:sldMkLst>
        <pc:spChg chg="mod">
          <ac:chgData name="Fatima Ansarizadeh" userId="2e2f4077-aba0-49c7-b26f-c647714fbdc0" providerId="ADAL" clId="{4AF819A5-1A07-4075-8C4E-D726B4CE70A1}" dt="2026-09-18T03:04:40.273" v="377" actId="2711"/>
          <ac:spMkLst>
            <pc:docMk/>
            <pc:sldMk cId="1793312948" sldId="682"/>
            <ac:spMk id="2" creationId="{04E95148-26FA-E248-AF94-79C95DF7DD2E}"/>
          </ac:spMkLst>
        </pc:spChg>
        <pc:spChg chg="mod">
          <ac:chgData name="Fatima Ansarizadeh" userId="2e2f4077-aba0-49c7-b26f-c647714fbdc0" providerId="ADAL" clId="{4AF819A5-1A07-4075-8C4E-D726B4CE70A1}" dt="2026-09-18T03:06:10.670" v="385" actId="1076"/>
          <ac:spMkLst>
            <pc:docMk/>
            <pc:sldMk cId="1793312948" sldId="682"/>
            <ac:spMk id="23" creationId="{4B4E48F5-0218-9845-96D6-CA50477C6E19}"/>
          </ac:spMkLst>
        </pc:spChg>
      </pc:sldChg>
      <pc:sldChg chg="modSp del mod modShow">
        <pc:chgData name="Fatima Ansarizadeh" userId="2e2f4077-aba0-49c7-b26f-c647714fbdc0" providerId="ADAL" clId="{4AF819A5-1A07-4075-8C4E-D726B4CE70A1}" dt="2026-09-21T02:57:53.893" v="1657" actId="47"/>
        <pc:sldMkLst>
          <pc:docMk/>
          <pc:sldMk cId="3727792922" sldId="714"/>
        </pc:sldMkLst>
        <pc:spChg chg="mod">
          <ac:chgData name="Fatima Ansarizadeh" userId="2e2f4077-aba0-49c7-b26f-c647714fbdc0" providerId="ADAL" clId="{4AF819A5-1A07-4075-8C4E-D726B4CE70A1}" dt="2026-09-18T03:02:46.480" v="366" actId="2711"/>
          <ac:spMkLst>
            <pc:docMk/>
            <pc:sldMk cId="3727792922" sldId="714"/>
            <ac:spMk id="8" creationId="{ADEEA499-F603-20C8-D3A2-CFCBB1C94E87}"/>
          </ac:spMkLst>
        </pc:spChg>
      </pc:sldChg>
      <pc:sldChg chg="addSp modSp mod modNotesTx">
        <pc:chgData name="Fatima Ansarizadeh" userId="2e2f4077-aba0-49c7-b26f-c647714fbdc0" providerId="ADAL" clId="{4AF819A5-1A07-4075-8C4E-D726B4CE70A1}" dt="2026-09-20T22:46:35.918" v="1499" actId="113"/>
        <pc:sldMkLst>
          <pc:docMk/>
          <pc:sldMk cId="3944231746" sldId="725"/>
        </pc:sldMkLst>
        <pc:spChg chg="add mod">
          <ac:chgData name="Fatima Ansarizadeh" userId="2e2f4077-aba0-49c7-b26f-c647714fbdc0" providerId="ADAL" clId="{4AF819A5-1A07-4075-8C4E-D726B4CE70A1}" dt="2026-09-20T11:32:53.989" v="1472" actId="2711"/>
          <ac:spMkLst>
            <pc:docMk/>
            <pc:sldMk cId="3944231746" sldId="725"/>
            <ac:spMk id="4" creationId="{31E09A1A-0D49-D011-25CD-FF4DCC66A07B}"/>
          </ac:spMkLst>
        </pc:spChg>
        <pc:picChg chg="mod">
          <ac:chgData name="Fatima Ansarizadeh" userId="2e2f4077-aba0-49c7-b26f-c647714fbdc0" providerId="ADAL" clId="{4AF819A5-1A07-4075-8C4E-D726B4CE70A1}" dt="2026-09-17T23:09:06.315" v="126" actId="1076"/>
          <ac:picMkLst>
            <pc:docMk/>
            <pc:sldMk cId="3944231746" sldId="725"/>
            <ac:picMk id="2" creationId="{DC70D1B0-BFF5-7B45-BB26-201FC9634C0E}"/>
          </ac:picMkLst>
        </pc:picChg>
      </pc:sldChg>
      <pc:sldChg chg="modNotesTx">
        <pc:chgData name="Fatima Ansarizadeh" userId="2e2f4077-aba0-49c7-b26f-c647714fbdc0" providerId="ADAL" clId="{4AF819A5-1A07-4075-8C4E-D726B4CE70A1}" dt="2026-09-20T23:25:56.576" v="1516" actId="20577"/>
        <pc:sldMkLst>
          <pc:docMk/>
          <pc:sldMk cId="528679044" sldId="726"/>
        </pc:sldMkLst>
      </pc:sldChg>
      <pc:sldChg chg="modSp mod modNotesTx">
        <pc:chgData name="Fatima Ansarizadeh" userId="2e2f4077-aba0-49c7-b26f-c647714fbdc0" providerId="ADAL" clId="{4AF819A5-1A07-4075-8C4E-D726B4CE70A1}" dt="2026-09-20T22:50:39.785" v="1502" actId="113"/>
        <pc:sldMkLst>
          <pc:docMk/>
          <pc:sldMk cId="4091180194" sldId="728"/>
        </pc:sldMkLst>
        <pc:spChg chg="mod">
          <ac:chgData name="Fatima Ansarizadeh" userId="2e2f4077-aba0-49c7-b26f-c647714fbdc0" providerId="ADAL" clId="{4AF819A5-1A07-4075-8C4E-D726B4CE70A1}" dt="2026-09-20T11:33:10.027" v="1475" actId="27636"/>
          <ac:spMkLst>
            <pc:docMk/>
            <pc:sldMk cId="4091180194" sldId="728"/>
            <ac:spMk id="5" creationId="{DCD37CA0-5F1B-BD45-A823-5AD4E626EB39}"/>
          </ac:spMkLst>
        </pc:spChg>
      </pc:sldChg>
      <pc:sldChg chg="modSp del mod modShow">
        <pc:chgData name="Fatima Ansarizadeh" userId="2e2f4077-aba0-49c7-b26f-c647714fbdc0" providerId="ADAL" clId="{4AF819A5-1A07-4075-8C4E-D726B4CE70A1}" dt="2026-09-21T02:57:56.345" v="1659" actId="47"/>
        <pc:sldMkLst>
          <pc:docMk/>
          <pc:sldMk cId="724452066" sldId="741"/>
        </pc:sldMkLst>
        <pc:spChg chg="mod">
          <ac:chgData name="Fatima Ansarizadeh" userId="2e2f4077-aba0-49c7-b26f-c647714fbdc0" providerId="ADAL" clId="{4AF819A5-1A07-4075-8C4E-D726B4CE70A1}" dt="2026-09-18T02:59:41.208" v="360" actId="2711"/>
          <ac:spMkLst>
            <pc:docMk/>
            <pc:sldMk cId="724452066" sldId="741"/>
            <ac:spMk id="5" creationId="{452B5E38-77F4-8C40-C207-888FEB970254}"/>
          </ac:spMkLst>
        </pc:spChg>
        <pc:spChg chg="mod">
          <ac:chgData name="Fatima Ansarizadeh" userId="2e2f4077-aba0-49c7-b26f-c647714fbdc0" providerId="ADAL" clId="{4AF819A5-1A07-4075-8C4E-D726B4CE70A1}" dt="2026-09-18T02:59:48.050" v="361" actId="2711"/>
          <ac:spMkLst>
            <pc:docMk/>
            <pc:sldMk cId="724452066" sldId="741"/>
            <ac:spMk id="8" creationId="{ADEEA499-F603-20C8-D3A2-CFCBB1C94E87}"/>
          </ac:spMkLst>
        </pc:spChg>
      </pc:sldChg>
      <pc:sldChg chg="modSp del mod modShow">
        <pc:chgData name="Fatima Ansarizadeh" userId="2e2f4077-aba0-49c7-b26f-c647714fbdc0" providerId="ADAL" clId="{4AF819A5-1A07-4075-8C4E-D726B4CE70A1}" dt="2026-09-21T02:57:57.400" v="1660" actId="47"/>
        <pc:sldMkLst>
          <pc:docMk/>
          <pc:sldMk cId="3982509774" sldId="743"/>
        </pc:sldMkLst>
        <pc:spChg chg="mod">
          <ac:chgData name="Fatima Ansarizadeh" userId="2e2f4077-aba0-49c7-b26f-c647714fbdc0" providerId="ADAL" clId="{4AF819A5-1A07-4075-8C4E-D726B4CE70A1}" dt="2026-09-18T02:59:30.032" v="359" actId="2711"/>
          <ac:spMkLst>
            <pc:docMk/>
            <pc:sldMk cId="3982509774" sldId="743"/>
            <ac:spMk id="5" creationId="{452B5E38-77F4-8C40-C207-888FEB970254}"/>
          </ac:spMkLst>
        </pc:spChg>
        <pc:spChg chg="mod">
          <ac:chgData name="Fatima Ansarizadeh" userId="2e2f4077-aba0-49c7-b26f-c647714fbdc0" providerId="ADAL" clId="{4AF819A5-1A07-4075-8C4E-D726B4CE70A1}" dt="2026-09-18T02:59:24.464" v="358" actId="2711"/>
          <ac:spMkLst>
            <pc:docMk/>
            <pc:sldMk cId="3982509774" sldId="743"/>
            <ac:spMk id="8" creationId="{ADEEA499-F603-20C8-D3A2-CFCBB1C94E87}"/>
          </ac:spMkLst>
        </pc:spChg>
      </pc:sldChg>
      <pc:sldChg chg="modSp del mod modShow">
        <pc:chgData name="Fatima Ansarizadeh" userId="2e2f4077-aba0-49c7-b26f-c647714fbdc0" providerId="ADAL" clId="{4AF819A5-1A07-4075-8C4E-D726B4CE70A1}" dt="2026-09-21T02:57:55.450" v="1658" actId="47"/>
        <pc:sldMkLst>
          <pc:docMk/>
          <pc:sldMk cId="973322668" sldId="744"/>
        </pc:sldMkLst>
        <pc:spChg chg="mod">
          <ac:chgData name="Fatima Ansarizadeh" userId="2e2f4077-aba0-49c7-b26f-c647714fbdc0" providerId="ADAL" clId="{4AF819A5-1A07-4075-8C4E-D726B4CE70A1}" dt="2026-09-18T03:00:56.489" v="364" actId="14100"/>
          <ac:spMkLst>
            <pc:docMk/>
            <pc:sldMk cId="973322668" sldId="744"/>
            <ac:spMk id="7" creationId="{EE42BA3C-21B2-A167-0EF1-38F9DD3B8283}"/>
          </ac:spMkLst>
        </pc:spChg>
        <pc:spChg chg="mod">
          <ac:chgData name="Fatima Ansarizadeh" userId="2e2f4077-aba0-49c7-b26f-c647714fbdc0" providerId="ADAL" clId="{4AF819A5-1A07-4075-8C4E-D726B4CE70A1}" dt="2026-09-18T03:00:59.488" v="365" actId="1076"/>
          <ac:spMkLst>
            <pc:docMk/>
            <pc:sldMk cId="973322668" sldId="744"/>
            <ac:spMk id="8" creationId="{ADEEA499-F603-20C8-D3A2-CFCBB1C94E87}"/>
          </ac:spMkLst>
        </pc:spChg>
      </pc:sldChg>
      <pc:sldChg chg="del mod modShow">
        <pc:chgData name="Fatima Ansarizadeh" userId="2e2f4077-aba0-49c7-b26f-c647714fbdc0" providerId="ADAL" clId="{4AF819A5-1A07-4075-8C4E-D726B4CE70A1}" dt="2026-09-21T00:10:02.979" v="1583" actId="47"/>
        <pc:sldMkLst>
          <pc:docMk/>
          <pc:sldMk cId="2465942652" sldId="747"/>
        </pc:sldMkLst>
      </pc:sldChg>
      <pc:sldChg chg="modNotesTx">
        <pc:chgData name="Fatima Ansarizadeh" userId="2e2f4077-aba0-49c7-b26f-c647714fbdc0" providerId="ADAL" clId="{4AF819A5-1A07-4075-8C4E-D726B4CE70A1}" dt="2026-09-20T23:48:44.035" v="1578" actId="113"/>
        <pc:sldMkLst>
          <pc:docMk/>
          <pc:sldMk cId="996468913" sldId="748"/>
        </pc:sldMkLst>
      </pc:sldChg>
      <pc:sldChg chg="del mod modShow">
        <pc:chgData name="Fatima Ansarizadeh" userId="2e2f4077-aba0-49c7-b26f-c647714fbdc0" providerId="ADAL" clId="{4AF819A5-1A07-4075-8C4E-D726B4CE70A1}" dt="2026-09-21T00:10:01.285" v="1582" actId="47"/>
        <pc:sldMkLst>
          <pc:docMk/>
          <pc:sldMk cId="1247839117" sldId="749"/>
        </pc:sldMkLst>
      </pc:sldChg>
      <pc:sldChg chg="addSp delSp modSp mod modNotesTx">
        <pc:chgData name="Fatima Ansarizadeh" userId="2e2f4077-aba0-49c7-b26f-c647714fbdc0" providerId="ADAL" clId="{4AF819A5-1A07-4075-8C4E-D726B4CE70A1}" dt="2026-09-21T00:15:06.182" v="1598" actId="27636"/>
        <pc:sldMkLst>
          <pc:docMk/>
          <pc:sldMk cId="4223581544" sldId="750"/>
        </pc:sldMkLst>
        <pc:spChg chg="mod">
          <ac:chgData name="Fatima Ansarizadeh" userId="2e2f4077-aba0-49c7-b26f-c647714fbdc0" providerId="ADAL" clId="{4AF819A5-1A07-4075-8C4E-D726B4CE70A1}" dt="2026-09-21T00:15:06.182" v="1598" actId="27636"/>
          <ac:spMkLst>
            <pc:docMk/>
            <pc:sldMk cId="4223581544" sldId="750"/>
            <ac:spMk id="3" creationId="{750F9454-EE68-C461-BFC0-2198DA38835D}"/>
          </ac:spMkLst>
        </pc:spChg>
        <pc:picChg chg="add mod">
          <ac:chgData name="Fatima Ansarizadeh" userId="2e2f4077-aba0-49c7-b26f-c647714fbdc0" providerId="ADAL" clId="{4AF819A5-1A07-4075-8C4E-D726B4CE70A1}" dt="2026-09-18T01:31:47.340" v="248" actId="1076"/>
          <ac:picMkLst>
            <pc:docMk/>
            <pc:sldMk cId="4223581544" sldId="750"/>
            <ac:picMk id="7" creationId="{B4AE439C-EF93-0884-0C13-CA00471EB4A9}"/>
          </ac:picMkLst>
        </pc:picChg>
        <pc:picChg chg="add mod">
          <ac:chgData name="Fatima Ansarizadeh" userId="2e2f4077-aba0-49c7-b26f-c647714fbdc0" providerId="ADAL" clId="{4AF819A5-1A07-4075-8C4E-D726B4CE70A1}" dt="2026-09-18T01:31:55.860" v="251" actId="1076"/>
          <ac:picMkLst>
            <pc:docMk/>
            <pc:sldMk cId="4223581544" sldId="750"/>
            <ac:picMk id="10" creationId="{875D2F3F-06F0-3ABC-F5FA-3FBB1FB4E104}"/>
          </ac:picMkLst>
        </pc:picChg>
      </pc:sldChg>
      <pc:sldChg chg="addSp delSp modSp mod ord modNotesTx">
        <pc:chgData name="Fatima Ansarizadeh" userId="2e2f4077-aba0-49c7-b26f-c647714fbdc0" providerId="ADAL" clId="{4AF819A5-1A07-4075-8C4E-D726B4CE70A1}" dt="2026-09-21T00:13:33.135" v="1590" actId="20577"/>
        <pc:sldMkLst>
          <pc:docMk/>
          <pc:sldMk cId="745895498" sldId="751"/>
        </pc:sldMkLst>
        <pc:spChg chg="mod">
          <ac:chgData name="Fatima Ansarizadeh" userId="2e2f4077-aba0-49c7-b26f-c647714fbdc0" providerId="ADAL" clId="{4AF819A5-1A07-4075-8C4E-D726B4CE70A1}" dt="2026-09-21T00:09:42.819" v="1581" actId="113"/>
          <ac:spMkLst>
            <pc:docMk/>
            <pc:sldMk cId="745895498" sldId="751"/>
            <ac:spMk id="8" creationId="{D766B5C6-8C67-192F-85A8-D364F845BF40}"/>
          </ac:spMkLst>
        </pc:spChg>
        <pc:inkChg chg="add">
          <ac:chgData name="Fatima Ansarizadeh" userId="2e2f4077-aba0-49c7-b26f-c647714fbdc0" providerId="ADAL" clId="{4AF819A5-1A07-4075-8C4E-D726B4CE70A1}" dt="2026-09-18T01:45:24.855" v="254"/>
          <ac:inkMkLst>
            <pc:docMk/>
            <pc:sldMk cId="745895498" sldId="751"/>
            <ac:inkMk id="4" creationId="{6E1C8852-8EE3-DAE9-7EF6-B356EED155DB}"/>
          </ac:inkMkLst>
        </pc:inkChg>
        <pc:inkChg chg="add">
          <ac:chgData name="Fatima Ansarizadeh" userId="2e2f4077-aba0-49c7-b26f-c647714fbdc0" providerId="ADAL" clId="{4AF819A5-1A07-4075-8C4E-D726B4CE70A1}" dt="2026-09-18T01:45:32.101" v="255" actId="9405"/>
          <ac:inkMkLst>
            <pc:docMk/>
            <pc:sldMk cId="745895498" sldId="751"/>
            <ac:inkMk id="5" creationId="{97325693-E003-D5DC-B543-7BE403174F5E}"/>
          </ac:inkMkLst>
        </pc:inkChg>
        <pc:inkChg chg="add">
          <ac:chgData name="Fatima Ansarizadeh" userId="2e2f4077-aba0-49c7-b26f-c647714fbdc0" providerId="ADAL" clId="{4AF819A5-1A07-4075-8C4E-D726B4CE70A1}" dt="2026-09-18T01:45:38.971" v="256" actId="9405"/>
          <ac:inkMkLst>
            <pc:docMk/>
            <pc:sldMk cId="745895498" sldId="751"/>
            <ac:inkMk id="6" creationId="{B80B6621-1FA5-C802-C43F-B72E03264C71}"/>
          </ac:inkMkLst>
        </pc:inkChg>
        <pc:inkChg chg="add">
          <ac:chgData name="Fatima Ansarizadeh" userId="2e2f4077-aba0-49c7-b26f-c647714fbdc0" providerId="ADAL" clId="{4AF819A5-1A07-4075-8C4E-D726B4CE70A1}" dt="2026-09-18T01:45:41.722" v="257" actId="9405"/>
          <ac:inkMkLst>
            <pc:docMk/>
            <pc:sldMk cId="745895498" sldId="751"/>
            <ac:inkMk id="9" creationId="{B049E65A-466D-ECFB-472B-4B8D1046DFBD}"/>
          </ac:inkMkLst>
        </pc:inkChg>
        <pc:inkChg chg="add">
          <ac:chgData name="Fatima Ansarizadeh" userId="2e2f4077-aba0-49c7-b26f-c647714fbdc0" providerId="ADAL" clId="{4AF819A5-1A07-4075-8C4E-D726B4CE70A1}" dt="2026-09-18T01:45:45.099" v="258" actId="9405"/>
          <ac:inkMkLst>
            <pc:docMk/>
            <pc:sldMk cId="745895498" sldId="751"/>
            <ac:inkMk id="10" creationId="{1E0E7972-1844-8CD6-C232-05613F7CD000}"/>
          </ac:inkMkLst>
        </pc:inkChg>
        <pc:inkChg chg="add">
          <ac:chgData name="Fatima Ansarizadeh" userId="2e2f4077-aba0-49c7-b26f-c647714fbdc0" providerId="ADAL" clId="{4AF819A5-1A07-4075-8C4E-D726B4CE70A1}" dt="2026-09-18T01:45:47.905" v="259" actId="9405"/>
          <ac:inkMkLst>
            <pc:docMk/>
            <pc:sldMk cId="745895498" sldId="751"/>
            <ac:inkMk id="11" creationId="{B2CA27EB-5E32-89DD-A618-2DE739C64576}"/>
          </ac:inkMkLst>
        </pc:inkChg>
        <pc:inkChg chg="add">
          <ac:chgData name="Fatima Ansarizadeh" userId="2e2f4077-aba0-49c7-b26f-c647714fbdc0" providerId="ADAL" clId="{4AF819A5-1A07-4075-8C4E-D726B4CE70A1}" dt="2026-09-18T01:45:49.946" v="260" actId="9405"/>
          <ac:inkMkLst>
            <pc:docMk/>
            <pc:sldMk cId="745895498" sldId="751"/>
            <ac:inkMk id="12" creationId="{D62967FB-2F15-2079-8466-423A46E3BCA4}"/>
          </ac:inkMkLst>
        </pc:inkChg>
        <pc:inkChg chg="add">
          <ac:chgData name="Fatima Ansarizadeh" userId="2e2f4077-aba0-49c7-b26f-c647714fbdc0" providerId="ADAL" clId="{4AF819A5-1A07-4075-8C4E-D726B4CE70A1}" dt="2026-09-18T01:45:53.352" v="261" actId="9405"/>
          <ac:inkMkLst>
            <pc:docMk/>
            <pc:sldMk cId="745895498" sldId="751"/>
            <ac:inkMk id="13" creationId="{01176866-86D3-1D21-B8F1-4BE3D78F5173}"/>
          </ac:inkMkLst>
        </pc:inkChg>
        <pc:inkChg chg="add">
          <ac:chgData name="Fatima Ansarizadeh" userId="2e2f4077-aba0-49c7-b26f-c647714fbdc0" providerId="ADAL" clId="{4AF819A5-1A07-4075-8C4E-D726B4CE70A1}" dt="2026-09-18T01:45:57.094" v="262" actId="9405"/>
          <ac:inkMkLst>
            <pc:docMk/>
            <pc:sldMk cId="745895498" sldId="751"/>
            <ac:inkMk id="14" creationId="{8F5F1DC7-62ED-1E11-5751-9FB0BC7F05B0}"/>
          </ac:inkMkLst>
        </pc:inkChg>
        <pc:inkChg chg="add">
          <ac:chgData name="Fatima Ansarizadeh" userId="2e2f4077-aba0-49c7-b26f-c647714fbdc0" providerId="ADAL" clId="{4AF819A5-1A07-4075-8C4E-D726B4CE70A1}" dt="2026-09-18T01:46:00.316" v="263" actId="9405"/>
          <ac:inkMkLst>
            <pc:docMk/>
            <pc:sldMk cId="745895498" sldId="751"/>
            <ac:inkMk id="15" creationId="{932F425C-7C6E-197B-2F3F-3EB5E5F24416}"/>
          </ac:inkMkLst>
        </pc:inkChg>
        <pc:inkChg chg="add">
          <ac:chgData name="Fatima Ansarizadeh" userId="2e2f4077-aba0-49c7-b26f-c647714fbdc0" providerId="ADAL" clId="{4AF819A5-1A07-4075-8C4E-D726B4CE70A1}" dt="2026-09-18T01:46:04.669" v="264" actId="9405"/>
          <ac:inkMkLst>
            <pc:docMk/>
            <pc:sldMk cId="745895498" sldId="751"/>
            <ac:inkMk id="16" creationId="{320F3B87-069F-5312-723C-6C95199051D0}"/>
          </ac:inkMkLst>
        </pc:inkChg>
      </pc:sldChg>
      <pc:sldChg chg="modSp mod modNotesTx">
        <pc:chgData name="Fatima Ansarizadeh" userId="2e2f4077-aba0-49c7-b26f-c647714fbdc0" providerId="ADAL" clId="{4AF819A5-1A07-4075-8C4E-D726B4CE70A1}" dt="2026-09-21T00:23:48.508" v="1602" actId="20577"/>
        <pc:sldMkLst>
          <pc:docMk/>
          <pc:sldMk cId="1734467755" sldId="752"/>
        </pc:sldMkLst>
        <pc:spChg chg="mod">
          <ac:chgData name="Fatima Ansarizadeh" userId="2e2f4077-aba0-49c7-b26f-c647714fbdc0" providerId="ADAL" clId="{4AF819A5-1A07-4075-8C4E-D726B4CE70A1}" dt="2026-09-18T02:07:26.478" v="316" actId="14100"/>
          <ac:spMkLst>
            <pc:docMk/>
            <pc:sldMk cId="1734467755" sldId="752"/>
            <ac:spMk id="3" creationId="{750F9454-EE68-C461-BFC0-2198DA38835D}"/>
          </ac:spMkLst>
        </pc:spChg>
        <pc:picChg chg="mod">
          <ac:chgData name="Fatima Ansarizadeh" userId="2e2f4077-aba0-49c7-b26f-c647714fbdc0" providerId="ADAL" clId="{4AF819A5-1A07-4075-8C4E-D726B4CE70A1}" dt="2026-09-18T02:01:58.453" v="299" actId="14100"/>
          <ac:picMkLst>
            <pc:docMk/>
            <pc:sldMk cId="1734467755" sldId="752"/>
            <ac:picMk id="4" creationId="{85229331-F9E6-A35A-4CFB-D003F8315163}"/>
          </ac:picMkLst>
        </pc:picChg>
      </pc:sldChg>
      <pc:sldChg chg="modSp del mod modShow modNotesTx">
        <pc:chgData name="Fatima Ansarizadeh" userId="2e2f4077-aba0-49c7-b26f-c647714fbdc0" providerId="ADAL" clId="{4AF819A5-1A07-4075-8C4E-D726B4CE70A1}" dt="2026-09-21T02:59:43.644" v="1664" actId="47"/>
        <pc:sldMkLst>
          <pc:docMk/>
          <pc:sldMk cId="860547149" sldId="753"/>
        </pc:sldMkLst>
        <pc:picChg chg="mod">
          <ac:chgData name="Fatima Ansarizadeh" userId="2e2f4077-aba0-49c7-b26f-c647714fbdc0" providerId="ADAL" clId="{4AF819A5-1A07-4075-8C4E-D726B4CE70A1}" dt="2026-09-18T02:19:36.088" v="332" actId="14100"/>
          <ac:picMkLst>
            <pc:docMk/>
            <pc:sldMk cId="860547149" sldId="753"/>
            <ac:picMk id="6" creationId="{868B1B12-6DAE-B153-7F81-EFD93A520B89}"/>
          </ac:picMkLst>
        </pc:picChg>
      </pc:sldChg>
      <pc:sldChg chg="del mod ord modShow">
        <pc:chgData name="Fatima Ansarizadeh" userId="2e2f4077-aba0-49c7-b26f-c647714fbdc0" providerId="ADAL" clId="{4AF819A5-1A07-4075-8C4E-D726B4CE70A1}" dt="2026-09-21T02:58:05.418" v="1663" actId="47"/>
        <pc:sldMkLst>
          <pc:docMk/>
          <pc:sldMk cId="1311827932" sldId="755"/>
        </pc:sldMkLst>
      </pc:sldChg>
      <pc:sldChg chg="del modNotesTx">
        <pc:chgData name="Fatima Ansarizadeh" userId="2e2f4077-aba0-49c7-b26f-c647714fbdc0" providerId="ADAL" clId="{4AF819A5-1A07-4075-8C4E-D726B4CE70A1}" dt="2026-09-21T00:17:11.256" v="1599" actId="47"/>
        <pc:sldMkLst>
          <pc:docMk/>
          <pc:sldMk cId="2036421027" sldId="760"/>
        </pc:sldMkLst>
      </pc:sldChg>
      <pc:sldChg chg="modSp del mod modShow">
        <pc:chgData name="Fatima Ansarizadeh" userId="2e2f4077-aba0-49c7-b26f-c647714fbdc0" providerId="ADAL" clId="{4AF819A5-1A07-4075-8C4E-D726B4CE70A1}" dt="2026-09-21T02:58:04.491" v="1662" actId="47"/>
        <pc:sldMkLst>
          <pc:docMk/>
          <pc:sldMk cId="2947888513" sldId="761"/>
        </pc:sldMkLst>
        <pc:spChg chg="mod">
          <ac:chgData name="Fatima Ansarizadeh" userId="2e2f4077-aba0-49c7-b26f-c647714fbdc0" providerId="ADAL" clId="{4AF819A5-1A07-4075-8C4E-D726B4CE70A1}" dt="2026-09-18T02:40:24.269" v="349" actId="20577"/>
          <ac:spMkLst>
            <pc:docMk/>
            <pc:sldMk cId="2947888513" sldId="761"/>
            <ac:spMk id="2" creationId="{C454B196-8A99-D1EF-051F-41053A297D78}"/>
          </ac:spMkLst>
        </pc:spChg>
      </pc:sldChg>
      <pc:sldChg chg="add del modNotesTx">
        <pc:chgData name="Fatima Ansarizadeh" userId="2e2f4077-aba0-49c7-b26f-c647714fbdc0" providerId="ADAL" clId="{4AF819A5-1A07-4075-8C4E-D726B4CE70A1}" dt="2026-09-20T23:32:22.241" v="1546" actId="20577"/>
        <pc:sldMkLst>
          <pc:docMk/>
          <pc:sldMk cId="2454103352" sldId="766"/>
        </pc:sldMkLst>
      </pc:sldChg>
      <pc:sldChg chg="addSp delSp modSp new mod">
        <pc:chgData name="Fatima Ansarizadeh" userId="2e2f4077-aba0-49c7-b26f-c647714fbdc0" providerId="ADAL" clId="{4AF819A5-1A07-4075-8C4E-D726B4CE70A1}" dt="2026-09-20T11:32:16.882" v="1471" actId="1076"/>
        <pc:sldMkLst>
          <pc:docMk/>
          <pc:sldMk cId="2386003270" sldId="785"/>
        </pc:sldMkLst>
        <pc:spChg chg="mod">
          <ac:chgData name="Fatima Ansarizadeh" userId="2e2f4077-aba0-49c7-b26f-c647714fbdc0" providerId="ADAL" clId="{4AF819A5-1A07-4075-8C4E-D726B4CE70A1}" dt="2026-09-19T02:39:02.401" v="692" actId="113"/>
          <ac:spMkLst>
            <pc:docMk/>
            <pc:sldMk cId="2386003270" sldId="785"/>
            <ac:spMk id="2" creationId="{93A0A6DA-3419-A897-C870-4DE8FDAFFA32}"/>
          </ac:spMkLst>
        </pc:spChg>
        <pc:spChg chg="mod">
          <ac:chgData name="Fatima Ansarizadeh" userId="2e2f4077-aba0-49c7-b26f-c647714fbdc0" providerId="ADAL" clId="{4AF819A5-1A07-4075-8C4E-D726B4CE70A1}" dt="2026-09-20T11:32:16.882" v="1471" actId="1076"/>
          <ac:spMkLst>
            <pc:docMk/>
            <pc:sldMk cId="2386003270" sldId="785"/>
            <ac:spMk id="3" creationId="{9160BAF3-5E39-30F3-64D2-E4E3E051F900}"/>
          </ac:spMkLst>
        </pc:spChg>
        <pc:picChg chg="add del">
          <ac:chgData name="Fatima Ansarizadeh" userId="2e2f4077-aba0-49c7-b26f-c647714fbdc0" providerId="ADAL" clId="{4AF819A5-1A07-4075-8C4E-D726B4CE70A1}" dt="2026-09-20T10:52:07.333" v="1455" actId="478"/>
          <ac:picMkLst>
            <pc:docMk/>
            <pc:sldMk cId="2386003270" sldId="785"/>
            <ac:picMk id="5" creationId="{A7EE3AEE-038B-BE8D-8FBD-DD7A345A2076}"/>
          </ac:picMkLst>
        </pc:picChg>
      </pc:sldChg>
      <pc:sldChg chg="modSp new del mod ord modShow">
        <pc:chgData name="Fatima Ansarizadeh" userId="2e2f4077-aba0-49c7-b26f-c647714fbdc0" providerId="ADAL" clId="{4AF819A5-1A07-4075-8C4E-D726B4CE70A1}" dt="2026-09-21T02:57:37.893" v="1654" actId="47"/>
        <pc:sldMkLst>
          <pc:docMk/>
          <pc:sldMk cId="2709060886" sldId="786"/>
        </pc:sldMkLst>
      </pc:sldChg>
      <pc:sldChg chg="addSp delSp modSp new mod">
        <pc:chgData name="Fatima Ansarizadeh" userId="2e2f4077-aba0-49c7-b26f-c647714fbdc0" providerId="ADAL" clId="{4AF819A5-1A07-4075-8C4E-D726B4CE70A1}" dt="2026-09-19T08:59:00.417" v="1451" actId="255"/>
        <pc:sldMkLst>
          <pc:docMk/>
          <pc:sldMk cId="2045630108" sldId="787"/>
        </pc:sldMkLst>
        <pc:spChg chg="mod">
          <ac:chgData name="Fatima Ansarizadeh" userId="2e2f4077-aba0-49c7-b26f-c647714fbdc0" providerId="ADAL" clId="{4AF819A5-1A07-4075-8C4E-D726B4CE70A1}" dt="2026-09-19T08:58:54.189" v="1450" actId="1076"/>
          <ac:spMkLst>
            <pc:docMk/>
            <pc:sldMk cId="2045630108" sldId="787"/>
            <ac:spMk id="2" creationId="{AAE34D30-5128-31F8-1997-0E4384B6E9C4}"/>
          </ac:spMkLst>
        </pc:spChg>
        <pc:spChg chg="add mod">
          <ac:chgData name="Fatima Ansarizadeh" userId="2e2f4077-aba0-49c7-b26f-c647714fbdc0" providerId="ADAL" clId="{4AF819A5-1A07-4075-8C4E-D726B4CE70A1}" dt="2026-09-19T08:59:00.417" v="1451" actId="255"/>
          <ac:spMkLst>
            <pc:docMk/>
            <pc:sldMk cId="2045630108" sldId="787"/>
            <ac:spMk id="7" creationId="{7B34A97A-A691-442A-8B62-FCAF39276623}"/>
          </ac:spMkLst>
        </pc:spChg>
        <pc:picChg chg="add mod">
          <ac:chgData name="Fatima Ansarizadeh" userId="2e2f4077-aba0-49c7-b26f-c647714fbdc0" providerId="ADAL" clId="{4AF819A5-1A07-4075-8C4E-D726B4CE70A1}" dt="2026-09-19T08:58:51.262" v="1449" actId="1076"/>
          <ac:picMkLst>
            <pc:docMk/>
            <pc:sldMk cId="2045630108" sldId="787"/>
            <ac:picMk id="12" creationId="{4F2ABF3B-0F5D-4148-B65F-FAF9A5B38603}"/>
          </ac:picMkLst>
        </pc:picChg>
      </pc:sldChg>
      <pc:sldChg chg="addSp delSp modSp new mod ord">
        <pc:chgData name="Fatima Ansarizadeh" userId="2e2f4077-aba0-49c7-b26f-c647714fbdc0" providerId="ADAL" clId="{4AF819A5-1A07-4075-8C4E-D726B4CE70A1}" dt="2026-09-21T00:56:07.850" v="1650"/>
        <pc:sldMkLst>
          <pc:docMk/>
          <pc:sldMk cId="3900405242" sldId="788"/>
        </pc:sldMkLst>
        <pc:spChg chg="mod">
          <ac:chgData name="Fatima Ansarizadeh" userId="2e2f4077-aba0-49c7-b26f-c647714fbdc0" providerId="ADAL" clId="{4AF819A5-1A07-4075-8C4E-D726B4CE70A1}" dt="2026-09-19T07:10:56.615" v="1375" actId="1076"/>
          <ac:spMkLst>
            <pc:docMk/>
            <pc:sldMk cId="3900405242" sldId="788"/>
            <ac:spMk id="2" creationId="{F436682A-123C-04EE-0354-662B363A9F2A}"/>
          </ac:spMkLst>
        </pc:spChg>
        <pc:spChg chg="add mod">
          <ac:chgData name="Fatima Ansarizadeh" userId="2e2f4077-aba0-49c7-b26f-c647714fbdc0" providerId="ADAL" clId="{4AF819A5-1A07-4075-8C4E-D726B4CE70A1}" dt="2026-09-19T07:12:02.441" v="1384" actId="14100"/>
          <ac:spMkLst>
            <pc:docMk/>
            <pc:sldMk cId="3900405242" sldId="788"/>
            <ac:spMk id="6" creationId="{C56F5B33-AD5A-8081-D2EB-4B71FB786DA5}"/>
          </ac:spMkLst>
        </pc:spChg>
        <pc:picChg chg="add mod">
          <ac:chgData name="Fatima Ansarizadeh" userId="2e2f4077-aba0-49c7-b26f-c647714fbdc0" providerId="ADAL" clId="{4AF819A5-1A07-4075-8C4E-D726B4CE70A1}" dt="2026-09-19T07:12:06.248" v="1386" actId="1076"/>
          <ac:picMkLst>
            <pc:docMk/>
            <pc:sldMk cId="3900405242" sldId="788"/>
            <ac:picMk id="7" creationId="{615CEFE5-49EF-1B34-96D2-6B6CC050008E}"/>
          </ac:picMkLst>
        </pc:picChg>
      </pc:sldChg>
    </pc:docChg>
  </pc:docChgLst>
</pc:chgInfo>
</file>

<file path=ppt/diagrams/_rels/data1.xml.rels>&#65279;<?xml version="1.0" encoding="utf-8"?><Relationships xmlns="http://schemas.openxmlformats.org/package/2006/relationships"><Relationship Type="http://schemas.openxmlformats.org/officeDocument/2006/relationships/image" Target="/ppt/media/image22.svg" Id="rId3" /><Relationship Type="http://schemas.openxmlformats.org/officeDocument/2006/relationships/image" Target="/ppt/media/image21.svg" Id="rId2" /><Relationship Type="http://schemas.openxmlformats.org/officeDocument/2006/relationships/image" Target="/ppt/media/image20.svg" Id="rId1" /></Relationships>
</file>

<file path=ppt/diagrams/_rels/data2.xml.rels>&#65279;<?xml version="1.0" encoding="utf-8"?><Relationships xmlns="http://schemas.openxmlformats.org/package/2006/relationships"><Relationship Type="http://schemas.openxmlformats.org/officeDocument/2006/relationships/image" Target="/ppt/media/image25.svg" Id="rId3" /><Relationship Type="http://schemas.openxmlformats.org/officeDocument/2006/relationships/image" Target="/ppt/media/image24.svg" Id="rId2" /><Relationship Type="http://schemas.openxmlformats.org/officeDocument/2006/relationships/image" Target="/ppt/media/image23.svg" Id="rId1" /><Relationship Type="http://schemas.openxmlformats.org/officeDocument/2006/relationships/image" Target="/ppt/media/image26.svg" Id="rId4" /></Relationships>
</file>

<file path=ppt/diagrams/_rels/drawing1.xml.rels>&#65279;<?xml version="1.0" encoding="utf-8"?><Relationships xmlns="http://schemas.openxmlformats.org/package/2006/relationships"><Relationship Type="http://schemas.openxmlformats.org/officeDocument/2006/relationships/image" Target="/ppt/media/image22.svg" Id="rId3" /><Relationship Type="http://schemas.openxmlformats.org/officeDocument/2006/relationships/image" Target="/ppt/media/image21.svg" Id="rId2" /><Relationship Type="http://schemas.openxmlformats.org/officeDocument/2006/relationships/image" Target="/ppt/media/image20.svg" Id="rId1" /></Relationships>
</file>

<file path=ppt/diagrams/_rels/drawing2.xml.rels>&#65279;<?xml version="1.0" encoding="utf-8"?><Relationships xmlns="http://schemas.openxmlformats.org/package/2006/relationships"><Relationship Type="http://schemas.openxmlformats.org/officeDocument/2006/relationships/image" Target="/ppt/media/image25.svg" Id="rId3" /><Relationship Type="http://schemas.openxmlformats.org/officeDocument/2006/relationships/image" Target="/ppt/media/image24.svg" Id="rId2" /><Relationship Type="http://schemas.openxmlformats.org/officeDocument/2006/relationships/image" Target="/ppt/media/image23.svg" Id="rId1" /><Relationship Type="http://schemas.openxmlformats.org/officeDocument/2006/relationships/image" Target="/ppt/media/image26.svg" Id="rId4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B270D6-3391-4188-8FE0-6E6A35954D9D}" type="doc">
      <dgm:prSet loTypeId="urn:microsoft.com/office/officeart/2018/2/layout/IconVerticalSolidList" loCatId="icon" qsTypeId="urn:microsoft.com/office/officeart/2005/8/quickstyle/simple1#4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E8AE692C-FE40-404E-A167-7659B05FBF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remarkable progress in AI has opened the </a:t>
          </a:r>
          <a:r>
            <a:rPr lang="en-US" dirty="0">
              <a:highlight>
                <a:srgbClr val="FFFF00"/>
              </a:highlight>
            </a:rPr>
            <a:t>doors to new opportunities</a:t>
          </a:r>
          <a:r>
            <a:rPr lang="en-US" dirty="0"/>
            <a:t>, and some </a:t>
          </a:r>
          <a:r>
            <a:rPr lang="en-US" dirty="0">
              <a:highlight>
                <a:srgbClr val="FFFF00"/>
              </a:highlight>
            </a:rPr>
            <a:t>dark possibilities</a:t>
          </a:r>
          <a:r>
            <a:rPr lang="en-US" dirty="0"/>
            <a:t>. </a:t>
          </a:r>
        </a:p>
      </dgm:t>
    </dgm:pt>
    <dgm:pt modelId="{D0497E9F-27C1-4184-840D-CB0D16FE9A27}" type="parTrans" cxnId="{10FDD39C-11EE-4BAA-AF75-7E8F103BEACF}">
      <dgm:prSet/>
      <dgm:spPr/>
      <dgm:t>
        <a:bodyPr/>
        <a:lstStyle/>
        <a:p>
          <a:endParaRPr lang="en-US"/>
        </a:p>
      </dgm:t>
    </dgm:pt>
    <dgm:pt modelId="{2DE7A79E-FE20-4228-9971-F6E8E9B97873}" type="sibTrans" cxnId="{10FDD39C-11EE-4BAA-AF75-7E8F103BEACF}">
      <dgm:prSet/>
      <dgm:spPr/>
      <dgm:t>
        <a:bodyPr/>
        <a:lstStyle/>
        <a:p>
          <a:endParaRPr lang="en-US"/>
        </a:p>
      </dgm:t>
    </dgm:pt>
    <dgm:pt modelId="{E2661BE7-D91A-45A7-B9FB-BB1372654A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However, a </a:t>
          </a:r>
          <a:r>
            <a:rPr lang="en-US" dirty="0">
              <a:highlight>
                <a:srgbClr val="FFFF00"/>
              </a:highlight>
            </a:rPr>
            <a:t>bright future </a:t>
          </a:r>
          <a:r>
            <a:rPr lang="en-US" dirty="0"/>
            <a:t>awaits AI researchers, developers, business leaders, policy-makers, and others who build on AI algorithms by </a:t>
          </a:r>
          <a:r>
            <a:rPr lang="en-US" dirty="0">
              <a:highlight>
                <a:srgbClr val="FFFF00"/>
              </a:highlight>
            </a:rPr>
            <a:t>including HCAI </a:t>
          </a:r>
          <a:r>
            <a:rPr lang="en-US" dirty="0"/>
            <a:t>strategies of design and testing. </a:t>
          </a:r>
        </a:p>
      </dgm:t>
    </dgm:pt>
    <dgm:pt modelId="{8D2BB057-68CB-406F-9931-DB662EB81CFE}" type="parTrans" cxnId="{141B01F7-D60A-4F78-BAF2-279BF9AAB1EB}">
      <dgm:prSet/>
      <dgm:spPr/>
      <dgm:t>
        <a:bodyPr/>
        <a:lstStyle/>
        <a:p>
          <a:endParaRPr lang="en-US"/>
        </a:p>
      </dgm:t>
    </dgm:pt>
    <dgm:pt modelId="{C649FB25-A2F6-429A-987D-F161D6130546}" type="sibTrans" cxnId="{141B01F7-D60A-4F78-BAF2-279BF9AAB1EB}">
      <dgm:prSet/>
      <dgm:spPr/>
      <dgm:t>
        <a:bodyPr/>
        <a:lstStyle/>
        <a:p>
          <a:endParaRPr lang="en-US"/>
        </a:p>
      </dgm:t>
    </dgm:pt>
    <dgm:pt modelId="{B3E4EA47-6522-46C4-9B56-DD9EA2DA36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enlarged vision can shape the future of technology so as to </a:t>
          </a:r>
          <a:r>
            <a:rPr lang="en-US" dirty="0">
              <a:highlight>
                <a:srgbClr val="FFFF00"/>
              </a:highlight>
            </a:rPr>
            <a:t>better serve human values and needs</a:t>
          </a:r>
          <a:r>
            <a:rPr lang="en-US" dirty="0"/>
            <a:t>; the goal is </a:t>
          </a:r>
          <a:r>
            <a:rPr lang="en-US" dirty="0">
              <a:highlight>
                <a:srgbClr val="FFFF00"/>
              </a:highlight>
            </a:rPr>
            <a:t>not to replace people </a:t>
          </a:r>
          <a:r>
            <a:rPr lang="en-US" dirty="0"/>
            <a:t>but to </a:t>
          </a:r>
          <a:r>
            <a:rPr lang="en-US" dirty="0">
              <a:highlight>
                <a:srgbClr val="FFFF00"/>
              </a:highlight>
            </a:rPr>
            <a:t>empower them </a:t>
          </a:r>
          <a:r>
            <a:rPr lang="en-US" dirty="0"/>
            <a:t>by making design choices that give humans control over technology.</a:t>
          </a:r>
        </a:p>
      </dgm:t>
    </dgm:pt>
    <dgm:pt modelId="{AD1FD41C-2E8E-4AC5-84B0-70DFFD2C7DA3}" type="parTrans" cxnId="{1C28D225-CD7C-412E-BF5D-06577E73CFC4}">
      <dgm:prSet/>
      <dgm:spPr/>
      <dgm:t>
        <a:bodyPr/>
        <a:lstStyle/>
        <a:p>
          <a:endParaRPr lang="en-US"/>
        </a:p>
      </dgm:t>
    </dgm:pt>
    <dgm:pt modelId="{4AF27EBA-ED7C-4893-B0F7-30BEBF02958C}" type="sibTrans" cxnId="{1C28D225-CD7C-412E-BF5D-06577E73CFC4}">
      <dgm:prSet/>
      <dgm:spPr/>
      <dgm:t>
        <a:bodyPr/>
        <a:lstStyle/>
        <a:p>
          <a:endParaRPr lang="en-US"/>
        </a:p>
      </dgm:t>
    </dgm:pt>
    <dgm:pt modelId="{92AB9A72-13C5-4AA9-8C11-103F92484F9F}" type="pres">
      <dgm:prSet presAssocID="{75B270D6-3391-4188-8FE0-6E6A35954D9D}" presName="root" presStyleCnt="0">
        <dgm:presLayoutVars>
          <dgm:dir/>
          <dgm:resizeHandles val="exact"/>
        </dgm:presLayoutVars>
      </dgm:prSet>
      <dgm:spPr/>
    </dgm:pt>
    <dgm:pt modelId="{8FF6004C-2C06-4F64-B8E9-C0701A825B29}" type="pres">
      <dgm:prSet presAssocID="{E8AE692C-FE40-404E-A167-7659B05FBF55}" presName="compNode" presStyleCnt="0"/>
      <dgm:spPr/>
    </dgm:pt>
    <dgm:pt modelId="{71F56238-ABC3-4965-B076-11C4A95ED3AE}" type="pres">
      <dgm:prSet presAssocID="{E8AE692C-FE40-404E-A167-7659B05FBF55}" presName="bgRect" presStyleLbl="bgShp" presStyleIdx="0" presStyleCnt="3"/>
      <dgm:spPr/>
    </dgm:pt>
    <dgm:pt modelId="{AA2D79FA-544E-4A50-9D8F-5E4B128F282E}" type="pres">
      <dgm:prSet presAssocID="{E8AE692C-FE40-404E-A167-7659B05FBF5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2D336A37-1D81-4B02-B84E-B5EE4E93017C}" type="pres">
      <dgm:prSet presAssocID="{E8AE692C-FE40-404E-A167-7659B05FBF55}" presName="spaceRect" presStyleCnt="0"/>
      <dgm:spPr/>
    </dgm:pt>
    <dgm:pt modelId="{7BCAEEB2-CFC8-424F-A08B-82B7A4F16621}" type="pres">
      <dgm:prSet presAssocID="{E8AE692C-FE40-404E-A167-7659B05FBF55}" presName="parTx" presStyleLbl="revTx" presStyleIdx="0" presStyleCnt="3">
        <dgm:presLayoutVars>
          <dgm:chMax val="0"/>
          <dgm:chPref val="0"/>
        </dgm:presLayoutVars>
      </dgm:prSet>
      <dgm:spPr/>
    </dgm:pt>
    <dgm:pt modelId="{B2E56057-7646-4F8D-B061-25AD83997909}" type="pres">
      <dgm:prSet presAssocID="{2DE7A79E-FE20-4228-9971-F6E8E9B97873}" presName="sibTrans" presStyleCnt="0"/>
      <dgm:spPr/>
    </dgm:pt>
    <dgm:pt modelId="{C9FFF667-A3E1-4CB7-A81D-91D194A24323}" type="pres">
      <dgm:prSet presAssocID="{E2661BE7-D91A-45A7-B9FB-BB1372654A07}" presName="compNode" presStyleCnt="0"/>
      <dgm:spPr/>
    </dgm:pt>
    <dgm:pt modelId="{D06E0B4B-50B0-44F2-A74E-148B0E681256}" type="pres">
      <dgm:prSet presAssocID="{E2661BE7-D91A-45A7-B9FB-BB1372654A07}" presName="bgRect" presStyleLbl="bgShp" presStyleIdx="1" presStyleCnt="3"/>
      <dgm:spPr/>
    </dgm:pt>
    <dgm:pt modelId="{881DA206-BCF7-4BB2-A11A-19E521F8D814}" type="pres">
      <dgm:prSet presAssocID="{E2661BE7-D91A-45A7-B9FB-BB1372654A0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04F8DD5C-9822-465B-96AC-FB6C7FD02A8F}" type="pres">
      <dgm:prSet presAssocID="{E2661BE7-D91A-45A7-B9FB-BB1372654A07}" presName="spaceRect" presStyleCnt="0"/>
      <dgm:spPr/>
    </dgm:pt>
    <dgm:pt modelId="{F004CB76-E69E-4F4B-931A-E12FFEE95C12}" type="pres">
      <dgm:prSet presAssocID="{E2661BE7-D91A-45A7-B9FB-BB1372654A07}" presName="parTx" presStyleLbl="revTx" presStyleIdx="1" presStyleCnt="3">
        <dgm:presLayoutVars>
          <dgm:chMax val="0"/>
          <dgm:chPref val="0"/>
        </dgm:presLayoutVars>
      </dgm:prSet>
      <dgm:spPr/>
    </dgm:pt>
    <dgm:pt modelId="{3E698147-1991-4E99-AC21-DD4BBFCE9FD5}" type="pres">
      <dgm:prSet presAssocID="{C649FB25-A2F6-429A-987D-F161D6130546}" presName="sibTrans" presStyleCnt="0"/>
      <dgm:spPr/>
    </dgm:pt>
    <dgm:pt modelId="{1AC0A43D-E7F6-4775-8C55-D64C33273DEE}" type="pres">
      <dgm:prSet presAssocID="{B3E4EA47-6522-46C4-9B56-DD9EA2DA36B0}" presName="compNode" presStyleCnt="0"/>
      <dgm:spPr/>
    </dgm:pt>
    <dgm:pt modelId="{15097674-DA04-4D66-9356-42267D67966F}" type="pres">
      <dgm:prSet presAssocID="{B3E4EA47-6522-46C4-9B56-DD9EA2DA36B0}" presName="bgRect" presStyleLbl="bgShp" presStyleIdx="2" presStyleCnt="3"/>
      <dgm:spPr/>
    </dgm:pt>
    <dgm:pt modelId="{B57E69AC-9DEB-4DF4-A604-E90FEB038D1F}" type="pres">
      <dgm:prSet presAssocID="{B3E4EA47-6522-46C4-9B56-DD9EA2DA36B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D33DFEF5-1A76-4DF2-B356-A47BE86307C2}" type="pres">
      <dgm:prSet presAssocID="{B3E4EA47-6522-46C4-9B56-DD9EA2DA36B0}" presName="spaceRect" presStyleCnt="0"/>
      <dgm:spPr/>
    </dgm:pt>
    <dgm:pt modelId="{D8676E56-14DD-44A4-812E-1228ADD6155C}" type="pres">
      <dgm:prSet presAssocID="{B3E4EA47-6522-46C4-9B56-DD9EA2DA36B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A453002-5897-4E9E-AED7-66BDC4A7C18F}" type="presOf" srcId="{E2661BE7-D91A-45A7-B9FB-BB1372654A07}" destId="{F004CB76-E69E-4F4B-931A-E12FFEE95C12}" srcOrd="0" destOrd="0" presId="urn:microsoft.com/office/officeart/2018/2/layout/IconVerticalSolidList"/>
    <dgm:cxn modelId="{1C28D225-CD7C-412E-BF5D-06577E73CFC4}" srcId="{75B270D6-3391-4188-8FE0-6E6A35954D9D}" destId="{B3E4EA47-6522-46C4-9B56-DD9EA2DA36B0}" srcOrd="2" destOrd="0" parTransId="{AD1FD41C-2E8E-4AC5-84B0-70DFFD2C7DA3}" sibTransId="{4AF27EBA-ED7C-4893-B0F7-30BEBF02958C}"/>
    <dgm:cxn modelId="{09A0C880-C878-42E7-B134-8C27AC1BE170}" type="presOf" srcId="{E8AE692C-FE40-404E-A167-7659B05FBF55}" destId="{7BCAEEB2-CFC8-424F-A08B-82B7A4F16621}" srcOrd="0" destOrd="0" presId="urn:microsoft.com/office/officeart/2018/2/layout/IconVerticalSolidList"/>
    <dgm:cxn modelId="{B538348E-9AC8-4575-8B93-476C6BF1AAFE}" type="presOf" srcId="{75B270D6-3391-4188-8FE0-6E6A35954D9D}" destId="{92AB9A72-13C5-4AA9-8C11-103F92484F9F}" srcOrd="0" destOrd="0" presId="urn:microsoft.com/office/officeart/2018/2/layout/IconVerticalSolidList"/>
    <dgm:cxn modelId="{10FDD39C-11EE-4BAA-AF75-7E8F103BEACF}" srcId="{75B270D6-3391-4188-8FE0-6E6A35954D9D}" destId="{E8AE692C-FE40-404E-A167-7659B05FBF55}" srcOrd="0" destOrd="0" parTransId="{D0497E9F-27C1-4184-840D-CB0D16FE9A27}" sibTransId="{2DE7A79E-FE20-4228-9971-F6E8E9B97873}"/>
    <dgm:cxn modelId="{E03D5DA3-3831-4CFA-8304-E361196696DD}" type="presOf" srcId="{B3E4EA47-6522-46C4-9B56-DD9EA2DA36B0}" destId="{D8676E56-14DD-44A4-812E-1228ADD6155C}" srcOrd="0" destOrd="0" presId="urn:microsoft.com/office/officeart/2018/2/layout/IconVerticalSolidList"/>
    <dgm:cxn modelId="{141B01F7-D60A-4F78-BAF2-279BF9AAB1EB}" srcId="{75B270D6-3391-4188-8FE0-6E6A35954D9D}" destId="{E2661BE7-D91A-45A7-B9FB-BB1372654A07}" srcOrd="1" destOrd="0" parTransId="{8D2BB057-68CB-406F-9931-DB662EB81CFE}" sibTransId="{C649FB25-A2F6-429A-987D-F161D6130546}"/>
    <dgm:cxn modelId="{A2F3BC33-5C6C-455B-93E5-C5795AAE9CAC}" type="presParOf" srcId="{92AB9A72-13C5-4AA9-8C11-103F92484F9F}" destId="{8FF6004C-2C06-4F64-B8E9-C0701A825B29}" srcOrd="0" destOrd="0" presId="urn:microsoft.com/office/officeart/2018/2/layout/IconVerticalSolidList"/>
    <dgm:cxn modelId="{3A5B4870-4781-401B-8C7A-AFEFA5F53802}" type="presParOf" srcId="{8FF6004C-2C06-4F64-B8E9-C0701A825B29}" destId="{71F56238-ABC3-4965-B076-11C4A95ED3AE}" srcOrd="0" destOrd="0" presId="urn:microsoft.com/office/officeart/2018/2/layout/IconVerticalSolidList"/>
    <dgm:cxn modelId="{B1E50C3F-B47E-4F70-A3BE-AA317985BD96}" type="presParOf" srcId="{8FF6004C-2C06-4F64-B8E9-C0701A825B29}" destId="{AA2D79FA-544E-4A50-9D8F-5E4B128F282E}" srcOrd="1" destOrd="0" presId="urn:microsoft.com/office/officeart/2018/2/layout/IconVerticalSolidList"/>
    <dgm:cxn modelId="{F5C140C3-9594-4DE3-94C9-79B2A60EE14A}" type="presParOf" srcId="{8FF6004C-2C06-4F64-B8E9-C0701A825B29}" destId="{2D336A37-1D81-4B02-B84E-B5EE4E93017C}" srcOrd="2" destOrd="0" presId="urn:microsoft.com/office/officeart/2018/2/layout/IconVerticalSolidList"/>
    <dgm:cxn modelId="{C3F1267A-B67A-4655-A416-343F7E6E5ACE}" type="presParOf" srcId="{8FF6004C-2C06-4F64-B8E9-C0701A825B29}" destId="{7BCAEEB2-CFC8-424F-A08B-82B7A4F16621}" srcOrd="3" destOrd="0" presId="urn:microsoft.com/office/officeart/2018/2/layout/IconVerticalSolidList"/>
    <dgm:cxn modelId="{2BD276E1-DCB6-4FE9-8B35-9D48FEF05369}" type="presParOf" srcId="{92AB9A72-13C5-4AA9-8C11-103F92484F9F}" destId="{B2E56057-7646-4F8D-B061-25AD83997909}" srcOrd="1" destOrd="0" presId="urn:microsoft.com/office/officeart/2018/2/layout/IconVerticalSolidList"/>
    <dgm:cxn modelId="{A646CDFB-B0E8-409A-9D97-5B6D806D0257}" type="presParOf" srcId="{92AB9A72-13C5-4AA9-8C11-103F92484F9F}" destId="{C9FFF667-A3E1-4CB7-A81D-91D194A24323}" srcOrd="2" destOrd="0" presId="urn:microsoft.com/office/officeart/2018/2/layout/IconVerticalSolidList"/>
    <dgm:cxn modelId="{2C8E0A5E-A1C2-4C96-AD60-2BFC5C8E9DD8}" type="presParOf" srcId="{C9FFF667-A3E1-4CB7-A81D-91D194A24323}" destId="{D06E0B4B-50B0-44F2-A74E-148B0E681256}" srcOrd="0" destOrd="0" presId="urn:microsoft.com/office/officeart/2018/2/layout/IconVerticalSolidList"/>
    <dgm:cxn modelId="{F1179E39-C117-4A45-84BF-FC6552AFD4E5}" type="presParOf" srcId="{C9FFF667-A3E1-4CB7-A81D-91D194A24323}" destId="{881DA206-BCF7-4BB2-A11A-19E521F8D814}" srcOrd="1" destOrd="0" presId="urn:microsoft.com/office/officeart/2018/2/layout/IconVerticalSolidList"/>
    <dgm:cxn modelId="{02ED2598-8905-4B47-B37C-1D01EB0182DF}" type="presParOf" srcId="{C9FFF667-A3E1-4CB7-A81D-91D194A24323}" destId="{04F8DD5C-9822-465B-96AC-FB6C7FD02A8F}" srcOrd="2" destOrd="0" presId="urn:microsoft.com/office/officeart/2018/2/layout/IconVerticalSolidList"/>
    <dgm:cxn modelId="{8C47F305-E8E8-41BC-B7D3-A73121D81276}" type="presParOf" srcId="{C9FFF667-A3E1-4CB7-A81D-91D194A24323}" destId="{F004CB76-E69E-4F4B-931A-E12FFEE95C12}" srcOrd="3" destOrd="0" presId="urn:microsoft.com/office/officeart/2018/2/layout/IconVerticalSolidList"/>
    <dgm:cxn modelId="{7F0C2131-7332-449E-8773-52A9F2F172B0}" type="presParOf" srcId="{92AB9A72-13C5-4AA9-8C11-103F92484F9F}" destId="{3E698147-1991-4E99-AC21-DD4BBFCE9FD5}" srcOrd="3" destOrd="0" presId="urn:microsoft.com/office/officeart/2018/2/layout/IconVerticalSolidList"/>
    <dgm:cxn modelId="{E4F35207-C403-4071-B922-207CB6DA809C}" type="presParOf" srcId="{92AB9A72-13C5-4AA9-8C11-103F92484F9F}" destId="{1AC0A43D-E7F6-4775-8C55-D64C33273DEE}" srcOrd="4" destOrd="0" presId="urn:microsoft.com/office/officeart/2018/2/layout/IconVerticalSolidList"/>
    <dgm:cxn modelId="{C5413BDE-ED68-4208-BBEA-4358B7525932}" type="presParOf" srcId="{1AC0A43D-E7F6-4775-8C55-D64C33273DEE}" destId="{15097674-DA04-4D66-9356-42267D67966F}" srcOrd="0" destOrd="0" presId="urn:microsoft.com/office/officeart/2018/2/layout/IconVerticalSolidList"/>
    <dgm:cxn modelId="{F4179441-B68D-4BD9-BEA6-57D7D2AA981E}" type="presParOf" srcId="{1AC0A43D-E7F6-4775-8C55-D64C33273DEE}" destId="{B57E69AC-9DEB-4DF4-A604-E90FEB038D1F}" srcOrd="1" destOrd="0" presId="urn:microsoft.com/office/officeart/2018/2/layout/IconVerticalSolidList"/>
    <dgm:cxn modelId="{AA43FF53-7A1F-41FE-A1D7-498419E2A949}" type="presParOf" srcId="{1AC0A43D-E7F6-4775-8C55-D64C33273DEE}" destId="{D33DFEF5-1A76-4DF2-B356-A47BE86307C2}" srcOrd="2" destOrd="0" presId="urn:microsoft.com/office/officeart/2018/2/layout/IconVerticalSolidList"/>
    <dgm:cxn modelId="{9E69C21D-674D-4623-A3B7-A647F40B516D}" type="presParOf" srcId="{1AC0A43D-E7F6-4775-8C55-D64C33273DEE}" destId="{D8676E56-14DD-44A4-812E-1228ADD615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20B51F-67AB-47D4-A195-DEEB0AE06E83}" type="doc">
      <dgm:prSet loTypeId="urn:microsoft.com/office/officeart/2018/2/layout/IconVerticalSolidList" loCatId="icon" qsTypeId="urn:microsoft.com/office/officeart/2005/8/quickstyle/simple1#6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DFC28C3D-C2F3-4BAC-B103-88A020680C2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Reliable systems based on sound software</a:t>
          </a:r>
        </a:p>
      </dgm:t>
    </dgm:pt>
    <dgm:pt modelId="{2AAAE537-3BE4-4B53-851A-178679BD9698}" type="parTrans" cxnId="{11B4838D-A84F-4FB3-8CF1-2E61CC46C080}">
      <dgm:prSet/>
      <dgm:spPr/>
      <dgm:t>
        <a:bodyPr/>
        <a:lstStyle/>
        <a:p>
          <a:endParaRPr lang="en-US" sz="2000"/>
        </a:p>
      </dgm:t>
    </dgm:pt>
    <dgm:pt modelId="{21E42305-B5D9-4CA6-BDDA-72D5C8A8C5BA}" type="sibTrans" cxnId="{11B4838D-A84F-4FB3-8CF1-2E61CC46C080}">
      <dgm:prSet/>
      <dgm:spPr/>
      <dgm:t>
        <a:bodyPr/>
        <a:lstStyle/>
        <a:p>
          <a:endParaRPr lang="en-US" sz="2000"/>
        </a:p>
      </dgm:t>
    </dgm:pt>
    <dgm:pt modelId="{F83AC02F-F637-415C-819D-FE7B85ABA8A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Safety culture through business management strategies </a:t>
          </a:r>
        </a:p>
      </dgm:t>
    </dgm:pt>
    <dgm:pt modelId="{A117BF06-65F2-412E-913F-516DDD9399B0}" type="parTrans" cxnId="{47DA7E2F-FBF7-498A-9D8F-2D862EF20D73}">
      <dgm:prSet/>
      <dgm:spPr/>
      <dgm:t>
        <a:bodyPr/>
        <a:lstStyle/>
        <a:p>
          <a:endParaRPr lang="en-US" sz="2000"/>
        </a:p>
      </dgm:t>
    </dgm:pt>
    <dgm:pt modelId="{EC14BC0F-ACFF-47D8-9D32-0FD3D106BE21}" type="sibTrans" cxnId="{47DA7E2F-FBF7-498A-9D8F-2D862EF20D73}">
      <dgm:prSet/>
      <dgm:spPr/>
      <dgm:t>
        <a:bodyPr/>
        <a:lstStyle/>
        <a:p>
          <a:endParaRPr lang="en-US" sz="2000"/>
        </a:p>
      </dgm:t>
    </dgm:pt>
    <dgm:pt modelId="{266E4340-709C-4FAE-99BF-AA9830C2054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Trustworthy certification by independent oversight</a:t>
          </a:r>
        </a:p>
      </dgm:t>
    </dgm:pt>
    <dgm:pt modelId="{ACDD8BAC-8FB5-4026-B9ED-F918DF3FE9FC}" type="parTrans" cxnId="{0594AB4A-E7AC-4EBA-A7F5-9C58BE6DB093}">
      <dgm:prSet/>
      <dgm:spPr/>
      <dgm:t>
        <a:bodyPr/>
        <a:lstStyle/>
        <a:p>
          <a:endParaRPr lang="en-US" sz="2000"/>
        </a:p>
      </dgm:t>
    </dgm:pt>
    <dgm:pt modelId="{B96CA72C-36BA-4E6E-8CAA-C0BEB88C3267}" type="sibTrans" cxnId="{0594AB4A-E7AC-4EBA-A7F5-9C58BE6DB093}">
      <dgm:prSet/>
      <dgm:spPr/>
      <dgm:t>
        <a:bodyPr/>
        <a:lstStyle/>
        <a:p>
          <a:endParaRPr lang="en-US" sz="2000"/>
        </a:p>
      </dgm:t>
    </dgm:pt>
    <dgm:pt modelId="{56E74430-6A41-4E46-B23F-257DE8ACC35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/>
            <a:t>Regulation by government bodies.</a:t>
          </a:r>
        </a:p>
      </dgm:t>
    </dgm:pt>
    <dgm:pt modelId="{AFAD6811-F1A3-4F4A-9538-14C9E675D8DF}" type="parTrans" cxnId="{C846E2FB-2ED8-43F5-B671-4F2626242081}">
      <dgm:prSet/>
      <dgm:spPr/>
      <dgm:t>
        <a:bodyPr/>
        <a:lstStyle/>
        <a:p>
          <a:endParaRPr lang="en-US" sz="2000"/>
        </a:p>
      </dgm:t>
    </dgm:pt>
    <dgm:pt modelId="{F552E4A2-6142-4E41-944F-8C4604EE624A}" type="sibTrans" cxnId="{C846E2FB-2ED8-43F5-B671-4F2626242081}">
      <dgm:prSet/>
      <dgm:spPr/>
      <dgm:t>
        <a:bodyPr/>
        <a:lstStyle/>
        <a:p>
          <a:endParaRPr lang="en-US" sz="2000"/>
        </a:p>
      </dgm:t>
    </dgm:pt>
    <dgm:pt modelId="{94D59C2F-DB6A-468F-B354-43F857074B06}" type="pres">
      <dgm:prSet presAssocID="{9C20B51F-67AB-47D4-A195-DEEB0AE06E83}" presName="root" presStyleCnt="0">
        <dgm:presLayoutVars>
          <dgm:dir/>
          <dgm:resizeHandles val="exact"/>
        </dgm:presLayoutVars>
      </dgm:prSet>
      <dgm:spPr/>
    </dgm:pt>
    <dgm:pt modelId="{AC80FB3A-9940-4997-8A52-6F3D311B0F2C}" type="pres">
      <dgm:prSet presAssocID="{DFC28C3D-C2F3-4BAC-B103-88A020680C20}" presName="compNode" presStyleCnt="0"/>
      <dgm:spPr/>
    </dgm:pt>
    <dgm:pt modelId="{67C054E3-AE5C-434F-8CCA-3EA55A88C16A}" type="pres">
      <dgm:prSet presAssocID="{DFC28C3D-C2F3-4BAC-B103-88A020680C20}" presName="bgRect" presStyleLbl="bgShp" presStyleIdx="0" presStyleCnt="4"/>
      <dgm:spPr/>
    </dgm:pt>
    <dgm:pt modelId="{6B19816E-BDA2-4AD2-B798-05162049BAD4}" type="pres">
      <dgm:prSet presAssocID="{DFC28C3D-C2F3-4BAC-B103-88A020680C2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9443903-8D91-4473-B933-49AC1B56BA9E}" type="pres">
      <dgm:prSet presAssocID="{DFC28C3D-C2F3-4BAC-B103-88A020680C20}" presName="spaceRect" presStyleCnt="0"/>
      <dgm:spPr/>
    </dgm:pt>
    <dgm:pt modelId="{8CE9B1E6-04A8-4952-A0F7-7B4360130FD5}" type="pres">
      <dgm:prSet presAssocID="{DFC28C3D-C2F3-4BAC-B103-88A020680C20}" presName="parTx" presStyleLbl="revTx" presStyleIdx="0" presStyleCnt="4">
        <dgm:presLayoutVars>
          <dgm:chMax val="0"/>
          <dgm:chPref val="0"/>
        </dgm:presLayoutVars>
      </dgm:prSet>
      <dgm:spPr/>
    </dgm:pt>
    <dgm:pt modelId="{DEC93FCD-520C-404F-9643-5A6C83B02AF4}" type="pres">
      <dgm:prSet presAssocID="{21E42305-B5D9-4CA6-BDDA-72D5C8A8C5BA}" presName="sibTrans" presStyleCnt="0"/>
      <dgm:spPr/>
    </dgm:pt>
    <dgm:pt modelId="{7D60A4A7-3B63-4F66-8E22-0F762650F2E9}" type="pres">
      <dgm:prSet presAssocID="{F83AC02F-F637-415C-819D-FE7B85ABA8A7}" presName="compNode" presStyleCnt="0"/>
      <dgm:spPr/>
    </dgm:pt>
    <dgm:pt modelId="{E6F3AD0C-76D4-41FC-845D-E34999B5D930}" type="pres">
      <dgm:prSet presAssocID="{F83AC02F-F637-415C-819D-FE7B85ABA8A7}" presName="bgRect" presStyleLbl="bgShp" presStyleIdx="1" presStyleCnt="4"/>
      <dgm:spPr/>
    </dgm:pt>
    <dgm:pt modelId="{720D932F-7B11-4BA9-9731-C5CFEF967AD1}" type="pres">
      <dgm:prSet presAssocID="{F83AC02F-F637-415C-819D-FE7B85ABA8A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4E66CC8-B48C-400A-9C80-D0C7461089E0}" type="pres">
      <dgm:prSet presAssocID="{F83AC02F-F637-415C-819D-FE7B85ABA8A7}" presName="spaceRect" presStyleCnt="0"/>
      <dgm:spPr/>
    </dgm:pt>
    <dgm:pt modelId="{2EB071A4-EE2C-40FE-ACC6-C4470E0C45DF}" type="pres">
      <dgm:prSet presAssocID="{F83AC02F-F637-415C-819D-FE7B85ABA8A7}" presName="parTx" presStyleLbl="revTx" presStyleIdx="1" presStyleCnt="4">
        <dgm:presLayoutVars>
          <dgm:chMax val="0"/>
          <dgm:chPref val="0"/>
        </dgm:presLayoutVars>
      </dgm:prSet>
      <dgm:spPr/>
    </dgm:pt>
    <dgm:pt modelId="{D964163F-07AC-4D2D-9210-1F3A8833294B}" type="pres">
      <dgm:prSet presAssocID="{EC14BC0F-ACFF-47D8-9D32-0FD3D106BE21}" presName="sibTrans" presStyleCnt="0"/>
      <dgm:spPr/>
    </dgm:pt>
    <dgm:pt modelId="{0BBB0F05-937C-4981-A6EA-33693B29959C}" type="pres">
      <dgm:prSet presAssocID="{266E4340-709C-4FAE-99BF-AA9830C2054F}" presName="compNode" presStyleCnt="0"/>
      <dgm:spPr/>
    </dgm:pt>
    <dgm:pt modelId="{32247941-8941-4296-9C6A-8397884DF8B5}" type="pres">
      <dgm:prSet presAssocID="{266E4340-709C-4FAE-99BF-AA9830C2054F}" presName="bgRect" presStyleLbl="bgShp" presStyleIdx="2" presStyleCnt="4"/>
      <dgm:spPr/>
    </dgm:pt>
    <dgm:pt modelId="{7783B22C-30B6-4BAD-B6B3-D8833AB9591F}" type="pres">
      <dgm:prSet presAssocID="{266E4340-709C-4FAE-99BF-AA9830C2054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458D9CF7-18C0-425D-B4CC-C1E36E6A5657}" type="pres">
      <dgm:prSet presAssocID="{266E4340-709C-4FAE-99BF-AA9830C2054F}" presName="spaceRect" presStyleCnt="0"/>
      <dgm:spPr/>
    </dgm:pt>
    <dgm:pt modelId="{E5D453BD-9E14-478B-9995-541CCA6D0344}" type="pres">
      <dgm:prSet presAssocID="{266E4340-709C-4FAE-99BF-AA9830C2054F}" presName="parTx" presStyleLbl="revTx" presStyleIdx="2" presStyleCnt="4">
        <dgm:presLayoutVars>
          <dgm:chMax val="0"/>
          <dgm:chPref val="0"/>
        </dgm:presLayoutVars>
      </dgm:prSet>
      <dgm:spPr/>
    </dgm:pt>
    <dgm:pt modelId="{A52A2275-D3CA-4081-B2CD-A8E68050E619}" type="pres">
      <dgm:prSet presAssocID="{B96CA72C-36BA-4E6E-8CAA-C0BEB88C3267}" presName="sibTrans" presStyleCnt="0"/>
      <dgm:spPr/>
    </dgm:pt>
    <dgm:pt modelId="{BE5693EA-124B-4210-A252-5871494CE025}" type="pres">
      <dgm:prSet presAssocID="{56E74430-6A41-4E46-B23F-257DE8ACC359}" presName="compNode" presStyleCnt="0"/>
      <dgm:spPr/>
    </dgm:pt>
    <dgm:pt modelId="{E4BDE0ED-8766-4321-8B3F-A082A8CFDBA3}" type="pres">
      <dgm:prSet presAssocID="{56E74430-6A41-4E46-B23F-257DE8ACC359}" presName="bgRect" presStyleLbl="bgShp" presStyleIdx="3" presStyleCnt="4"/>
      <dgm:spPr/>
    </dgm:pt>
    <dgm:pt modelId="{E72C7A62-F524-49B5-ACF2-051366C5FAC2}" type="pres">
      <dgm:prSet presAssocID="{56E74430-6A41-4E46-B23F-257DE8ACC35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A2AAD650-116B-4FA7-85C4-8CC8C5AE3191}" type="pres">
      <dgm:prSet presAssocID="{56E74430-6A41-4E46-B23F-257DE8ACC359}" presName="spaceRect" presStyleCnt="0"/>
      <dgm:spPr/>
    </dgm:pt>
    <dgm:pt modelId="{639696E1-D133-4CC3-BEA2-6D8E80659CA4}" type="pres">
      <dgm:prSet presAssocID="{56E74430-6A41-4E46-B23F-257DE8ACC35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7DA7E2F-FBF7-498A-9D8F-2D862EF20D73}" srcId="{9C20B51F-67AB-47D4-A195-DEEB0AE06E83}" destId="{F83AC02F-F637-415C-819D-FE7B85ABA8A7}" srcOrd="1" destOrd="0" parTransId="{A117BF06-65F2-412E-913F-516DDD9399B0}" sibTransId="{EC14BC0F-ACFF-47D8-9D32-0FD3D106BE21}"/>
    <dgm:cxn modelId="{B30F9D3E-3914-2745-A2A3-B48AABC953C6}" type="presOf" srcId="{266E4340-709C-4FAE-99BF-AA9830C2054F}" destId="{E5D453BD-9E14-478B-9995-541CCA6D0344}" srcOrd="0" destOrd="0" presId="urn:microsoft.com/office/officeart/2018/2/layout/IconVerticalSolidList"/>
    <dgm:cxn modelId="{079A825B-BFE4-2340-9E18-58D7E3CED510}" type="presOf" srcId="{DFC28C3D-C2F3-4BAC-B103-88A020680C20}" destId="{8CE9B1E6-04A8-4952-A0F7-7B4360130FD5}" srcOrd="0" destOrd="0" presId="urn:microsoft.com/office/officeart/2018/2/layout/IconVerticalSolidList"/>
    <dgm:cxn modelId="{0594AB4A-E7AC-4EBA-A7F5-9C58BE6DB093}" srcId="{9C20B51F-67AB-47D4-A195-DEEB0AE06E83}" destId="{266E4340-709C-4FAE-99BF-AA9830C2054F}" srcOrd="2" destOrd="0" parTransId="{ACDD8BAC-8FB5-4026-B9ED-F918DF3FE9FC}" sibTransId="{B96CA72C-36BA-4E6E-8CAA-C0BEB88C3267}"/>
    <dgm:cxn modelId="{37DB3876-90B3-4D44-9519-88076F1BB51F}" type="presOf" srcId="{9C20B51F-67AB-47D4-A195-DEEB0AE06E83}" destId="{94D59C2F-DB6A-468F-B354-43F857074B06}" srcOrd="0" destOrd="0" presId="urn:microsoft.com/office/officeart/2018/2/layout/IconVerticalSolidList"/>
    <dgm:cxn modelId="{11B4838D-A84F-4FB3-8CF1-2E61CC46C080}" srcId="{9C20B51F-67AB-47D4-A195-DEEB0AE06E83}" destId="{DFC28C3D-C2F3-4BAC-B103-88A020680C20}" srcOrd="0" destOrd="0" parTransId="{2AAAE537-3BE4-4B53-851A-178679BD9698}" sibTransId="{21E42305-B5D9-4CA6-BDDA-72D5C8A8C5BA}"/>
    <dgm:cxn modelId="{3611E3C6-600E-B249-8FF2-C4A86CF4D0A4}" type="presOf" srcId="{F83AC02F-F637-415C-819D-FE7B85ABA8A7}" destId="{2EB071A4-EE2C-40FE-ACC6-C4470E0C45DF}" srcOrd="0" destOrd="0" presId="urn:microsoft.com/office/officeart/2018/2/layout/IconVerticalSolidList"/>
    <dgm:cxn modelId="{434AD6F0-0558-5A45-8936-91D760C84EAB}" type="presOf" srcId="{56E74430-6A41-4E46-B23F-257DE8ACC359}" destId="{639696E1-D133-4CC3-BEA2-6D8E80659CA4}" srcOrd="0" destOrd="0" presId="urn:microsoft.com/office/officeart/2018/2/layout/IconVerticalSolidList"/>
    <dgm:cxn modelId="{C846E2FB-2ED8-43F5-B671-4F2626242081}" srcId="{9C20B51F-67AB-47D4-A195-DEEB0AE06E83}" destId="{56E74430-6A41-4E46-B23F-257DE8ACC359}" srcOrd="3" destOrd="0" parTransId="{AFAD6811-F1A3-4F4A-9538-14C9E675D8DF}" sibTransId="{F552E4A2-6142-4E41-944F-8C4604EE624A}"/>
    <dgm:cxn modelId="{40A45F5F-6CEE-024B-9FE0-6C8F4289085A}" type="presParOf" srcId="{94D59C2F-DB6A-468F-B354-43F857074B06}" destId="{AC80FB3A-9940-4997-8A52-6F3D311B0F2C}" srcOrd="0" destOrd="0" presId="urn:microsoft.com/office/officeart/2018/2/layout/IconVerticalSolidList"/>
    <dgm:cxn modelId="{02CE0345-09DA-E14E-A78E-DFD909251FF5}" type="presParOf" srcId="{AC80FB3A-9940-4997-8A52-6F3D311B0F2C}" destId="{67C054E3-AE5C-434F-8CCA-3EA55A88C16A}" srcOrd="0" destOrd="0" presId="urn:microsoft.com/office/officeart/2018/2/layout/IconVerticalSolidList"/>
    <dgm:cxn modelId="{61A40605-AA59-6C46-88D6-4FF6A0B21B18}" type="presParOf" srcId="{AC80FB3A-9940-4997-8A52-6F3D311B0F2C}" destId="{6B19816E-BDA2-4AD2-B798-05162049BAD4}" srcOrd="1" destOrd="0" presId="urn:microsoft.com/office/officeart/2018/2/layout/IconVerticalSolidList"/>
    <dgm:cxn modelId="{03C9D499-50A9-6B49-886B-0632D8151908}" type="presParOf" srcId="{AC80FB3A-9940-4997-8A52-6F3D311B0F2C}" destId="{59443903-8D91-4473-B933-49AC1B56BA9E}" srcOrd="2" destOrd="0" presId="urn:microsoft.com/office/officeart/2018/2/layout/IconVerticalSolidList"/>
    <dgm:cxn modelId="{77C1DDFA-AECC-874A-9F21-198D7C0B2884}" type="presParOf" srcId="{AC80FB3A-9940-4997-8A52-6F3D311B0F2C}" destId="{8CE9B1E6-04A8-4952-A0F7-7B4360130FD5}" srcOrd="3" destOrd="0" presId="urn:microsoft.com/office/officeart/2018/2/layout/IconVerticalSolidList"/>
    <dgm:cxn modelId="{CFE4E6C8-E503-3B49-98FD-27F2AD79C673}" type="presParOf" srcId="{94D59C2F-DB6A-468F-B354-43F857074B06}" destId="{DEC93FCD-520C-404F-9643-5A6C83B02AF4}" srcOrd="1" destOrd="0" presId="urn:microsoft.com/office/officeart/2018/2/layout/IconVerticalSolidList"/>
    <dgm:cxn modelId="{915F2FFE-FF55-6D46-8491-4B2010D1B133}" type="presParOf" srcId="{94D59C2F-DB6A-468F-B354-43F857074B06}" destId="{7D60A4A7-3B63-4F66-8E22-0F762650F2E9}" srcOrd="2" destOrd="0" presId="urn:microsoft.com/office/officeart/2018/2/layout/IconVerticalSolidList"/>
    <dgm:cxn modelId="{A83EC2FA-F523-DD45-BA97-CAF8196E9300}" type="presParOf" srcId="{7D60A4A7-3B63-4F66-8E22-0F762650F2E9}" destId="{E6F3AD0C-76D4-41FC-845D-E34999B5D930}" srcOrd="0" destOrd="0" presId="urn:microsoft.com/office/officeart/2018/2/layout/IconVerticalSolidList"/>
    <dgm:cxn modelId="{2529917E-BC02-2F43-BCCD-5B950D87DE5F}" type="presParOf" srcId="{7D60A4A7-3B63-4F66-8E22-0F762650F2E9}" destId="{720D932F-7B11-4BA9-9731-C5CFEF967AD1}" srcOrd="1" destOrd="0" presId="urn:microsoft.com/office/officeart/2018/2/layout/IconVerticalSolidList"/>
    <dgm:cxn modelId="{C25D8B5B-7242-3442-8C5D-D3116F144695}" type="presParOf" srcId="{7D60A4A7-3B63-4F66-8E22-0F762650F2E9}" destId="{04E66CC8-B48C-400A-9C80-D0C7461089E0}" srcOrd="2" destOrd="0" presId="urn:microsoft.com/office/officeart/2018/2/layout/IconVerticalSolidList"/>
    <dgm:cxn modelId="{2CFA1F10-1394-BE4D-B5FE-6A7BC1F8F9A3}" type="presParOf" srcId="{7D60A4A7-3B63-4F66-8E22-0F762650F2E9}" destId="{2EB071A4-EE2C-40FE-ACC6-C4470E0C45DF}" srcOrd="3" destOrd="0" presId="urn:microsoft.com/office/officeart/2018/2/layout/IconVerticalSolidList"/>
    <dgm:cxn modelId="{7BEF651D-DBA6-4D4C-BD9C-21C4B47E0EE5}" type="presParOf" srcId="{94D59C2F-DB6A-468F-B354-43F857074B06}" destId="{D964163F-07AC-4D2D-9210-1F3A8833294B}" srcOrd="3" destOrd="0" presId="urn:microsoft.com/office/officeart/2018/2/layout/IconVerticalSolidList"/>
    <dgm:cxn modelId="{64D0C5B7-8089-AF40-A0F8-765435ABB5D6}" type="presParOf" srcId="{94D59C2F-DB6A-468F-B354-43F857074B06}" destId="{0BBB0F05-937C-4981-A6EA-33693B29959C}" srcOrd="4" destOrd="0" presId="urn:microsoft.com/office/officeart/2018/2/layout/IconVerticalSolidList"/>
    <dgm:cxn modelId="{21B06722-FCC0-E14A-B9A4-05BB65CDE677}" type="presParOf" srcId="{0BBB0F05-937C-4981-A6EA-33693B29959C}" destId="{32247941-8941-4296-9C6A-8397884DF8B5}" srcOrd="0" destOrd="0" presId="urn:microsoft.com/office/officeart/2018/2/layout/IconVerticalSolidList"/>
    <dgm:cxn modelId="{4A6B1542-A8A1-BC41-BF12-008F12B0D420}" type="presParOf" srcId="{0BBB0F05-937C-4981-A6EA-33693B29959C}" destId="{7783B22C-30B6-4BAD-B6B3-D8833AB9591F}" srcOrd="1" destOrd="0" presId="urn:microsoft.com/office/officeart/2018/2/layout/IconVerticalSolidList"/>
    <dgm:cxn modelId="{05C768D1-4011-4E4A-BF06-F8C0B20D034D}" type="presParOf" srcId="{0BBB0F05-937C-4981-A6EA-33693B29959C}" destId="{458D9CF7-18C0-425D-B4CC-C1E36E6A5657}" srcOrd="2" destOrd="0" presId="urn:microsoft.com/office/officeart/2018/2/layout/IconVerticalSolidList"/>
    <dgm:cxn modelId="{FBAF69A2-6A19-8742-8972-E87CB2B736F7}" type="presParOf" srcId="{0BBB0F05-937C-4981-A6EA-33693B29959C}" destId="{E5D453BD-9E14-478B-9995-541CCA6D0344}" srcOrd="3" destOrd="0" presId="urn:microsoft.com/office/officeart/2018/2/layout/IconVerticalSolidList"/>
    <dgm:cxn modelId="{55F1B38C-4469-4C49-9EB7-84A0058A14ED}" type="presParOf" srcId="{94D59C2F-DB6A-468F-B354-43F857074B06}" destId="{A52A2275-D3CA-4081-B2CD-A8E68050E619}" srcOrd="5" destOrd="0" presId="urn:microsoft.com/office/officeart/2018/2/layout/IconVerticalSolidList"/>
    <dgm:cxn modelId="{BC6BD777-10D8-744C-BC83-ADCAB7E3787E}" type="presParOf" srcId="{94D59C2F-DB6A-468F-B354-43F857074B06}" destId="{BE5693EA-124B-4210-A252-5871494CE025}" srcOrd="6" destOrd="0" presId="urn:microsoft.com/office/officeart/2018/2/layout/IconVerticalSolidList"/>
    <dgm:cxn modelId="{9B36CAA3-1F4A-A145-B215-F3387A5DC320}" type="presParOf" srcId="{BE5693EA-124B-4210-A252-5871494CE025}" destId="{E4BDE0ED-8766-4321-8B3F-A082A8CFDBA3}" srcOrd="0" destOrd="0" presId="urn:microsoft.com/office/officeart/2018/2/layout/IconVerticalSolidList"/>
    <dgm:cxn modelId="{731C6D31-B305-6A45-8D09-285B9E0EDA91}" type="presParOf" srcId="{BE5693EA-124B-4210-A252-5871494CE025}" destId="{E72C7A62-F524-49B5-ACF2-051366C5FAC2}" srcOrd="1" destOrd="0" presId="urn:microsoft.com/office/officeart/2018/2/layout/IconVerticalSolidList"/>
    <dgm:cxn modelId="{F5DC7A46-C3D7-AB47-98FC-924F8ADE0193}" type="presParOf" srcId="{BE5693EA-124B-4210-A252-5871494CE025}" destId="{A2AAD650-116B-4FA7-85C4-8CC8C5AE3191}" srcOrd="2" destOrd="0" presId="urn:microsoft.com/office/officeart/2018/2/layout/IconVerticalSolidList"/>
    <dgm:cxn modelId="{F72547A2-5632-4E4A-BAC7-88B163BE460D}" type="presParOf" srcId="{BE5693EA-124B-4210-A252-5871494CE025}" destId="{639696E1-D133-4CC3-BEA2-6D8E80659C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F56238-ABC3-4965-B076-11C4A95ED3AE}">
      <dsp:nvSpPr>
        <dsp:cNvPr id="0" name=""/>
        <dsp:cNvSpPr/>
      </dsp:nvSpPr>
      <dsp:spPr>
        <a:xfrm>
          <a:off x="0" y="500"/>
          <a:ext cx="10869248" cy="11701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D79FA-544E-4A50-9D8F-5E4B128F282E}">
      <dsp:nvSpPr>
        <dsp:cNvPr id="0" name=""/>
        <dsp:cNvSpPr/>
      </dsp:nvSpPr>
      <dsp:spPr>
        <a:xfrm>
          <a:off x="353956" y="263773"/>
          <a:ext cx="643557" cy="6435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CAEEB2-CFC8-424F-A08B-82B7A4F16621}">
      <dsp:nvSpPr>
        <dsp:cNvPr id="0" name=""/>
        <dsp:cNvSpPr/>
      </dsp:nvSpPr>
      <dsp:spPr>
        <a:xfrm>
          <a:off x="1351469" y="500"/>
          <a:ext cx="9517778" cy="1170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36" tIns="123836" rIns="123836" bIns="1238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The remarkable progress in AI has opened the </a:t>
          </a:r>
          <a:r>
            <a:rPr lang="en-US" sz="1900" kern="1200" dirty="0">
              <a:highlight>
                <a:srgbClr val="FFFF00"/>
              </a:highlight>
            </a:rPr>
            <a:t>doors to new opportunities</a:t>
          </a:r>
          <a:r>
            <a:rPr lang="en-US" sz="1900" kern="1200" dirty="0"/>
            <a:t>, and some </a:t>
          </a:r>
          <a:r>
            <a:rPr lang="en-US" sz="1900" kern="1200" dirty="0">
              <a:highlight>
                <a:srgbClr val="FFFF00"/>
              </a:highlight>
            </a:rPr>
            <a:t>dark possibilities</a:t>
          </a:r>
          <a:r>
            <a:rPr lang="en-US" sz="1900" kern="1200" dirty="0"/>
            <a:t>. </a:t>
          </a:r>
        </a:p>
      </dsp:txBody>
      <dsp:txXfrm>
        <a:off x="1351469" y="500"/>
        <a:ext cx="9517778" cy="1170103"/>
      </dsp:txXfrm>
    </dsp:sp>
    <dsp:sp modelId="{D06E0B4B-50B0-44F2-A74E-148B0E681256}">
      <dsp:nvSpPr>
        <dsp:cNvPr id="0" name=""/>
        <dsp:cNvSpPr/>
      </dsp:nvSpPr>
      <dsp:spPr>
        <a:xfrm>
          <a:off x="0" y="1463129"/>
          <a:ext cx="10869248" cy="11701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1DA206-BCF7-4BB2-A11A-19E521F8D814}">
      <dsp:nvSpPr>
        <dsp:cNvPr id="0" name=""/>
        <dsp:cNvSpPr/>
      </dsp:nvSpPr>
      <dsp:spPr>
        <a:xfrm>
          <a:off x="353956" y="1726402"/>
          <a:ext cx="643557" cy="6435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4CB76-E69E-4F4B-931A-E12FFEE95C12}">
      <dsp:nvSpPr>
        <dsp:cNvPr id="0" name=""/>
        <dsp:cNvSpPr/>
      </dsp:nvSpPr>
      <dsp:spPr>
        <a:xfrm>
          <a:off x="1351469" y="1463129"/>
          <a:ext cx="9517778" cy="1170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36" tIns="123836" rIns="123836" bIns="1238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However, a </a:t>
          </a:r>
          <a:r>
            <a:rPr lang="en-US" sz="1900" kern="1200" dirty="0">
              <a:highlight>
                <a:srgbClr val="FFFF00"/>
              </a:highlight>
            </a:rPr>
            <a:t>bright future </a:t>
          </a:r>
          <a:r>
            <a:rPr lang="en-US" sz="1900" kern="1200" dirty="0"/>
            <a:t>awaits AI researchers, developers, business leaders, policy-makers, and others who build on AI algorithms by </a:t>
          </a:r>
          <a:r>
            <a:rPr lang="en-US" sz="1900" kern="1200" dirty="0">
              <a:highlight>
                <a:srgbClr val="FFFF00"/>
              </a:highlight>
            </a:rPr>
            <a:t>including HCAI </a:t>
          </a:r>
          <a:r>
            <a:rPr lang="en-US" sz="1900" kern="1200" dirty="0"/>
            <a:t>strategies of design and testing. </a:t>
          </a:r>
        </a:p>
      </dsp:txBody>
      <dsp:txXfrm>
        <a:off x="1351469" y="1463129"/>
        <a:ext cx="9517778" cy="1170103"/>
      </dsp:txXfrm>
    </dsp:sp>
    <dsp:sp modelId="{15097674-DA04-4D66-9356-42267D67966F}">
      <dsp:nvSpPr>
        <dsp:cNvPr id="0" name=""/>
        <dsp:cNvSpPr/>
      </dsp:nvSpPr>
      <dsp:spPr>
        <a:xfrm>
          <a:off x="0" y="2925759"/>
          <a:ext cx="10869248" cy="11701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7E69AC-9DEB-4DF4-A604-E90FEB038D1F}">
      <dsp:nvSpPr>
        <dsp:cNvPr id="0" name=""/>
        <dsp:cNvSpPr/>
      </dsp:nvSpPr>
      <dsp:spPr>
        <a:xfrm>
          <a:off x="353956" y="3189032"/>
          <a:ext cx="643557" cy="6435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76E56-14DD-44A4-812E-1228ADD6155C}">
      <dsp:nvSpPr>
        <dsp:cNvPr id="0" name=""/>
        <dsp:cNvSpPr/>
      </dsp:nvSpPr>
      <dsp:spPr>
        <a:xfrm>
          <a:off x="1351469" y="2925759"/>
          <a:ext cx="9517778" cy="1170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36" tIns="123836" rIns="123836" bIns="1238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This enlarged vision can shape the future of technology so as to </a:t>
          </a:r>
          <a:r>
            <a:rPr lang="en-US" sz="1900" kern="1200" dirty="0">
              <a:highlight>
                <a:srgbClr val="FFFF00"/>
              </a:highlight>
            </a:rPr>
            <a:t>better serve human values and needs</a:t>
          </a:r>
          <a:r>
            <a:rPr lang="en-US" sz="1900" kern="1200" dirty="0"/>
            <a:t>; the goal is </a:t>
          </a:r>
          <a:r>
            <a:rPr lang="en-US" sz="1900" kern="1200" dirty="0">
              <a:highlight>
                <a:srgbClr val="FFFF00"/>
              </a:highlight>
            </a:rPr>
            <a:t>not to replace people </a:t>
          </a:r>
          <a:r>
            <a:rPr lang="en-US" sz="1900" kern="1200" dirty="0"/>
            <a:t>but to </a:t>
          </a:r>
          <a:r>
            <a:rPr lang="en-US" sz="1900" kern="1200" dirty="0">
              <a:highlight>
                <a:srgbClr val="FFFF00"/>
              </a:highlight>
            </a:rPr>
            <a:t>empower them </a:t>
          </a:r>
          <a:r>
            <a:rPr lang="en-US" sz="1900" kern="1200" dirty="0"/>
            <a:t>by making design choices that give humans control over technology.</a:t>
          </a:r>
        </a:p>
      </dsp:txBody>
      <dsp:txXfrm>
        <a:off x="1351469" y="2925759"/>
        <a:ext cx="9517778" cy="11701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054E3-AE5C-434F-8CCA-3EA55A88C16A}">
      <dsp:nvSpPr>
        <dsp:cNvPr id="0" name=""/>
        <dsp:cNvSpPr/>
      </dsp:nvSpPr>
      <dsp:spPr>
        <a:xfrm>
          <a:off x="0" y="1134"/>
          <a:ext cx="10869248" cy="5748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19816E-BDA2-4AD2-B798-05162049BAD4}">
      <dsp:nvSpPr>
        <dsp:cNvPr id="0" name=""/>
        <dsp:cNvSpPr/>
      </dsp:nvSpPr>
      <dsp:spPr>
        <a:xfrm>
          <a:off x="173893" y="130476"/>
          <a:ext cx="316170" cy="3161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9B1E6-04A8-4952-A0F7-7B4360130FD5}">
      <dsp:nvSpPr>
        <dsp:cNvPr id="0" name=""/>
        <dsp:cNvSpPr/>
      </dsp:nvSpPr>
      <dsp:spPr>
        <a:xfrm>
          <a:off x="663957" y="1134"/>
          <a:ext cx="10205290" cy="574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839" tIns="60839" rIns="60839" bIns="6083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Reliable systems based on sound software</a:t>
          </a:r>
        </a:p>
      </dsp:txBody>
      <dsp:txXfrm>
        <a:off x="663957" y="1134"/>
        <a:ext cx="10205290" cy="574855"/>
      </dsp:txXfrm>
    </dsp:sp>
    <dsp:sp modelId="{E6F3AD0C-76D4-41FC-845D-E34999B5D930}">
      <dsp:nvSpPr>
        <dsp:cNvPr id="0" name=""/>
        <dsp:cNvSpPr/>
      </dsp:nvSpPr>
      <dsp:spPr>
        <a:xfrm>
          <a:off x="0" y="719703"/>
          <a:ext cx="10869248" cy="5748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0D932F-7B11-4BA9-9731-C5CFEF967AD1}">
      <dsp:nvSpPr>
        <dsp:cNvPr id="0" name=""/>
        <dsp:cNvSpPr/>
      </dsp:nvSpPr>
      <dsp:spPr>
        <a:xfrm>
          <a:off x="173893" y="849045"/>
          <a:ext cx="316170" cy="3161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071A4-EE2C-40FE-ACC6-C4470E0C45DF}">
      <dsp:nvSpPr>
        <dsp:cNvPr id="0" name=""/>
        <dsp:cNvSpPr/>
      </dsp:nvSpPr>
      <dsp:spPr>
        <a:xfrm>
          <a:off x="663957" y="719703"/>
          <a:ext cx="10205290" cy="574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839" tIns="60839" rIns="60839" bIns="6083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Safety culture through business management strategies </a:t>
          </a:r>
        </a:p>
      </dsp:txBody>
      <dsp:txXfrm>
        <a:off x="663957" y="719703"/>
        <a:ext cx="10205290" cy="574855"/>
      </dsp:txXfrm>
    </dsp:sp>
    <dsp:sp modelId="{32247941-8941-4296-9C6A-8397884DF8B5}">
      <dsp:nvSpPr>
        <dsp:cNvPr id="0" name=""/>
        <dsp:cNvSpPr/>
      </dsp:nvSpPr>
      <dsp:spPr>
        <a:xfrm>
          <a:off x="0" y="1438271"/>
          <a:ext cx="10869248" cy="5748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3B22C-30B6-4BAD-B6B3-D8833AB9591F}">
      <dsp:nvSpPr>
        <dsp:cNvPr id="0" name=""/>
        <dsp:cNvSpPr/>
      </dsp:nvSpPr>
      <dsp:spPr>
        <a:xfrm>
          <a:off x="173893" y="1567614"/>
          <a:ext cx="316170" cy="3161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453BD-9E14-478B-9995-541CCA6D0344}">
      <dsp:nvSpPr>
        <dsp:cNvPr id="0" name=""/>
        <dsp:cNvSpPr/>
      </dsp:nvSpPr>
      <dsp:spPr>
        <a:xfrm>
          <a:off x="663957" y="1438271"/>
          <a:ext cx="10205290" cy="574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839" tIns="60839" rIns="60839" bIns="6083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Trustworthy certification by independent oversight</a:t>
          </a:r>
        </a:p>
      </dsp:txBody>
      <dsp:txXfrm>
        <a:off x="663957" y="1438271"/>
        <a:ext cx="10205290" cy="574855"/>
      </dsp:txXfrm>
    </dsp:sp>
    <dsp:sp modelId="{E4BDE0ED-8766-4321-8B3F-A082A8CFDBA3}">
      <dsp:nvSpPr>
        <dsp:cNvPr id="0" name=""/>
        <dsp:cNvSpPr/>
      </dsp:nvSpPr>
      <dsp:spPr>
        <a:xfrm>
          <a:off x="0" y="2156840"/>
          <a:ext cx="10869248" cy="57485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C7A62-F524-49B5-ACF2-051366C5FAC2}">
      <dsp:nvSpPr>
        <dsp:cNvPr id="0" name=""/>
        <dsp:cNvSpPr/>
      </dsp:nvSpPr>
      <dsp:spPr>
        <a:xfrm>
          <a:off x="173893" y="2286183"/>
          <a:ext cx="316170" cy="3161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696E1-D133-4CC3-BEA2-6D8E80659CA4}">
      <dsp:nvSpPr>
        <dsp:cNvPr id="0" name=""/>
        <dsp:cNvSpPr/>
      </dsp:nvSpPr>
      <dsp:spPr>
        <a:xfrm>
          <a:off x="663957" y="2156840"/>
          <a:ext cx="10205290" cy="574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839" tIns="60839" rIns="60839" bIns="6083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Regulation by government bodies.</a:t>
          </a:r>
        </a:p>
      </dsp:txBody>
      <dsp:txXfrm>
        <a:off x="663957" y="2156840"/>
        <a:ext cx="10205290" cy="5748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8T01:45:24.85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0,'4648'0'0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8T01:45:32.10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41,'204'-14,"-20"1,1312 9,-764 7,-36-3,-647 3,0 3,0 1,60 18,-59-13,31 3,90 5,14 1,-76-6,134 1,114-18,-116-1,1583 3,-1795-2,0-2,0 0,0-2,50-18,42-8,-95 25,0 0,-1-1,41-21,-39 17,1-1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8T01:45:38.97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29,'0'0,"0"-1,1 0,-1 0,0 0,1 0,-1 0,1 0,-1 0,1 0,0 1,-1-1,1 0,0 1,-1-1,1 0,0 1,0-1,0 1,-1-1,1 1,0-1,0 1,0 0,0-1,0 1,0 0,2-1,30-4,-29 5,382-5,-212 7,339-2,-477 2,54 9,17 2,-23-7,89 20,-96-14,25-1,-57-7,44 8,47 13,1-6,1-5,147-7,-78 6,-35 0,963-9,-583-7,1086 3,-1607-2,0-2,-1 0,39-13,2 1,22 0,0 4,149 0,-217 12,9 1,0-1,65-10,-72 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8T01:45:41.72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0,'1236'0,"-1056"14,-2 1,-51-16,-24-1,122 15,174 24,-260-35,-93-3,1 1,66 11,-26 11,-63-15,0 0,0-2,28 2,117-2,60 6,-38 1,19 3,-77-3,213-10,-163-5,1433 3,-1583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8T01:45:45.09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0,'6909'0,"-6880"0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8T01:45:47.90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31,'3'-3,"1"0,1 0,-1 1,0-1,1 1,-1 0,1 0,-1 1,1-1,0 1,0 0,7 0,67-2,-53 4,1170-3,-582 4,2239-2,-2826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8T01:45:49.94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98,'0'-3,"0"1,0 0,0 0,1-1,-1 1,1 0,0 0,0 0,0 0,0 0,0 0,0 0,0 0,1 0,-1 0,0 0,1 1,0-1,1-1,2 0,0-1,0 1,1 0,-1 1,1-1,-1 1,8-2,8-1,1 1,44-2,479 2,-273 8,890-5,-1137 1,-1-2,30-6,-26 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8T01:45:53.35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1,'1977'0,"-1934"2,59 10,31 2,-103-12,-1 2,0 1,40 12,-30-7,43 6,220 40,-288-53,69 10,1-4,0-4,128-8,-54 0,191 3,-317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8T01:45:57.09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83,'34'-12,"1"1,0 2,0 1,47-4,1389-18,-1129 31,-192 5,155 28,100 6,4-4,-196-13,927 3,-760-29,606 3,-942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8T01:46:00.31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83,'10'-1,"0"0,-1-1,1 0,10-3,24-5,85 1,155 9,-114 2,1071-2,-1214-1,1-2,-1-1,51-15,-49 11,0 1,0 2,38-3,346 11,-358 2,64 16,-72-11,1-2,58 2,48 3,1 1,1115-12,-616-5,-412 3,-214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8T01:46:04.66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6279 115,'-2560'0,"2540"-1,-1-1,1-2,0 0,-33-11,28 7,0 2,-40-6,-40-1,-95-4,142 17,10 2,0-3,0-2,-54-10,47 5,1 2,-2 3,-86 6,28 0,-2296-3,2381 0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4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F23D8-0271-F541-9BCD-5C391912005C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12D8E-D471-A34E-AB17-24705BCE4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7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Id2" /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Id2" /><Relationship Type="http://schemas.openxmlformats.org/officeDocument/2006/relationships/notesMaster" Target="/ppt/notesMasters/notesMaster1.xml" Id="rI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Id2" /><Relationship Type="http://schemas.openxmlformats.org/officeDocument/2006/relationships/notesMaster" Target="/ppt/notesMasters/notesMaster1.xml" Id="rI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Id2" /><Relationship Type="http://schemas.openxmlformats.org/officeDocument/2006/relationships/notesMaster" Target="/ppt/notesMasters/notesMaster1.xml" Id="rI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Id2" /><Relationship Type="http://schemas.openxmlformats.org/officeDocument/2006/relationships/notesMaster" Target="/ppt/notesMasters/notesMaster1.xml" Id="rI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Id2" /><Relationship Type="http://schemas.openxmlformats.org/officeDocument/2006/relationships/notesMaster" Target="/ppt/notesMasters/notesMaster1.xml" Id="rI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Id2" /><Relationship Type="http://schemas.openxmlformats.org/officeDocument/2006/relationships/notesMaster" Target="/ppt/notesMasters/notesMaster1.xml" Id="rI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Id2" /><Relationship Type="http://schemas.openxmlformats.org/officeDocument/2006/relationships/notesMaster" Target="/ppt/notesMasters/notesMaster1.xml" Id="rI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Id2" /><Relationship Type="http://schemas.openxmlformats.org/officeDocument/2006/relationships/notesMaster" Target="/ppt/notesMasters/notesMaster1.xml" Id="rI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Id2" /><Relationship Type="http://schemas.openxmlformats.org/officeDocument/2006/relationships/notesMaster" Target="/ppt/notesMasters/notesMaster1.xml" Id="rI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lecture examines Human-Centred AI and modern AI systems. The central question is not only whether AI works, but whether it supports people, respects human values and avoids harm.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72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05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visual shows that humans value many things, including privacy, fairness, autonomy, security, trust and wellbeing. Technology can support some values while unintentionally damaging others.</a:t>
            </a:r>
          </a:p>
          <a:p>
            <a:r>
              <a:rPr lang="en-AU" b="1" dirty="0"/>
              <a:t>Human values </a:t>
            </a:r>
            <a:r>
              <a:rPr lang="en-AU" dirty="0"/>
              <a:t>are the principles people consider important, such as </a:t>
            </a:r>
            <a:r>
              <a:rPr lang="en-AU" b="1" dirty="0"/>
              <a:t>fairness, privacy, freedom, trust, safety, dignity, wellbeing </a:t>
            </a:r>
            <a:r>
              <a:rPr lang="en-AU" dirty="0"/>
              <a:t>and belonging.</a:t>
            </a:r>
          </a:p>
          <a:p>
            <a:r>
              <a:rPr lang="en-AU" b="1" dirty="0"/>
              <a:t>Different stakeholders </a:t>
            </a:r>
            <a:r>
              <a:rPr lang="en-AU" dirty="0"/>
              <a:t>may </a:t>
            </a:r>
            <a:r>
              <a:rPr lang="en-AU" b="1" dirty="0"/>
              <a:t>prioritise different values</a:t>
            </a:r>
            <a:r>
              <a:rPr lang="en-AU" dirty="0"/>
              <a:t>. </a:t>
            </a:r>
          </a:p>
          <a:p>
            <a:r>
              <a:rPr lang="en-AU" dirty="0"/>
              <a:t>For example, a </a:t>
            </a:r>
            <a:r>
              <a:rPr lang="en-AU" b="1" dirty="0"/>
              <a:t>company</a:t>
            </a:r>
            <a:r>
              <a:rPr lang="en-AU" dirty="0"/>
              <a:t> may prioritise </a:t>
            </a:r>
            <a:r>
              <a:rPr lang="en-AU" b="1" dirty="0"/>
              <a:t>efficiency</a:t>
            </a:r>
            <a:r>
              <a:rPr lang="en-AU" dirty="0"/>
              <a:t>, while </a:t>
            </a:r>
            <a:r>
              <a:rPr lang="en-AU" b="1" dirty="0"/>
              <a:t>users</a:t>
            </a:r>
            <a:r>
              <a:rPr lang="en-AU" dirty="0"/>
              <a:t> prioritise </a:t>
            </a:r>
            <a:r>
              <a:rPr lang="en-AU" b="1" dirty="0"/>
              <a:t>privacy</a:t>
            </a:r>
            <a:r>
              <a:rPr lang="en-AU" dirty="0"/>
              <a:t>. </a:t>
            </a:r>
          </a:p>
          <a:p>
            <a:r>
              <a:rPr lang="en-AU" b="1" dirty="0"/>
              <a:t>Human-Centred AI </a:t>
            </a:r>
            <a:r>
              <a:rPr lang="en-AU" dirty="0"/>
              <a:t>attempts to identify and </a:t>
            </a:r>
            <a:r>
              <a:rPr lang="en-AU" b="1" dirty="0"/>
              <a:t>balance</a:t>
            </a:r>
            <a:r>
              <a:rPr lang="en-AU" dirty="0"/>
              <a:t> these </a:t>
            </a:r>
            <a:r>
              <a:rPr lang="en-AU" b="1" dirty="0"/>
              <a:t>values during design</a:t>
            </a:r>
            <a:r>
              <a:rPr lang="en-A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4B964C-DD52-AE48-8C88-B5696F64CDB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540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AI and software can fail </a:t>
            </a:r>
            <a:r>
              <a:rPr lang="en-AU" b="1" dirty="0"/>
              <a:t>technically</a:t>
            </a:r>
            <a:r>
              <a:rPr lang="en-AU" dirty="0"/>
              <a:t>, but they can also create </a:t>
            </a:r>
            <a:r>
              <a:rPr lang="en-AU" b="1" dirty="0"/>
              <a:t>social, emotional</a:t>
            </a:r>
            <a:r>
              <a:rPr lang="en-AU" dirty="0"/>
              <a:t>, financial and </a:t>
            </a:r>
            <a:r>
              <a:rPr lang="en-AU" b="1" dirty="0"/>
              <a:t>ethical harm</a:t>
            </a:r>
            <a:r>
              <a:rPr lang="en-AU" dirty="0"/>
              <a:t>. </a:t>
            </a:r>
            <a:endParaRPr lang="en-AU" b="1" dirty="0"/>
          </a:p>
          <a:p>
            <a:r>
              <a:rPr lang="en-AU" dirty="0"/>
              <a:t>We therefore need to </a:t>
            </a:r>
            <a:r>
              <a:rPr lang="en-AU" b="1" dirty="0"/>
              <a:t>anticipate consequences before deploying </a:t>
            </a:r>
            <a:r>
              <a:rPr lang="en-AU" dirty="0"/>
              <a:t>a system.</a:t>
            </a:r>
          </a:p>
          <a:p>
            <a:r>
              <a:rPr lang="en-AU" dirty="0"/>
              <a:t>Use this slide to introduce the risks of technology. A system </a:t>
            </a:r>
            <a:r>
              <a:rPr lang="en-AU" b="1" dirty="0"/>
              <a:t>can operate exactly as programmed </a:t>
            </a:r>
            <a:r>
              <a:rPr lang="en-AU" dirty="0"/>
              <a:t>and still produce an </a:t>
            </a:r>
            <a:r>
              <a:rPr lang="en-AU" b="1" dirty="0"/>
              <a:t>unethical</a:t>
            </a:r>
            <a:r>
              <a:rPr lang="en-AU" dirty="0"/>
              <a:t>, socially </a:t>
            </a:r>
            <a:r>
              <a:rPr lang="en-AU" b="1" dirty="0"/>
              <a:t>harmful</a:t>
            </a:r>
            <a:r>
              <a:rPr lang="en-AU" dirty="0"/>
              <a:t> or </a:t>
            </a:r>
            <a:r>
              <a:rPr lang="en-AU" b="1" dirty="0"/>
              <a:t>insensitive result</a:t>
            </a:r>
            <a:r>
              <a:rPr lang="en-AU" dirty="0"/>
              <a:t>.</a:t>
            </a:r>
          </a:p>
          <a:p>
            <a:r>
              <a:rPr lang="en-AU" b="1" dirty="0"/>
              <a:t>Can software be technically correct but ethically wrong?</a:t>
            </a:r>
          </a:p>
          <a:p>
            <a:r>
              <a:rPr lang="en-AU" dirty="0"/>
              <a:t>The following slides provide examples.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4B964C-DD52-AE48-8C88-B5696F64CDB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072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During the hurricane, </a:t>
            </a:r>
            <a:r>
              <a:rPr lang="en-AU" b="1" dirty="0"/>
              <a:t>automated pricing</a:t>
            </a:r>
            <a:r>
              <a:rPr lang="en-AU" dirty="0"/>
              <a:t> raised a flight price from approximately USD 547 to more than USD 3,258. </a:t>
            </a:r>
          </a:p>
          <a:p>
            <a:r>
              <a:rPr lang="en-AU" dirty="0"/>
              <a:t>The </a:t>
            </a:r>
            <a:r>
              <a:rPr lang="en-AU" b="1" dirty="0"/>
              <a:t>algorithm may have responded correctly to demand</a:t>
            </a:r>
            <a:r>
              <a:rPr lang="en-AU" dirty="0"/>
              <a:t>, but the result was </a:t>
            </a:r>
            <a:r>
              <a:rPr lang="en-AU" b="1" dirty="0"/>
              <a:t>ethically unacceptable during an emergency.</a:t>
            </a:r>
          </a:p>
          <a:p>
            <a:endParaRPr lang="en-AU" b="1" dirty="0"/>
          </a:p>
          <a:p>
            <a:r>
              <a:rPr lang="en-AU" dirty="0"/>
              <a:t>it exploited people trying to escape an emergency.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Volkswagen </a:t>
            </a:r>
            <a:r>
              <a:rPr lang="en-AU" b="1" dirty="0"/>
              <a:t>deliberately programmed software to behave differently during laboratory tests and normal driving</a:t>
            </a:r>
            <a:r>
              <a:rPr lang="en-AU" dirty="0"/>
              <a:t>. </a:t>
            </a:r>
          </a:p>
          <a:p>
            <a:r>
              <a:rPr lang="en-AU" dirty="0"/>
              <a:t>This shows that </a:t>
            </a:r>
            <a:r>
              <a:rPr lang="en-AU" b="1" dirty="0"/>
              <a:t>software reflects the goals and values of its designers</a:t>
            </a:r>
            <a:r>
              <a:rPr lang="en-AU" dirty="0"/>
              <a:t>—and can be </a:t>
            </a:r>
            <a:r>
              <a:rPr lang="en-AU" b="1" dirty="0"/>
              <a:t>intentionally designed to deceive.</a:t>
            </a:r>
          </a:p>
          <a:p>
            <a:endParaRPr lang="en-AU" b="1" dirty="0"/>
          </a:p>
          <a:p>
            <a:r>
              <a:rPr lang="en-AU" dirty="0"/>
              <a:t>Consequences included reputational damage, declining sales, financial penalties and executive resignations.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4B964C-DD52-AE48-8C88-B5696F64CDB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77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 err="1"/>
              <a:t>COVIDSafe</a:t>
            </a:r>
            <a:r>
              <a:rPr lang="en-AU" dirty="0"/>
              <a:t> was created to assist with </a:t>
            </a:r>
            <a:r>
              <a:rPr lang="en-AU" b="1" dirty="0"/>
              <a:t>contact tracing during the pandemic</a:t>
            </a:r>
            <a:r>
              <a:rPr lang="en-AU" dirty="0"/>
              <a:t>. </a:t>
            </a:r>
          </a:p>
          <a:p>
            <a:r>
              <a:rPr lang="en-AU" dirty="0"/>
              <a:t>However, </a:t>
            </a:r>
            <a:r>
              <a:rPr lang="en-AU" b="1" dirty="0"/>
              <a:t>its effectiveness, privacy implications and actual contribution became subjects of public debate.</a:t>
            </a:r>
          </a:p>
          <a:p>
            <a:r>
              <a:rPr lang="en-AU" dirty="0"/>
              <a:t>This example raises questions such as:</a:t>
            </a:r>
          </a:p>
          <a:p>
            <a:pPr lvl="0"/>
            <a:r>
              <a:rPr lang="en-AU" dirty="0"/>
              <a:t>Was the collected information necessary? </a:t>
            </a:r>
          </a:p>
          <a:p>
            <a:pPr lvl="0"/>
            <a:r>
              <a:rPr lang="en-AU" dirty="0"/>
              <a:t>Was the application sufficiently effective? </a:t>
            </a:r>
          </a:p>
          <a:p>
            <a:pPr lvl="0"/>
            <a:r>
              <a:rPr lang="en-AU" dirty="0"/>
              <a:t>Did the public clearly understand its limitations? </a:t>
            </a:r>
          </a:p>
          <a:p>
            <a:pPr lvl="0"/>
            <a:r>
              <a:rPr lang="en-AU" dirty="0"/>
              <a:t>Was collecting sensitive information justified by the benefit?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Social-media platforms helped people communicate during the pandemic, but also enabled misinformation, fear and harmful content to spread quickly. Platform algorithms influence what information users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4B964C-DD52-AE48-8C88-B5696F64CDB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68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example shows </a:t>
            </a:r>
            <a:r>
              <a:rPr lang="en-AU" b="1" dirty="0"/>
              <a:t>technology leaders being questioned </a:t>
            </a:r>
            <a:r>
              <a:rPr lang="en-AU" dirty="0"/>
              <a:t>about the effects of social-media platforms on young people.</a:t>
            </a:r>
          </a:p>
          <a:p>
            <a:r>
              <a:rPr lang="en-AU" b="1" dirty="0"/>
              <a:t>Recommendation algorithms </a:t>
            </a:r>
            <a:r>
              <a:rPr lang="en-AU" dirty="0"/>
              <a:t>may continually </a:t>
            </a:r>
            <a:r>
              <a:rPr lang="en-AU" b="1" dirty="0"/>
              <a:t>promote content </a:t>
            </a:r>
            <a:r>
              <a:rPr lang="en-AU" dirty="0"/>
              <a:t>that </a:t>
            </a:r>
            <a:r>
              <a:rPr lang="en-AU" b="1" dirty="0"/>
              <a:t>maximises attention</a:t>
            </a:r>
            <a:r>
              <a:rPr lang="en-AU" dirty="0"/>
              <a:t>, even when that content affects users’ mental health or </a:t>
            </a:r>
            <a:r>
              <a:rPr lang="en-AU" b="1" dirty="0"/>
              <a:t>exposes children to inappropriate material.</a:t>
            </a:r>
          </a:p>
          <a:p>
            <a:r>
              <a:rPr lang="en-AU" dirty="0"/>
              <a:t>The key issue is that </a:t>
            </a:r>
            <a:r>
              <a:rPr lang="en-AU" b="1" dirty="0"/>
              <a:t>organisations remain responsible </a:t>
            </a:r>
            <a:r>
              <a:rPr lang="en-AU" dirty="0"/>
              <a:t>for the social consequences of their algorithms.</a:t>
            </a:r>
          </a:p>
          <a:p>
            <a:r>
              <a:rPr lang="en-US" dirty="0"/>
              <a:t>Ex: suicidal thought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23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Some criminal-risk systems </a:t>
            </a:r>
            <a:r>
              <a:rPr lang="en-AU" b="1" dirty="0"/>
              <a:t>incorrectly labelled Black defendants as higher risk more </a:t>
            </a:r>
            <a:r>
              <a:rPr lang="en-AU" dirty="0"/>
              <a:t>often than White defendants. </a:t>
            </a:r>
          </a:p>
          <a:p>
            <a:r>
              <a:rPr lang="en-AU" dirty="0"/>
              <a:t>High-impact AI must be </a:t>
            </a:r>
            <a:r>
              <a:rPr lang="en-AU" b="1" dirty="0"/>
              <a:t>evaluated separately across demographic groups</a:t>
            </a:r>
            <a:r>
              <a:rPr lang="en-AU" dirty="0"/>
              <a:t>, </a:t>
            </a:r>
            <a:r>
              <a:rPr lang="en-AU" b="1" dirty="0"/>
              <a:t>not only through overall accuracy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Risk-assessment software used in the </a:t>
            </a:r>
            <a:r>
              <a:rPr lang="en-AU" b="1" dirty="0"/>
              <a:t>US criminal-justice system </a:t>
            </a:r>
            <a:r>
              <a:rPr lang="en-AU" dirty="0"/>
              <a:t>was reported to </a:t>
            </a:r>
            <a:r>
              <a:rPr lang="en-AU" b="1" dirty="0"/>
              <a:t>label Black defendants as high risk more frequently, including cases where they did not reoffend</a:t>
            </a:r>
            <a:r>
              <a:rPr lang="en-AU" dirty="0"/>
              <a:t>.</a:t>
            </a:r>
          </a:p>
          <a:p>
            <a:r>
              <a:rPr lang="en-AU" dirty="0"/>
              <a:t>An </a:t>
            </a:r>
            <a:r>
              <a:rPr lang="en-AU" b="1" dirty="0"/>
              <a:t>overall accuracy score cannot reveal whether errors are distributed unfairly</a:t>
            </a:r>
            <a:r>
              <a:rPr lang="en-AU" dirty="0"/>
              <a:t>. </a:t>
            </a:r>
          </a:p>
          <a:p>
            <a:r>
              <a:rPr lang="en-AU" b="1" dirty="0"/>
              <a:t>Performance should be compared across demographic groups.</a:t>
            </a:r>
          </a:p>
          <a:p>
            <a:r>
              <a:rPr lang="en-AU" dirty="0"/>
              <a:t>The lesson is:</a:t>
            </a:r>
          </a:p>
          <a:p>
            <a:r>
              <a:rPr lang="en-AU" dirty="0"/>
              <a:t>An AI-supported decision can reinforce historical discrimination when trained on biased data or evaluated inadequately.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31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Some </a:t>
            </a:r>
            <a:r>
              <a:rPr lang="en-AU" b="1" dirty="0"/>
              <a:t>facial-analysis systems </a:t>
            </a:r>
            <a:r>
              <a:rPr lang="en-AU" dirty="0"/>
              <a:t>have shown </a:t>
            </a:r>
            <a:r>
              <a:rPr lang="en-AU" b="1" dirty="0"/>
              <a:t>higher error rates for dark-skinned women </a:t>
            </a:r>
            <a:r>
              <a:rPr lang="en-AU" dirty="0"/>
              <a:t>than for light-skinned men.</a:t>
            </a:r>
          </a:p>
          <a:p>
            <a:r>
              <a:rPr lang="en-AU" dirty="0"/>
              <a:t>Possible reasons include:</a:t>
            </a:r>
          </a:p>
          <a:p>
            <a:pPr lvl="1"/>
            <a:r>
              <a:rPr lang="en-AU" b="1" dirty="0"/>
              <a:t>Unrepresentative training data </a:t>
            </a:r>
          </a:p>
          <a:p>
            <a:pPr lvl="1"/>
            <a:r>
              <a:rPr lang="en-AU" b="1" dirty="0"/>
              <a:t>Unequal image quality </a:t>
            </a:r>
          </a:p>
          <a:p>
            <a:pPr lvl="1"/>
            <a:r>
              <a:rPr lang="en-AU" b="1" dirty="0"/>
              <a:t>Inadequate testing across demographic groups </a:t>
            </a:r>
          </a:p>
          <a:p>
            <a:pPr lvl="1"/>
            <a:r>
              <a:rPr lang="en-AU" b="1" dirty="0"/>
              <a:t>Design teams lacking diversity </a:t>
            </a:r>
          </a:p>
          <a:p>
            <a:r>
              <a:rPr lang="en-AU" dirty="0"/>
              <a:t>A </a:t>
            </a:r>
            <a:r>
              <a:rPr lang="en-AU" b="1" dirty="0"/>
              <a:t>model should therefore be evaluated separately </a:t>
            </a:r>
            <a:r>
              <a:rPr lang="en-AU" dirty="0"/>
              <a:t>for different populations </a:t>
            </a:r>
            <a:r>
              <a:rPr lang="en-AU" b="1" dirty="0"/>
              <a:t>rather than only through total accuracy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539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Not every value violation becomes a major news story. </a:t>
            </a:r>
          </a:p>
          <a:p>
            <a:r>
              <a:rPr lang="en-AU" dirty="0"/>
              <a:t>Poorly designed systems may </a:t>
            </a:r>
            <a:r>
              <a:rPr lang="en-AU" b="1" dirty="0"/>
              <a:t>quietly reduce dignity, inclusion or a sense of belonging.</a:t>
            </a:r>
          </a:p>
          <a:p>
            <a:r>
              <a:rPr lang="en-AU" dirty="0"/>
              <a:t>For example, a university system that does not recognise a student’s </a:t>
            </a:r>
            <a:r>
              <a:rPr lang="en-AU" b="1" dirty="0"/>
              <a:t>preferred name </a:t>
            </a:r>
            <a:r>
              <a:rPr lang="en-AU" dirty="0"/>
              <a:t>may not create a dramatic public scandal, but it can still make the student </a:t>
            </a:r>
            <a:r>
              <a:rPr lang="en-AU" b="1" dirty="0"/>
              <a:t>feel excluded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71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  <a:p>
            <a:r>
              <a:rPr lang="en-AU" dirty="0"/>
              <a:t>Human-Centred AI, or HCAI, </a:t>
            </a:r>
            <a:r>
              <a:rPr lang="en-AU" b="1" dirty="0"/>
              <a:t>develops AI around human needs, abilities and values</a:t>
            </a:r>
            <a:r>
              <a:rPr lang="en-AU" dirty="0"/>
              <a:t>.</a:t>
            </a:r>
          </a:p>
          <a:p>
            <a:r>
              <a:rPr lang="en-AU" dirty="0"/>
              <a:t>Its purpose is not simply to replace people. It aims to:</a:t>
            </a:r>
          </a:p>
          <a:p>
            <a:pPr lvl="1"/>
            <a:r>
              <a:rPr lang="en-AU" b="1" dirty="0"/>
              <a:t>Support</a:t>
            </a:r>
            <a:r>
              <a:rPr lang="en-AU" dirty="0"/>
              <a:t> human decision-making </a:t>
            </a:r>
          </a:p>
          <a:p>
            <a:pPr lvl="1"/>
            <a:r>
              <a:rPr lang="en-AU" b="1" dirty="0"/>
              <a:t>Extend</a:t>
            </a:r>
            <a:r>
              <a:rPr lang="en-AU" dirty="0"/>
              <a:t> human capabilities </a:t>
            </a:r>
          </a:p>
          <a:p>
            <a:pPr lvl="1"/>
            <a:r>
              <a:rPr lang="en-AU" b="1" dirty="0"/>
              <a:t>Preserve</a:t>
            </a:r>
            <a:r>
              <a:rPr lang="en-AU" dirty="0"/>
              <a:t> human </a:t>
            </a:r>
            <a:r>
              <a:rPr lang="en-AU" b="1" dirty="0"/>
              <a:t>control</a:t>
            </a:r>
            <a:r>
              <a:rPr lang="en-AU" dirty="0"/>
              <a:t> </a:t>
            </a:r>
          </a:p>
          <a:p>
            <a:pPr lvl="1"/>
            <a:r>
              <a:rPr lang="en-AU" dirty="0"/>
              <a:t>Improve people’s experiences and wellbeing </a:t>
            </a:r>
          </a:p>
          <a:p>
            <a:r>
              <a:rPr lang="en-AU" dirty="0"/>
              <a:t>The central question is:</a:t>
            </a:r>
          </a:p>
          <a:p>
            <a:r>
              <a:rPr lang="en-AU" b="1" dirty="0"/>
              <a:t>How can AI empower people rather than make them powerless?</a:t>
            </a:r>
          </a:p>
          <a:p>
            <a:endParaRPr lang="en-AU" dirty="0"/>
          </a:p>
          <a:p>
            <a:r>
              <a:rPr lang="en-AU" dirty="0"/>
              <a:t>Human-Centred AI designs technology around </a:t>
            </a:r>
            <a:r>
              <a:rPr lang="en-AU" b="1" dirty="0"/>
              <a:t>human needs and values</a:t>
            </a:r>
            <a:r>
              <a:rPr lang="en-AU" dirty="0"/>
              <a:t>. </a:t>
            </a:r>
          </a:p>
          <a:p>
            <a:r>
              <a:rPr lang="en-AU" dirty="0"/>
              <a:t>Its purpose is not simply to replace people, but </a:t>
            </a:r>
            <a:r>
              <a:rPr lang="en-AU" b="1" dirty="0"/>
              <a:t>to empower them and preserve meaningful human control.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85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Four layers contribute to responsible systems:</a:t>
            </a:r>
          </a:p>
          <a:p>
            <a:pPr lvl="1"/>
            <a:r>
              <a:rPr lang="en-AU" b="1" dirty="0"/>
              <a:t>Reliable</a:t>
            </a:r>
            <a:r>
              <a:rPr lang="en-AU" dirty="0"/>
              <a:t> software engineering </a:t>
            </a:r>
          </a:p>
          <a:p>
            <a:pPr lvl="1"/>
            <a:r>
              <a:rPr lang="en-AU" dirty="0"/>
              <a:t>A reliable system </a:t>
            </a:r>
            <a:r>
              <a:rPr lang="en-AU" b="1" dirty="0"/>
              <a:t>behaves as expected </a:t>
            </a:r>
            <a:r>
              <a:rPr lang="en-AU" dirty="0"/>
              <a:t>when needed. </a:t>
            </a:r>
          </a:p>
          <a:p>
            <a:pPr lvl="1"/>
            <a:r>
              <a:rPr lang="en-AU" dirty="0"/>
              <a:t>Good engineering, testing, monitoring and audit trails </a:t>
            </a:r>
            <a:r>
              <a:rPr lang="en-AU" b="1" dirty="0"/>
              <a:t>help prevent failures </a:t>
            </a:r>
            <a:r>
              <a:rPr lang="en-AU" dirty="0"/>
              <a:t>and allow investigators to understand what happened.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pPr lvl="1"/>
            <a:r>
              <a:rPr lang="en-AU" dirty="0"/>
              <a:t>Organisational </a:t>
            </a:r>
            <a:r>
              <a:rPr lang="en-AU" b="1" dirty="0"/>
              <a:t>safety</a:t>
            </a:r>
            <a:r>
              <a:rPr lang="en-AU" dirty="0"/>
              <a:t> culture </a:t>
            </a:r>
          </a:p>
          <a:p>
            <a:pPr lvl="1"/>
            <a:r>
              <a:rPr lang="en-AU" dirty="0"/>
              <a:t>Safety must be an </a:t>
            </a:r>
            <a:r>
              <a:rPr lang="en-AU" b="1" dirty="0"/>
              <a:t>organisational priority, not merely a software feature.</a:t>
            </a:r>
            <a:r>
              <a:rPr lang="en-AU" dirty="0"/>
              <a:t> </a:t>
            </a:r>
          </a:p>
          <a:p>
            <a:pPr lvl="1"/>
            <a:r>
              <a:rPr lang="en-AU" b="1" dirty="0"/>
              <a:t>Leaders</a:t>
            </a:r>
            <a:r>
              <a:rPr lang="en-AU" dirty="0"/>
              <a:t> should </a:t>
            </a:r>
            <a:r>
              <a:rPr lang="en-AU" b="1" dirty="0"/>
              <a:t>encourage training, open reporting of failures, investigation of near misses </a:t>
            </a:r>
            <a:r>
              <a:rPr lang="en-AU" dirty="0"/>
              <a:t>and continuous improvement.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Trustworthiness</a:t>
            </a:r>
          </a:p>
          <a:p>
            <a:pPr lvl="1"/>
            <a:r>
              <a:rPr lang="en-AU" dirty="0"/>
              <a:t>Trust also depends on institutions. External auditors, professional bodies, insurers, researchers and civil-society organisations can independently examine whether an AI system deserves public trust.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Government regulation </a:t>
            </a:r>
          </a:p>
          <a:p>
            <a:pPr lvl="1"/>
            <a:endParaRPr lang="en-AU" dirty="0"/>
          </a:p>
          <a:p>
            <a:pPr lvl="1"/>
            <a:endParaRPr lang="en-AU" dirty="0"/>
          </a:p>
          <a:p>
            <a:r>
              <a:rPr lang="en-AU" dirty="0"/>
              <a:t>Technical quality alone is insufficient.</a:t>
            </a:r>
          </a:p>
          <a:p>
            <a:pPr marL="228600" indent="-228600">
              <a:buFont typeface="+mj-lt"/>
              <a:buAutoNum type="arabicPeriod"/>
            </a:pPr>
            <a:endParaRPr lang="en-AU" dirty="0"/>
          </a:p>
          <a:p>
            <a:pPr marL="228600" lvl="0" indent="-228600">
              <a:buFont typeface="+mj-lt"/>
              <a:buAutoNum type="arabicPeriod"/>
            </a:pPr>
            <a:r>
              <a:rPr lang="en-AU" b="1" dirty="0"/>
              <a:t>Reliable software:</a:t>
            </a:r>
            <a:r>
              <a:rPr lang="en-AU" dirty="0"/>
              <a:t> </a:t>
            </a:r>
            <a:r>
              <a:rPr lang="en-AU" b="1" dirty="0"/>
              <a:t>sound engineering</a:t>
            </a:r>
            <a:r>
              <a:rPr lang="en-AU" dirty="0"/>
              <a:t>, </a:t>
            </a:r>
            <a:r>
              <a:rPr lang="en-AU" b="1" dirty="0"/>
              <a:t>testing and monitoring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AU" b="1" dirty="0"/>
              <a:t>Safety culture:</a:t>
            </a:r>
            <a:r>
              <a:rPr lang="en-AU" dirty="0"/>
              <a:t> </a:t>
            </a:r>
            <a:r>
              <a:rPr lang="en-AU" b="1" dirty="0"/>
              <a:t>organisations</a:t>
            </a:r>
            <a:r>
              <a:rPr lang="en-AU" dirty="0"/>
              <a:t> prioritise safety and learn from failures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AU" b="1" dirty="0"/>
              <a:t>Independent certification:</a:t>
            </a:r>
            <a:r>
              <a:rPr lang="en-AU" dirty="0"/>
              <a:t> </a:t>
            </a:r>
            <a:r>
              <a:rPr lang="en-AU" b="1" dirty="0"/>
              <a:t>external experts </a:t>
            </a:r>
            <a:r>
              <a:rPr lang="en-AU" dirty="0"/>
              <a:t>examine the system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AU" b="1" dirty="0"/>
              <a:t>Government regulation:</a:t>
            </a:r>
            <a:r>
              <a:rPr lang="en-AU" dirty="0"/>
              <a:t> laws establish requirements and accountability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500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choice is not simply between human control and automation. A system can provide powerful automation while also maintaining strong human control, producing better performance and greater trust.</a:t>
            </a:r>
          </a:p>
          <a:p>
            <a:endParaRPr lang="en-AU" dirty="0"/>
          </a:p>
          <a:p>
            <a:r>
              <a:rPr lang="en-AU" b="1" dirty="0"/>
              <a:t>Automation and human control are not necessarily opposites</a:t>
            </a:r>
            <a:r>
              <a:rPr lang="en-AU" dirty="0"/>
              <a:t>. </a:t>
            </a:r>
          </a:p>
          <a:p>
            <a:r>
              <a:rPr lang="en-AU" dirty="0"/>
              <a:t>A system may provide strong automation while retaining strong human control.</a:t>
            </a:r>
          </a:p>
          <a:p>
            <a:r>
              <a:rPr lang="en-AU" dirty="0"/>
              <a:t>For example, an </a:t>
            </a:r>
            <a:r>
              <a:rPr lang="en-AU" b="1" dirty="0"/>
              <a:t>aircraft autopilot </a:t>
            </a:r>
            <a:r>
              <a:rPr lang="en-AU" dirty="0"/>
              <a:t>performs many tasks automatically, but pilots monitor the system and can intervene.</a:t>
            </a:r>
          </a:p>
          <a:p>
            <a:r>
              <a:rPr lang="en-AU" dirty="0"/>
              <a:t>The desirable goal is often:</a:t>
            </a:r>
          </a:p>
          <a:p>
            <a:r>
              <a:rPr lang="en-AU" b="1" dirty="0"/>
              <a:t>High </a:t>
            </a:r>
            <a:r>
              <a:rPr lang="en-AU" b="1" dirty="0" err="1"/>
              <a:t>automation+High</a:t>
            </a:r>
            <a:r>
              <a:rPr lang="en-AU" b="1" dirty="0"/>
              <a:t> human control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89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Human control and automation are presented as separate dimensions. The preferred position for complex tasks is often high automation combined with high human control.</a:t>
            </a:r>
          </a:p>
          <a:p>
            <a:endParaRPr lang="en-AU" dirty="0"/>
          </a:p>
          <a:p>
            <a:r>
              <a:rPr lang="en-AU" dirty="0"/>
              <a:t>The framework uses two independent dimensions:</a:t>
            </a:r>
          </a:p>
          <a:p>
            <a:pPr lvl="0"/>
            <a:r>
              <a:rPr lang="en-AU" dirty="0"/>
              <a:t>Level of computer automation </a:t>
            </a:r>
          </a:p>
          <a:p>
            <a:pPr lvl="0"/>
            <a:r>
              <a:rPr lang="en-AU" dirty="0"/>
              <a:t>Level of human control </a:t>
            </a:r>
          </a:p>
          <a:p>
            <a:r>
              <a:rPr lang="en-AU" dirty="0"/>
              <a:t>The upper-right quadrant represents systems with high automation and high human control. This is generally desirable for complex or high-impact activities.</a:t>
            </a:r>
          </a:p>
          <a:p>
            <a:r>
              <a:rPr lang="en-AU" dirty="0"/>
              <a:t>The lower-right area may be suitable for mature, predictable tasks such as an automatic transmission.</a:t>
            </a:r>
          </a:p>
          <a:p>
            <a:endParaRPr lang="en-AU" dirty="0"/>
          </a:p>
          <a:p>
            <a:pPr lvl="0"/>
            <a:r>
              <a:rPr lang="en-AU" b="1" dirty="0"/>
              <a:t>Low automation, low control:</a:t>
            </a:r>
            <a:r>
              <a:rPr lang="en-AU" dirty="0"/>
              <a:t> limited usefulness </a:t>
            </a:r>
          </a:p>
          <a:p>
            <a:pPr lvl="0"/>
            <a:r>
              <a:rPr lang="en-AU" b="1" dirty="0"/>
              <a:t>High automation, low control:</a:t>
            </a:r>
            <a:r>
              <a:rPr lang="en-AU" dirty="0"/>
              <a:t> potentially dangerous if the system fails </a:t>
            </a:r>
          </a:p>
          <a:p>
            <a:pPr lvl="0"/>
            <a:r>
              <a:rPr lang="en-AU" b="1" dirty="0"/>
              <a:t>Low automation, high control:</a:t>
            </a:r>
            <a:r>
              <a:rPr lang="en-AU" dirty="0"/>
              <a:t> humans perform most tasks </a:t>
            </a:r>
          </a:p>
          <a:p>
            <a:pPr lvl="0"/>
            <a:r>
              <a:rPr lang="en-AU" b="1" dirty="0"/>
              <a:t>High automation, high control:</a:t>
            </a:r>
            <a:r>
              <a:rPr lang="en-AU" dirty="0"/>
              <a:t> technology provides capability while humans retain authority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53030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Id1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2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10869248" cy="120549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46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AC642-E879-424C-83F3-EEBC514A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8A5D8-FEC4-4A4E-B9D4-51195D00E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21486-3DA9-C34D-9507-A4C8AE85E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9513-47CB-6644-B302-08B8DE89C503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26226-EAF0-3942-B788-DB78658C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6AE89-51F5-2B47-8964-1ED680DC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09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37473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theme/theme2.xml" Id="rId12" /><Relationship Type="http://schemas.openxmlformats.org/officeDocument/2006/relationships/slideLayout" Target="/ppt/slideLayouts/slideLayout13.xml" Id="rId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theme/theme3.xml" Id="rId13" /><Relationship Type="http://schemas.openxmlformats.org/officeDocument/2006/relationships/slideLayout" Target="/ppt/slideLayouts/slideLayout24.xml" Id="rId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1"/>
            <a:ext cx="12192000" cy="17890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94519"/>
            <a:ext cx="10869248" cy="1205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065467"/>
            <a:ext cx="10869248" cy="409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6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bg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F0EE2D-21CF-6447-BFCC-A704E625A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764CD-8543-1A43-8BAF-EF7CFCB43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B5A0F-400C-D649-B8F0-DAC397BBC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C842A-BF16-394E-B1EB-C533B8370B40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0897-01B8-F04E-BBB0-1E2A178C8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694A9-67E3-A544-8FC3-178C21A2B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9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e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2.png" Id="rI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3.tiff" Id="rId3" /><Relationship Type="http://schemas.openxmlformats.org/officeDocument/2006/relationships/notesSlide" Target="/ppt/notesSlides/notesSlide3.xml" Id="rId2" /><Relationship Type="http://schemas.openxmlformats.org/officeDocument/2006/relationships/slideLayout" Target="/ppt/slideLayouts/slideLayout13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4.jpeg" Id="rId3" /><Relationship Type="http://schemas.openxmlformats.org/officeDocument/2006/relationships/notesSlide" Target="/ppt/notesSlides/notesSlide4.xml" Id="rId2" /><Relationship Type="http://schemas.openxmlformats.org/officeDocument/2006/relationships/slideLayout" Target="/ppt/slideLayouts/slideLayout13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5.jpeg" Id="rId3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24.xml" Id="rId1" /><Relationship Type="http://schemas.openxmlformats.org/officeDocument/2006/relationships/image" Target="/ppt/media/image6.tiff" Id="rI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7.jpg" Id="rId3" /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13.xml" Id="rId1" /><Relationship Type="http://schemas.openxmlformats.org/officeDocument/2006/relationships/image" Target="/ppt/media/image9.tiff" Id="rId5" /><Relationship Type="http://schemas.openxmlformats.org/officeDocument/2006/relationships/image" Target="/ppt/media/image8.tiff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0.png" Id="rId3" /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13.xml" Id="rId1" /><Relationship Type="http://schemas.openxmlformats.org/officeDocument/2006/relationships/image" Target="/ppt/media/image12.jpeg" Id="rId5" /><Relationship Type="http://schemas.openxmlformats.org/officeDocument/2006/relationships/image" Target="/ppt/media/image11.png" Id="rI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3.png" Id="rId3" /><Relationship Type="http://schemas.openxmlformats.org/officeDocument/2006/relationships/notesSlide" Target="/ppt/notesSlides/notesSlide8.xml" Id="rId2" /><Relationship Type="http://schemas.openxmlformats.org/officeDocument/2006/relationships/slideLayout" Target="/ppt/slideLayouts/slideLayout13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notesSlide" Target="/ppt/notesSlides/notesSlide9.xml" Id="rId2" /><Relationship Type="http://schemas.openxmlformats.org/officeDocument/2006/relationships/slideLayout" Target="/ppt/slideLayouts/slideLayout24.xml" Id="rId1" /><Relationship Type="http://schemas.openxmlformats.org/officeDocument/2006/relationships/image" Target="/ppt/media/image15.png" Id="rId5" /><Relationship Type="http://schemas.openxmlformats.org/officeDocument/2006/relationships/image" Target="/ppt/media/image14.png" Id="rId4" /><Relationship Type="http://schemas.openxmlformats.org/officeDocument/2006/relationships/hyperlink" Target="https://www.propublica.org/article/machine-bias-risk-assessments-in-criminal-sentencing" TargetMode="External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6.png" Id="rId3" /><Relationship Type="http://schemas.openxmlformats.org/officeDocument/2006/relationships/notesSlide" Target="/ppt/notesSlides/notesSlide10.xml" Id="rId2" /><Relationship Type="http://schemas.openxmlformats.org/officeDocument/2006/relationships/slideLayout" Target="/ppt/slideLayouts/slideLayout24.xml" Id="rId1" /><Relationship Type="http://schemas.openxmlformats.org/officeDocument/2006/relationships/hyperlink" Target="https://www.youtube.com/watch?time_continue=299&amp;v=TWWsW1w-BVo&amp;feature=emb_logo" TargetMode="External" Id="rId5" /><Relationship Type="http://schemas.openxmlformats.org/officeDocument/2006/relationships/hyperlink" Target="https://www.youtube.com/watch?v=162VzSzzoPs" TargetMode="External" Id="rI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17.png" Id="rId3" /><Relationship Type="http://schemas.openxmlformats.org/officeDocument/2006/relationships/notesSlide" Target="/ppt/notesSlides/notesSlide11.xml" Id="rId2" /><Relationship Type="http://schemas.openxmlformats.org/officeDocument/2006/relationships/slideLayout" Target="/ppt/slideLayouts/slideLayout24.xml" Id="rId1" /><Relationship Type="http://schemas.openxmlformats.org/officeDocument/2006/relationships/image" Target="/ppt/media/image19.tiff" Id="rId6" /><Relationship Type="http://schemas.openxmlformats.org/officeDocument/2006/relationships/image" Target="/ppt/media/image18.jpg" Id="rId4" /><Relationship Type="http://schemas.openxmlformats.org/officeDocument/2006/relationships/hyperlink" Target="https://info.umkc.edu/unews/breaking-the-binary-trans-allies-explore-gender-identity/" TargetMode="External" Id="rI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diagramData" Target="/ppt/diagrams/data1.xml" Id="rId3" /><Relationship Type="http://schemas.microsoft.com/office/2007/relationships/diagramDrawing" Target="/ppt/diagrams/drawing1.xml" Id="rId7" /><Relationship Type="http://schemas.openxmlformats.org/officeDocument/2006/relationships/notesSlide" Target="/ppt/notesSlides/notesSlide12.xml" Id="rId2" /><Relationship Type="http://schemas.openxmlformats.org/officeDocument/2006/relationships/slideLayout" Target="/ppt/slideLayouts/slideLayout2.xml" Id="rId1" /><Relationship Type="http://schemas.openxmlformats.org/officeDocument/2006/relationships/diagramColors" Target="/ppt/diagrams/colors1.xml" Id="rId6" /><Relationship Type="http://schemas.openxmlformats.org/officeDocument/2006/relationships/diagramQuickStyle" Target="/ppt/diagrams/quickStyle1.xml" Id="rId5" /><Relationship Type="http://schemas.openxmlformats.org/officeDocument/2006/relationships/diagramLayout" Target="/ppt/diagrams/layout1.xml" Id="rI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customXml" Target="/ppt/ink/ink1.xml" Id="rId8" /><Relationship Type="http://schemas.openxmlformats.org/officeDocument/2006/relationships/image" Target="/ppt/media/image36.png" Id="rId13" /><Relationship Type="http://schemas.openxmlformats.org/officeDocument/2006/relationships/customXml" Target="/ppt/ink/ink6.xml" Id="rId18" /><Relationship Type="http://schemas.openxmlformats.org/officeDocument/2006/relationships/customXml" Target="/ppt/ink/ink10.xml" Id="rId26" /><Relationship Type="http://schemas.openxmlformats.org/officeDocument/2006/relationships/diagramData" Target="/ppt/diagrams/data2.xml" Id="rId3" /><Relationship Type="http://schemas.openxmlformats.org/officeDocument/2006/relationships/image" Target="/ppt/media/image40.png" Id="rId21" /><Relationship Type="http://schemas.microsoft.com/office/2007/relationships/diagramDrawing" Target="/ppt/diagrams/drawing2.xml" Id="rId7" /><Relationship Type="http://schemas.openxmlformats.org/officeDocument/2006/relationships/customXml" Target="/ppt/ink/ink3.xml" Id="rId12" /><Relationship Type="http://schemas.openxmlformats.org/officeDocument/2006/relationships/image" Target="/ppt/media/image38.png" Id="rId17" /><Relationship Type="http://schemas.openxmlformats.org/officeDocument/2006/relationships/image" Target="/ppt/media/image42.png" Id="rId25" /><Relationship Type="http://schemas.openxmlformats.org/officeDocument/2006/relationships/notesSlide" Target="/ppt/notesSlides/notesSlide13.xml" Id="rId2" /><Relationship Type="http://schemas.openxmlformats.org/officeDocument/2006/relationships/customXml" Target="/ppt/ink/ink5.xml" Id="rId16" /><Relationship Type="http://schemas.openxmlformats.org/officeDocument/2006/relationships/customXml" Target="/ppt/ink/ink7.xml" Id="rId20" /><Relationship Type="http://schemas.openxmlformats.org/officeDocument/2006/relationships/image" Target="/ppt/media/image44.png" Id="rId29" /><Relationship Type="http://schemas.openxmlformats.org/officeDocument/2006/relationships/slideLayout" Target="/ppt/slideLayouts/slideLayout2.xml" Id="rId1" /><Relationship Type="http://schemas.openxmlformats.org/officeDocument/2006/relationships/diagramColors" Target="/ppt/diagrams/colors2.xml" Id="rId6" /><Relationship Type="http://schemas.openxmlformats.org/officeDocument/2006/relationships/image" Target="/ppt/media/image35.png" Id="rId11" /><Relationship Type="http://schemas.openxmlformats.org/officeDocument/2006/relationships/customXml" Target="/ppt/ink/ink9.xml" Id="rId24" /><Relationship Type="http://schemas.openxmlformats.org/officeDocument/2006/relationships/diagramQuickStyle" Target="/ppt/diagrams/quickStyle2.xml" Id="rId5" /><Relationship Type="http://schemas.openxmlformats.org/officeDocument/2006/relationships/image" Target="/ppt/media/image37.png" Id="rId15" /><Relationship Type="http://schemas.openxmlformats.org/officeDocument/2006/relationships/image" Target="/ppt/media/image41.png" Id="rId23" /><Relationship Type="http://schemas.openxmlformats.org/officeDocument/2006/relationships/customXml" Target="/ppt/ink/ink11.xml" Id="rId28" /><Relationship Type="http://schemas.openxmlformats.org/officeDocument/2006/relationships/customXml" Target="/ppt/ink/ink2.xml" Id="rId10" /><Relationship Type="http://schemas.openxmlformats.org/officeDocument/2006/relationships/image" Target="/ppt/media/image39.png" Id="rId19" /><Relationship Type="http://schemas.openxmlformats.org/officeDocument/2006/relationships/diagramLayout" Target="/ppt/diagrams/layout2.xml" Id="rId4" /><Relationship Type="http://schemas.openxmlformats.org/officeDocument/2006/relationships/image" Target="/ppt/media/image34.png" Id="rId9" /><Relationship Type="http://schemas.openxmlformats.org/officeDocument/2006/relationships/customXml" Target="/ppt/ink/ink4.xml" Id="rId14" /><Relationship Type="http://schemas.openxmlformats.org/officeDocument/2006/relationships/customXml" Target="/ppt/ink/ink8.xml" Id="rId22" /><Relationship Type="http://schemas.openxmlformats.org/officeDocument/2006/relationships/image" Target="/ppt/media/image43.png" Id="rId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27.png" Id="rId3" /><Relationship Type="http://schemas.openxmlformats.org/officeDocument/2006/relationships/notesSlide" Target="/ppt/notesSlides/notesSlide14.xml" Id="rId2" /><Relationship Type="http://schemas.openxmlformats.org/officeDocument/2006/relationships/slideLayout" Target="/ppt/slideLayouts/slideLayout2.xml" Id="rId1" /><Relationship Type="http://schemas.openxmlformats.org/officeDocument/2006/relationships/image" Target="/ppt/media/image28.png" Id="rI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29.png" Id="rId3" /><Relationship Type="http://schemas.openxmlformats.org/officeDocument/2006/relationships/notesSlide" Target="/ppt/notesSlides/notesSlide15.xml" Id="rId2" /><Relationship Type="http://schemas.openxmlformats.org/officeDocument/2006/relationships/slideLayout" Target="/ppt/slideLayouts/slideLayout2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30.jpeg" Id="rId2" /><Relationship Type="http://schemas.openxmlformats.org/officeDocument/2006/relationships/slideLayout" Target="/ppt/slideLayouts/slideLayout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A26A151-13BF-4305-A6DC-9DC7C9877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FFDDA6-2CAE-438F-B0D6-FF4E710E2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29884" y="6324431"/>
            <a:ext cx="62116" cy="4289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F8BA2-5609-1185-67AB-D0B477AE4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27" y="448458"/>
            <a:ext cx="6010540" cy="25728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Human-Centered Artificial Intelligence + Modern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4F7A9-0B69-50D3-EFD6-01EB73B91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521" y="4055471"/>
            <a:ext cx="5022630" cy="31220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SIT112 | Intro to Data Science &amp; AI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Lecture Week 11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27DDA6F5-26EC-28A4-45B4-8F5AB8D9F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964" r="9242"/>
          <a:stretch/>
        </p:blipFill>
        <p:spPr>
          <a:xfrm>
            <a:off x="6083645" y="10"/>
            <a:ext cx="6108356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B6CD3-1079-C315-AFA6-5381F1AB7B61}"/>
              </a:ext>
            </a:extLst>
          </p:cNvPr>
          <p:cNvSpPr txBox="1"/>
          <p:nvPr/>
        </p:nvSpPr>
        <p:spPr>
          <a:xfrm>
            <a:off x="480876" y="577557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School of Information Technology, Deakin University</a:t>
            </a:r>
          </a:p>
        </p:txBody>
      </p:sp>
      <p:pic>
        <p:nvPicPr>
          <p:cNvPr id="2056" name="Picture 8" descr="Free Artificial Intelligence Brain illustration and picture">
            <a:extLst>
              <a:ext uri="{FF2B5EF4-FFF2-40B4-BE49-F238E27FC236}">
                <a16:creationId xmlns:a16="http://schemas.microsoft.com/office/drawing/2014/main" id="{2CAC7885-F5FC-9728-CD03-112A71453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321" y="1552489"/>
            <a:ext cx="60960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38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A6DA-3419-A897-C870-4DE8FDAFF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  <a:endParaRPr lang="en-AU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0BAF3-5E39-30F3-64D2-E4E3E051F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543" y="2182268"/>
            <a:ext cx="11025257" cy="4675732"/>
          </a:xfrm>
        </p:spPr>
        <p:txBody>
          <a:bodyPr>
            <a:normAutofit/>
          </a:bodyPr>
          <a:lstStyle/>
          <a:p>
            <a:r>
              <a:rPr lang="en-AU" dirty="0"/>
              <a:t>👥 </a:t>
            </a:r>
            <a:r>
              <a:rPr lang="en-AU" b="1" dirty="0"/>
              <a:t>Explain Human-Centred AI</a:t>
            </a:r>
            <a:r>
              <a:rPr lang="en-AU" dirty="0"/>
              <a:t> </a:t>
            </a:r>
          </a:p>
          <a:p>
            <a:r>
              <a:rPr lang="en-AU" dirty="0"/>
              <a:t>⚠️ </a:t>
            </a:r>
            <a:r>
              <a:rPr lang="en-AU" b="1" dirty="0"/>
              <a:t>Recognise ethical and social harm</a:t>
            </a:r>
            <a:r>
              <a:rPr lang="en-AU" dirty="0"/>
              <a:t> </a:t>
            </a:r>
          </a:p>
          <a:p>
            <a:r>
              <a:rPr lang="en-AU" dirty="0"/>
              <a:t>⚖️ </a:t>
            </a:r>
            <a:r>
              <a:rPr lang="en-AU" b="1" dirty="0"/>
              <a:t>Describe responsible AI principles</a:t>
            </a:r>
            <a:endParaRPr lang="en-AU" dirty="0"/>
          </a:p>
          <a:p>
            <a:r>
              <a:rPr lang="en-AU" dirty="0"/>
              <a:t>🔄 </a:t>
            </a:r>
            <a:r>
              <a:rPr lang="en-AU" b="1" dirty="0"/>
              <a:t>Define an AI agent</a:t>
            </a:r>
            <a:r>
              <a:rPr lang="en-AU" dirty="0"/>
              <a:t> </a:t>
            </a:r>
          </a:p>
          <a:p>
            <a:r>
              <a:rPr lang="en-AU" dirty="0"/>
              <a:t>🤖 </a:t>
            </a:r>
            <a:r>
              <a:rPr lang="en-AU" b="1" dirty="0"/>
              <a:t>Distinguish an AI model from an AI agent</a:t>
            </a:r>
            <a:endParaRPr lang="en-AU" dirty="0"/>
          </a:p>
          <a:p>
            <a:r>
              <a:rPr lang="en-AU" dirty="0"/>
              <a:t>🛡️ </a:t>
            </a:r>
            <a:r>
              <a:rPr lang="en-AU" b="1" dirty="0"/>
              <a:t>Design a responsible AI agent</a:t>
            </a:r>
            <a:r>
              <a:rPr lang="en-AU" dirty="0"/>
              <a:t> </a:t>
            </a:r>
          </a:p>
          <a:p>
            <a:endParaRPr lang="en-AU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6003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3" name="Rectangle 310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5" name="Freeform: Shape 310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7" name="Rectangle 310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9" name="Rectangle 310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11" name="Freeform: Shape 311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13" name="Isosceles Triangle 311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70D1B0-BFF5-7B45-BB26-201FC9634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186" y="512759"/>
            <a:ext cx="8474298" cy="6355725"/>
          </a:xfrm>
          <a:prstGeom prst="rect">
            <a:avLst/>
          </a:prstGeom>
          <a:ln>
            <a:noFill/>
          </a:ln>
        </p:spPr>
      </p:pic>
      <p:sp>
        <p:nvSpPr>
          <p:cNvPr id="3115" name="Isosceles Triangle 311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09A1A-0D49-D011-25CD-FF4DCC66A07B}"/>
              </a:ext>
            </a:extLst>
          </p:cNvPr>
          <p:cNvSpPr txBox="1"/>
          <p:nvPr/>
        </p:nvSpPr>
        <p:spPr>
          <a:xfrm>
            <a:off x="474600" y="128038"/>
            <a:ext cx="61028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400" b="1" dirty="0">
                <a:latin typeface="Cambria" panose="02040503050406030204" pitchFamily="18" charset="0"/>
                <a:ea typeface="Cambria" panose="02040503050406030204" pitchFamily="18" charset="0"/>
              </a:rPr>
              <a:t>Human Values</a:t>
            </a:r>
          </a:p>
        </p:txBody>
      </p:sp>
    </p:spTree>
    <p:extLst>
      <p:ext uri="{BB962C8B-B14F-4D97-AF65-F5344CB8AC3E}">
        <p14:creationId xmlns:p14="http://schemas.microsoft.com/office/powerpoint/2010/main" val="394423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7" name="Rectangle 3083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Blur, Close-Up, Girl, Woman, Hands, Model, Praying">
            <a:extLst>
              <a:ext uri="{FF2B5EF4-FFF2-40B4-BE49-F238E27FC236}">
                <a16:creationId xmlns:a16="http://schemas.microsoft.com/office/drawing/2014/main" id="{7BA4D9C6-801F-084B-BE6F-C074A4AC89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8" t="22847" r="5005" b="-1"/>
          <a:stretch/>
        </p:blipFill>
        <p:spPr bwMode="auto">
          <a:xfrm>
            <a:off x="20" y="10"/>
            <a:ext cx="121919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6" name="Rectangle 3085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D37CA0-5F1B-BD45-A823-5AD4E626EB39}"/>
              </a:ext>
            </a:extLst>
          </p:cNvPr>
          <p:cNvSpPr txBox="1"/>
          <p:nvPr/>
        </p:nvSpPr>
        <p:spPr>
          <a:xfrm>
            <a:off x="404553" y="3091928"/>
            <a:ext cx="907856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What could go wrong?</a:t>
            </a:r>
          </a:p>
        </p:txBody>
      </p:sp>
      <p:sp>
        <p:nvSpPr>
          <p:cNvPr id="3088" name="Rectangle: Rounded Corners 3087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1180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E8F7A3B-7778-42B8-9D8F-E5F9E44C7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6A9703-6F3C-CE46-8170-98CF8B4928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l="4241" r="-1" b="-1"/>
          <a:stretch/>
        </p:blipFill>
        <p:spPr>
          <a:xfrm>
            <a:off x="2353569" y="10"/>
            <a:ext cx="9838414" cy="685799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8E1743B-BB51-4C4B-AABD-3D6BDFE5D886}"/>
              </a:ext>
            </a:extLst>
          </p:cNvPr>
          <p:cNvSpPr txBox="1">
            <a:spLocks/>
          </p:cNvSpPr>
          <p:nvPr/>
        </p:nvSpPr>
        <p:spPr>
          <a:xfrm>
            <a:off x="6513788" y="365125"/>
            <a:ext cx="4840010" cy="1949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phant"/>
                <a:ea typeface="+mn-ea"/>
                <a:cs typeface="+mn-cs"/>
              </a:rPr>
              <a:t>Hurricane Irma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lephant"/>
                <a:ea typeface="+mn-ea"/>
                <a:cs typeface="+mn-cs"/>
              </a:rPr>
              <a:t>Price Gouging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79949C-E0F9-8C46-A1EC-0AEE386048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246" r="21220" b="-1"/>
          <a:stretch/>
        </p:blipFill>
        <p:spPr>
          <a:xfrm>
            <a:off x="20" y="10"/>
            <a:ext cx="611656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AB1EBF-B13C-9C47-A91C-7702AD58F7B6}"/>
              </a:ext>
            </a:extLst>
          </p:cNvPr>
          <p:cNvSpPr txBox="1">
            <a:spLocks/>
          </p:cNvSpPr>
          <p:nvPr/>
        </p:nvSpPr>
        <p:spPr>
          <a:xfrm>
            <a:off x="6513788" y="2450774"/>
            <a:ext cx="5373412" cy="2608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5 hours flight from Miami to Phoenix</a:t>
            </a:r>
            <a:endParaRPr kumimoji="0" lang="en-US" sz="2000" b="1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Prices skyrocketed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from $547 to over $3,258 USD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r>
              <a:rPr lang="en-US" sz="2000" dirty="0"/>
              <a:t>New York Times:</a:t>
            </a:r>
            <a:r>
              <a:rPr lang="en-US" sz="2000" i="1" dirty="0"/>
              <a:t> “there are </a:t>
            </a:r>
            <a:r>
              <a:rPr lang="en-US" sz="2000" b="1" i="1" dirty="0"/>
              <a:t>no ethics valves</a:t>
            </a:r>
            <a:r>
              <a:rPr lang="en-US" sz="2000" i="1" dirty="0"/>
              <a:t> built into the system that prevent an airline from overcharging”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332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96F5C69-D442-BF43-B168-B7C960BC0477}"/>
              </a:ext>
            </a:extLst>
          </p:cNvPr>
          <p:cNvSpPr txBox="1">
            <a:spLocks/>
          </p:cNvSpPr>
          <p:nvPr/>
        </p:nvSpPr>
        <p:spPr>
          <a:xfrm>
            <a:off x="664726" y="438834"/>
            <a:ext cx="6125964" cy="19068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r>
              <a:rPr kumimoji="0" lang="en-US" sz="44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Volkswagen Fuel Emission Fiasco - 2015</a:t>
            </a:r>
          </a:p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  <a:defRPr/>
            </a:pPr>
            <a:endParaRPr kumimoji="0" lang="en-US" sz="4400" b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E4655-B399-4142-A442-6C2C2DCCCC28}"/>
              </a:ext>
            </a:extLst>
          </p:cNvPr>
          <p:cNvSpPr txBox="1"/>
          <p:nvPr/>
        </p:nvSpPr>
        <p:spPr>
          <a:xfrm>
            <a:off x="937950" y="2779520"/>
            <a:ext cx="5277793" cy="3465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A  </a:t>
            </a:r>
            <a:r>
              <a:rPr kumimoji="0" lang="en-US" sz="2000" b="0" u="none" strike="noStrike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deceptively</a:t>
            </a:r>
            <a:r>
              <a:rPr kumimoji="0" lang="en-US" sz="2000" b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designed </a:t>
            </a:r>
            <a:r>
              <a:rPr kumimoji="0" lang="en-US" sz="2000" b="0" u="none" strike="noStrike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kumimoji="0" lang="en-US" sz="2000" b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suppressed the fuel emission control system on the road while keeping it engaged in the lab. 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Breaching the company’s value “Responsible Thinking”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25% drop in sales in a year. 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Resignation of the CEO</a:t>
            </a:r>
          </a:p>
          <a:p>
            <a:pPr marL="0" marR="0" lvl="0" indent="-2286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D1B593C-0D22-0948-995B-C1D9430384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145" b="-4"/>
          <a:stretch/>
        </p:blipFill>
        <p:spPr>
          <a:xfrm>
            <a:off x="8945002" y="4098486"/>
            <a:ext cx="3255898" cy="2759520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2" name="Picture 1" descr="A cartoon of a person standing on a car&#10;&#10;Description automatically generated">
            <a:extLst>
              <a:ext uri="{FF2B5EF4-FFF2-40B4-BE49-F238E27FC236}">
                <a16:creationId xmlns:a16="http://schemas.microsoft.com/office/drawing/2014/main" id="{25E0F31F-3563-EBF2-4139-3FB3FEF0E4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201" r="5440" b="2"/>
          <a:stretch/>
        </p:blipFill>
        <p:spPr>
          <a:xfrm>
            <a:off x="6460972" y="3164007"/>
            <a:ext cx="2745312" cy="2759520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6" name="Picture 5" descr="A small green car&#10;&#10;Description automatically generated with low confidence">
            <a:extLst>
              <a:ext uri="{FF2B5EF4-FFF2-40B4-BE49-F238E27FC236}">
                <a16:creationId xmlns:a16="http://schemas.microsoft.com/office/drawing/2014/main" id="{1EA0104B-70BA-ED40-9F72-27E00D5CF9D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08" r="10547" b="-2"/>
          <a:stretch/>
        </p:blipFill>
        <p:spPr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97646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233B3D-AD29-B81C-7DEA-C0777DB29A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844"/>
          <a:stretch/>
        </p:blipFill>
        <p:spPr>
          <a:xfrm>
            <a:off x="0" y="0"/>
            <a:ext cx="5845629" cy="36086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7E2EA1-8442-3697-B4D8-FF9EC79EE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164" y="3608614"/>
            <a:ext cx="8964386" cy="3153595"/>
          </a:xfrm>
          <a:prstGeom prst="rect">
            <a:avLst/>
          </a:prstGeom>
        </p:spPr>
      </p:pic>
      <p:pic>
        <p:nvPicPr>
          <p:cNvPr id="6146" name="Picture 2" descr="a hand holds a screen showing the message on the covidsafe app that it will no longer be collecting data">
            <a:extLst>
              <a:ext uri="{FF2B5EF4-FFF2-40B4-BE49-F238E27FC236}">
                <a16:creationId xmlns:a16="http://schemas.microsoft.com/office/drawing/2014/main" id="{0DB1DC87-A24A-6D4F-5659-3A46FC4BAA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1"/>
          <a:stretch/>
        </p:blipFill>
        <p:spPr bwMode="auto">
          <a:xfrm>
            <a:off x="6014357" y="0"/>
            <a:ext cx="5302701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67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26F63-B37E-38A7-C585-7DC638A7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A6629-17EF-5F8E-22A3-E303BD710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1819965" cy="661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03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2245F03-66D5-45EC-A0B5-90E656B11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40A871-8BD7-CF4B-A77E-C7AC77A2D6E7}"/>
              </a:ext>
            </a:extLst>
          </p:cNvPr>
          <p:cNvSpPr/>
          <p:nvPr/>
        </p:nvSpPr>
        <p:spPr>
          <a:xfrm>
            <a:off x="714360" y="5342179"/>
            <a:ext cx="10201796" cy="115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Falsely labeling black defendants as potential criminals by the </a:t>
            </a:r>
            <a:r>
              <a:rPr kumimoji="0" lang="en-US" sz="2300" b="0" u="none" strike="noStrike" kern="1200" cap="none" spc="0" normalizeH="0" baseline="0" noProof="0" dirty="0">
                <a:ln>
                  <a:noFill/>
                </a:ln>
                <a:solidFill>
                  <a:srgbClr val="E8908B">
                    <a:lumMod val="7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recidivism assessment models of the US criminal justice </a:t>
            </a:r>
            <a:r>
              <a:rPr kumimoji="0" lang="en-US" sz="23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system.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DC9407-7A79-B441-B4C0-A5680550A064}"/>
              </a:ext>
            </a:extLst>
          </p:cNvPr>
          <p:cNvSpPr/>
          <p:nvPr/>
        </p:nvSpPr>
        <p:spPr>
          <a:xfrm>
            <a:off x="1050467" y="6310176"/>
            <a:ext cx="10088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  <a:hlinkClick r:id="rId3"/>
              </a:rPr>
              <a:t>https://www.propublica.org/article/machine-bias-risk-assessments-in-criminal-sentencing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0677EF-9FA8-1C44-A142-01F0CB055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285" y="1615894"/>
            <a:ext cx="3741287" cy="36904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38CFA7-E0FB-C342-BBE6-B9F4C7D7D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605" y="1615893"/>
            <a:ext cx="3545541" cy="36904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2FAFCF-F0CA-0DEE-9782-FFC9815F13F5}"/>
              </a:ext>
            </a:extLst>
          </p:cNvPr>
          <p:cNvSpPr txBox="1"/>
          <p:nvPr/>
        </p:nvSpPr>
        <p:spPr>
          <a:xfrm>
            <a:off x="476614" y="363841"/>
            <a:ext cx="106618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000" b="1" dirty="0">
                <a:latin typeface="Cambria" panose="02040503050406030204" pitchFamily="18" charset="0"/>
                <a:ea typeface="Cambria" panose="02040503050406030204" pitchFamily="18" charset="0"/>
              </a:rPr>
              <a:t>Racial bias in criminal-risk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2183288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DD8E39-EA14-4679-9655-1BFF5A7B6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A9A80-7486-EB42-80DB-9D314CDF49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465" b="3600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560655" y="6858000"/>
                </a:lnTo>
                <a:lnTo>
                  <a:pt x="11572884" y="6759738"/>
                </a:lnTo>
                <a:cubicBezTo>
                  <a:pt x="11663744" y="6693104"/>
                  <a:pt x="11749315" y="6619456"/>
                  <a:pt x="11812292" y="6532282"/>
                </a:cubicBezTo>
                <a:cubicBezTo>
                  <a:pt x="11851232" y="6478675"/>
                  <a:pt x="11886807" y="6425068"/>
                  <a:pt x="11956995" y="6386992"/>
                </a:cubicBezTo>
                <a:cubicBezTo>
                  <a:pt x="11918054" y="6334888"/>
                  <a:pt x="11851232" y="6322863"/>
                  <a:pt x="11801234" y="6284788"/>
                </a:cubicBezTo>
                <a:cubicBezTo>
                  <a:pt x="11797390" y="6253224"/>
                  <a:pt x="11876711" y="6262743"/>
                  <a:pt x="11856520" y="6193604"/>
                </a:cubicBezTo>
                <a:cubicBezTo>
                  <a:pt x="11829119" y="6101419"/>
                  <a:pt x="11858923" y="5996209"/>
                  <a:pt x="11722875" y="5956630"/>
                </a:cubicBezTo>
                <a:cubicBezTo>
                  <a:pt x="11686819" y="5866950"/>
                  <a:pt x="11676724" y="5723664"/>
                  <a:pt x="11763258" y="5635988"/>
                </a:cubicBezTo>
                <a:cubicBezTo>
                  <a:pt x="11892094" y="5505226"/>
                  <a:pt x="11871424" y="5422059"/>
                  <a:pt x="11706050" y="5351418"/>
                </a:cubicBezTo>
                <a:cubicBezTo>
                  <a:pt x="11684896" y="5342400"/>
                  <a:pt x="11707491" y="4786287"/>
                  <a:pt x="11697876" y="4763241"/>
                </a:cubicBezTo>
                <a:cubicBezTo>
                  <a:pt x="11713260" y="4731677"/>
                  <a:pt x="11749315" y="4739192"/>
                  <a:pt x="11776236" y="4730675"/>
                </a:cubicBezTo>
                <a:cubicBezTo>
                  <a:pt x="11894018" y="4694603"/>
                  <a:pt x="11897864" y="4694603"/>
                  <a:pt x="11868540" y="4584884"/>
                </a:cubicBezTo>
                <a:cubicBezTo>
                  <a:pt x="11859884" y="4551817"/>
                  <a:pt x="11880076" y="4538289"/>
                  <a:pt x="11898825" y="4517749"/>
                </a:cubicBezTo>
                <a:cubicBezTo>
                  <a:pt x="11969013" y="4441095"/>
                  <a:pt x="11969494" y="4440094"/>
                  <a:pt x="11897864" y="4375464"/>
                </a:cubicBezTo>
                <a:cubicBezTo>
                  <a:pt x="11877192" y="4356928"/>
                  <a:pt x="11863252" y="4336887"/>
                  <a:pt x="11854116" y="4311838"/>
                </a:cubicBezTo>
                <a:cubicBezTo>
                  <a:pt x="11837290" y="4266245"/>
                  <a:pt x="11837771" y="4228169"/>
                  <a:pt x="11901709" y="4203620"/>
                </a:cubicBezTo>
                <a:cubicBezTo>
                  <a:pt x="11946418" y="4186086"/>
                  <a:pt x="11971897" y="4166044"/>
                  <a:pt x="11974782" y="4114442"/>
                </a:cubicBezTo>
                <a:cubicBezTo>
                  <a:pt x="11976706" y="4071355"/>
                  <a:pt x="11981993" y="4043299"/>
                  <a:pt x="11932476" y="4024762"/>
                </a:cubicBezTo>
                <a:cubicBezTo>
                  <a:pt x="11892576" y="4009732"/>
                  <a:pt x="11881038" y="3977668"/>
                  <a:pt x="11885365" y="3939592"/>
                </a:cubicBezTo>
                <a:cubicBezTo>
                  <a:pt x="11895460" y="3846405"/>
                  <a:pt x="11841137" y="3791796"/>
                  <a:pt x="11751719" y="3749211"/>
                </a:cubicBezTo>
                <a:cubicBezTo>
                  <a:pt x="11666628" y="3708629"/>
                  <a:pt x="11592115" y="3654019"/>
                  <a:pt x="11513754" y="3604420"/>
                </a:cubicBezTo>
                <a:cubicBezTo>
                  <a:pt x="11426740" y="3549310"/>
                  <a:pt x="11325786" y="3516243"/>
                  <a:pt x="11220504" y="3488188"/>
                </a:cubicBezTo>
                <a:cubicBezTo>
                  <a:pt x="11239734" y="3448108"/>
                  <a:pt x="11306076" y="3470653"/>
                  <a:pt x="11312805" y="3414541"/>
                </a:cubicBezTo>
                <a:cubicBezTo>
                  <a:pt x="11148394" y="3366945"/>
                  <a:pt x="10991193" y="3295301"/>
                  <a:pt x="10805146" y="3277767"/>
                </a:cubicBezTo>
                <a:cubicBezTo>
                  <a:pt x="10955618" y="3286784"/>
                  <a:pt x="11092147" y="3222154"/>
                  <a:pt x="11234926" y="3203117"/>
                </a:cubicBezTo>
                <a:cubicBezTo>
                  <a:pt x="11248386" y="3171554"/>
                  <a:pt x="11217140" y="3179569"/>
                  <a:pt x="11204640" y="3174060"/>
                </a:cubicBezTo>
                <a:cubicBezTo>
                  <a:pt x="11192140" y="3168047"/>
                  <a:pt x="11176757" y="3166042"/>
                  <a:pt x="11174834" y="3143498"/>
                </a:cubicBezTo>
                <a:cubicBezTo>
                  <a:pt x="11243580" y="3110932"/>
                  <a:pt x="11329632" y="3132475"/>
                  <a:pt x="11400780" y="3099410"/>
                </a:cubicBezTo>
                <a:cubicBezTo>
                  <a:pt x="11384916" y="3051314"/>
                  <a:pt x="11323382" y="3080371"/>
                  <a:pt x="11297902" y="3041793"/>
                </a:cubicBezTo>
                <a:cubicBezTo>
                  <a:pt x="11364246" y="3034780"/>
                  <a:pt x="11425779" y="3031774"/>
                  <a:pt x="11485870" y="3021253"/>
                </a:cubicBezTo>
                <a:cubicBezTo>
                  <a:pt x="11532984" y="3013236"/>
                  <a:pt x="11545964" y="2972154"/>
                  <a:pt x="11513754" y="2944098"/>
                </a:cubicBezTo>
                <a:cubicBezTo>
                  <a:pt x="11484909" y="2919049"/>
                  <a:pt x="11442604" y="2917044"/>
                  <a:pt x="11405107" y="2906523"/>
                </a:cubicBezTo>
                <a:cubicBezTo>
                  <a:pt x="11137817" y="2833377"/>
                  <a:pt x="10857066" y="2809829"/>
                  <a:pt x="10572950" y="2803317"/>
                </a:cubicBezTo>
                <a:cubicBezTo>
                  <a:pt x="10117210" y="2792795"/>
                  <a:pt x="9660028" y="2793297"/>
                  <a:pt x="9205250" y="2778767"/>
                </a:cubicBezTo>
                <a:cubicBezTo>
                  <a:pt x="8996489" y="2772379"/>
                  <a:pt x="8788540" y="2761765"/>
                  <a:pt x="8579578" y="2759181"/>
                </a:cubicBezTo>
                <a:cubicBezTo>
                  <a:pt x="8509922" y="2758320"/>
                  <a:pt x="8440155" y="2758352"/>
                  <a:pt x="8370208" y="2759730"/>
                </a:cubicBezTo>
                <a:cubicBezTo>
                  <a:pt x="8070708" y="2765742"/>
                  <a:pt x="7771690" y="2764238"/>
                  <a:pt x="7470748" y="2819849"/>
                </a:cubicBezTo>
                <a:cubicBezTo>
                  <a:pt x="7316911" y="2848407"/>
                  <a:pt x="7156825" y="2838887"/>
                  <a:pt x="7001547" y="2861432"/>
                </a:cubicBezTo>
                <a:cubicBezTo>
                  <a:pt x="6765024" y="2896002"/>
                  <a:pt x="6528501" y="2936583"/>
                  <a:pt x="6295343" y="2988688"/>
                </a:cubicBezTo>
                <a:cubicBezTo>
                  <a:pt x="6222271" y="3005220"/>
                  <a:pt x="6131892" y="3015241"/>
                  <a:pt x="6075166" y="3078367"/>
                </a:cubicBezTo>
                <a:cubicBezTo>
                  <a:pt x="5985266" y="3038288"/>
                  <a:pt x="5929502" y="3113938"/>
                  <a:pt x="5859314" y="3139490"/>
                </a:cubicBezTo>
                <a:cubicBezTo>
                  <a:pt x="5831912" y="3149510"/>
                  <a:pt x="5795857" y="3163538"/>
                  <a:pt x="5800183" y="3195101"/>
                </a:cubicBezTo>
                <a:cubicBezTo>
                  <a:pt x="5804030" y="3234680"/>
                  <a:pt x="5844410" y="3260231"/>
                  <a:pt x="5882870" y="3252215"/>
                </a:cubicBezTo>
                <a:cubicBezTo>
                  <a:pt x="6002574" y="3227164"/>
                  <a:pt x="6109777" y="3283277"/>
                  <a:pt x="6232848" y="3274760"/>
                </a:cubicBezTo>
                <a:cubicBezTo>
                  <a:pt x="6125643" y="3298808"/>
                  <a:pt x="6018918" y="3323358"/>
                  <a:pt x="5911715" y="3347407"/>
                </a:cubicBezTo>
                <a:cubicBezTo>
                  <a:pt x="6070839" y="3366444"/>
                  <a:pt x="6227559" y="3332376"/>
                  <a:pt x="6384279" y="3312836"/>
                </a:cubicBezTo>
                <a:cubicBezTo>
                  <a:pt x="6434757" y="3306824"/>
                  <a:pt x="6513117" y="3260732"/>
                  <a:pt x="6526097" y="3325362"/>
                </a:cubicBezTo>
                <a:cubicBezTo>
                  <a:pt x="6534750" y="3368448"/>
                  <a:pt x="6450622" y="3371454"/>
                  <a:pt x="6403028" y="3383478"/>
                </a:cubicBezTo>
                <a:cubicBezTo>
                  <a:pt x="6192945" y="3435081"/>
                  <a:pt x="5979497" y="3465141"/>
                  <a:pt x="5767013" y="3500713"/>
                </a:cubicBezTo>
                <a:cubicBezTo>
                  <a:pt x="5746822" y="3504220"/>
                  <a:pt x="5720381" y="3501214"/>
                  <a:pt x="5706920" y="3511233"/>
                </a:cubicBezTo>
                <a:cubicBezTo>
                  <a:pt x="5598272" y="3591895"/>
                  <a:pt x="5460782" y="3618449"/>
                  <a:pt x="5310793" y="3677066"/>
                </a:cubicBezTo>
                <a:cubicBezTo>
                  <a:pt x="5405498" y="3704622"/>
                  <a:pt x="5469435" y="3648007"/>
                  <a:pt x="5548276" y="3660533"/>
                </a:cubicBezTo>
                <a:cubicBezTo>
                  <a:pt x="5467993" y="3721154"/>
                  <a:pt x="5374730" y="3732677"/>
                  <a:pt x="5293005" y="3765743"/>
                </a:cubicBezTo>
                <a:cubicBezTo>
                  <a:pt x="5234355" y="3789291"/>
                  <a:pt x="5016580" y="3862938"/>
                  <a:pt x="4983410" y="3883981"/>
                </a:cubicBezTo>
                <a:cubicBezTo>
                  <a:pt x="4883416" y="3949110"/>
                  <a:pt x="4756501" y="3979672"/>
                  <a:pt x="4674775" y="4068850"/>
                </a:cubicBezTo>
                <a:cubicBezTo>
                  <a:pt x="4617087" y="4131477"/>
                  <a:pt x="4520939" y="4119952"/>
                  <a:pt x="4453155" y="4163539"/>
                </a:cubicBezTo>
                <a:cubicBezTo>
                  <a:pt x="4429119" y="4204622"/>
                  <a:pt x="4475751" y="4215143"/>
                  <a:pt x="4492095" y="4237188"/>
                </a:cubicBezTo>
                <a:cubicBezTo>
                  <a:pt x="4513728" y="4266746"/>
                  <a:pt x="4475269" y="4283280"/>
                  <a:pt x="4464213" y="4318851"/>
                </a:cubicBezTo>
                <a:cubicBezTo>
                  <a:pt x="4591608" y="4278771"/>
                  <a:pt x="4713234" y="4255223"/>
                  <a:pt x="4857456" y="4241696"/>
                </a:cubicBezTo>
                <a:cubicBezTo>
                  <a:pt x="4809862" y="4299311"/>
                  <a:pt x="4752174" y="4274261"/>
                  <a:pt x="4713234" y="4295303"/>
                </a:cubicBezTo>
                <a:cubicBezTo>
                  <a:pt x="4687756" y="4308830"/>
                  <a:pt x="4648816" y="4314843"/>
                  <a:pt x="4656026" y="4348410"/>
                </a:cubicBezTo>
                <a:cubicBezTo>
                  <a:pt x="4661795" y="4374963"/>
                  <a:pt x="4694486" y="4371456"/>
                  <a:pt x="4718523" y="4368951"/>
                </a:cubicBezTo>
                <a:cubicBezTo>
                  <a:pt x="4810825" y="4359433"/>
                  <a:pt x="4900722" y="4356425"/>
                  <a:pt x="4989178" y="4420054"/>
                </a:cubicBezTo>
                <a:cubicBezTo>
                  <a:pt x="4764193" y="4512739"/>
                  <a:pt x="4505557" y="4473661"/>
                  <a:pt x="4304127" y="4609933"/>
                </a:cubicBezTo>
                <a:cubicBezTo>
                  <a:pt x="4332491" y="4652018"/>
                  <a:pt x="4372871" y="4629473"/>
                  <a:pt x="4402677" y="4624463"/>
                </a:cubicBezTo>
                <a:cubicBezTo>
                  <a:pt x="4598338" y="4590394"/>
                  <a:pt x="5297331" y="4651016"/>
                  <a:pt x="5398287" y="4608430"/>
                </a:cubicBezTo>
                <a:cubicBezTo>
                  <a:pt x="5460301" y="4582379"/>
                  <a:pt x="5525682" y="4569853"/>
                  <a:pt x="5592504" y="4585886"/>
                </a:cubicBezTo>
                <a:cubicBezTo>
                  <a:pt x="5656923" y="4601416"/>
                  <a:pt x="5640578" y="4819353"/>
                  <a:pt x="5411266" y="4964142"/>
                </a:cubicBezTo>
                <a:cubicBezTo>
                  <a:pt x="5378575" y="4984684"/>
                  <a:pt x="5524721" y="5014244"/>
                  <a:pt x="5480493" y="5031277"/>
                </a:cubicBezTo>
                <a:cubicBezTo>
                  <a:pt x="5445880" y="5044804"/>
                  <a:pt x="5276179" y="5037289"/>
                  <a:pt x="5233393" y="5047810"/>
                </a:cubicBezTo>
                <a:cubicBezTo>
                  <a:pt x="5216567" y="5052318"/>
                  <a:pt x="4701216" y="5221157"/>
                  <a:pt x="4750251" y="5256728"/>
                </a:cubicBezTo>
                <a:cubicBezTo>
                  <a:pt x="4896877" y="5363441"/>
                  <a:pt x="5388190" y="5558833"/>
                  <a:pt x="4508440" y="5624965"/>
                </a:cubicBezTo>
                <a:cubicBezTo>
                  <a:pt x="4536323" y="5663542"/>
                  <a:pt x="4613241" y="5638994"/>
                  <a:pt x="4602665" y="5706629"/>
                </a:cubicBezTo>
                <a:cubicBezTo>
                  <a:pt x="4485845" y="5743202"/>
                  <a:pt x="4350758" y="5741198"/>
                  <a:pt x="4215189" y="5797811"/>
                </a:cubicBezTo>
                <a:cubicBezTo>
                  <a:pt x="4276245" y="5838893"/>
                  <a:pt x="4346432" y="5813844"/>
                  <a:pt x="4407966" y="5826870"/>
                </a:cubicBezTo>
                <a:cubicBezTo>
                  <a:pt x="4373353" y="5878473"/>
                  <a:pt x="4313741" y="5870457"/>
                  <a:pt x="4265186" y="5881478"/>
                </a:cubicBezTo>
                <a:cubicBezTo>
                  <a:pt x="4220479" y="5892001"/>
                  <a:pt x="4125774" y="5981680"/>
                  <a:pt x="4145964" y="5977170"/>
                </a:cubicBezTo>
                <a:cubicBezTo>
                  <a:pt x="4332971" y="5937091"/>
                  <a:pt x="4522862" y="5948113"/>
                  <a:pt x="4710350" y="5909035"/>
                </a:cubicBezTo>
                <a:cubicBezTo>
                  <a:pt x="4772366" y="5896009"/>
                  <a:pt x="4842554" y="5870958"/>
                  <a:pt x="4870916" y="5949616"/>
                </a:cubicBezTo>
                <a:cubicBezTo>
                  <a:pt x="4879571" y="5972663"/>
                  <a:pt x="4873320" y="5980177"/>
                  <a:pt x="4960333" y="5949115"/>
                </a:cubicBezTo>
                <a:cubicBezTo>
                  <a:pt x="4994466" y="5937091"/>
                  <a:pt x="5039656" y="5924065"/>
                  <a:pt x="5073788" y="5953623"/>
                </a:cubicBezTo>
                <a:cubicBezTo>
                  <a:pt x="5052154" y="5990698"/>
                  <a:pt x="5010331" y="5979675"/>
                  <a:pt x="4979084" y="5990197"/>
                </a:cubicBezTo>
                <a:cubicBezTo>
                  <a:pt x="4896397" y="6017250"/>
                  <a:pt x="5180513" y="6120457"/>
                  <a:pt x="5100228" y="6151519"/>
                </a:cubicBezTo>
                <a:cubicBezTo>
                  <a:pt x="4935817" y="6215148"/>
                  <a:pt x="4832938" y="6196611"/>
                  <a:pt x="4666602" y="6266250"/>
                </a:cubicBezTo>
                <a:cubicBezTo>
                  <a:pt x="4723331" y="6264746"/>
                  <a:pt x="4706024" y="6288795"/>
                  <a:pt x="4762750" y="6288795"/>
                </a:cubicBezTo>
                <a:cubicBezTo>
                  <a:pt x="4788229" y="6288795"/>
                  <a:pt x="4815151" y="6294807"/>
                  <a:pt x="4815151" y="6322363"/>
                </a:cubicBezTo>
                <a:cubicBezTo>
                  <a:pt x="4815151" y="6348414"/>
                  <a:pt x="4516613" y="6491199"/>
                  <a:pt x="4558918" y="6504727"/>
                </a:cubicBezTo>
                <a:cubicBezTo>
                  <a:pt x="4674295" y="6541299"/>
                  <a:pt x="4970431" y="6429075"/>
                  <a:pt x="4899280" y="6480679"/>
                </a:cubicBezTo>
                <a:cubicBezTo>
                  <a:pt x="4791114" y="6559337"/>
                  <a:pt x="4774769" y="6574868"/>
                  <a:pt x="4692563" y="6586391"/>
                </a:cubicBezTo>
                <a:cubicBezTo>
                  <a:pt x="4621894" y="6596411"/>
                  <a:pt x="4373353" y="6816352"/>
                  <a:pt x="4303645" y="6834888"/>
                </a:cubicBezTo>
                <a:cubicBezTo>
                  <a:pt x="4288262" y="6838896"/>
                  <a:pt x="4291687" y="6845065"/>
                  <a:pt x="4307829" y="6852361"/>
                </a:cubicBezTo>
                <a:lnTo>
                  <a:pt x="432378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EB214-765A-3043-99C3-30A6E5175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981" y="4935094"/>
            <a:ext cx="5552089" cy="154471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Coded Gaze</a:t>
            </a:r>
          </a:p>
          <a:p>
            <a:pPr marL="0" indent="0">
              <a:buNone/>
            </a:pPr>
            <a:r>
              <a:rPr lang="en-US" sz="2000" dirty="0">
                <a:hlinkClick r:id="rId4"/>
              </a:rPr>
              <a:t>https://www.youtube.com/watch?v=162VzSzzoPs</a:t>
            </a:r>
            <a:endParaRPr lang="en-US" sz="2000" dirty="0">
              <a:hlinkClick r:id="rId5"/>
            </a:endParaRPr>
          </a:p>
          <a:p>
            <a:pPr marL="0" indent="0">
              <a:buNone/>
            </a:pPr>
            <a:r>
              <a:rPr lang="en-US" sz="2000" dirty="0">
                <a:hlinkClick r:id="rId5"/>
              </a:rPr>
              <a:t>https://www.youtube.com/watch?time_continue=299&amp;v=TWWsW1w-BVo&amp;feature=emb_logo</a:t>
            </a: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53592D-FECC-D94D-BCA5-090167499A78}"/>
              </a:ext>
            </a:extLst>
          </p:cNvPr>
          <p:cNvSpPr/>
          <p:nvPr/>
        </p:nvSpPr>
        <p:spPr>
          <a:xfrm>
            <a:off x="5852508" y="3889870"/>
            <a:ext cx="6096000" cy="8402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Higher error rate in detecting dark-skinned women compared to light-skinned men in facial recognition software.</a:t>
            </a:r>
          </a:p>
        </p:txBody>
      </p:sp>
    </p:spTree>
    <p:extLst>
      <p:ext uri="{BB962C8B-B14F-4D97-AF65-F5344CB8AC3E}">
        <p14:creationId xmlns:p14="http://schemas.microsoft.com/office/powerpoint/2010/main" val="3791665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raphic 1">
            <a:extLst>
              <a:ext uri="{FF2B5EF4-FFF2-40B4-BE49-F238E27FC236}">
                <a16:creationId xmlns:a16="http://schemas.microsoft.com/office/drawing/2014/main" id="{0D57E7FA-E8FC-45AC-868F-CDC814493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599854" y="527562"/>
            <a:ext cx="6992292" cy="5102484"/>
          </a:xfrm>
          <a:custGeom>
            <a:avLst/>
            <a:gdLst/>
            <a:ahLst/>
            <a:cxnLst/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1571042-4E8C-4B46-A5FC-54D486840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AD89B99-4310-3443-B3E9-F6E47B25D5F1}"/>
              </a:ext>
            </a:extLst>
          </p:cNvPr>
          <p:cNvSpPr txBox="1">
            <a:spLocks/>
          </p:cNvSpPr>
          <p:nvPr/>
        </p:nvSpPr>
        <p:spPr>
          <a:xfrm>
            <a:off x="383893" y="107829"/>
            <a:ext cx="6100654" cy="202713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Not all value violations make news headlines!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29215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D17E0-5C5D-7042-A85E-2E82246F5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906" y="1073694"/>
            <a:ext cx="3684841" cy="29110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EB69D9-95B7-A44F-B2C4-F27F39E4C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319" y="4156432"/>
            <a:ext cx="3681213" cy="13896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7DA458B-8E2E-F242-8D1B-248A174B4686}"/>
              </a:ext>
            </a:extLst>
          </p:cNvPr>
          <p:cNvSpPr/>
          <p:nvPr/>
        </p:nvSpPr>
        <p:spPr>
          <a:xfrm>
            <a:off x="8318908" y="6310020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55CC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5"/>
              </a:rPr>
              <a:t>info.umkc.edu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5C321-8C00-8644-AA7D-0D707ACF3833}"/>
              </a:ext>
            </a:extLst>
          </p:cNvPr>
          <p:cNvSpPr/>
          <p:nvPr/>
        </p:nvSpPr>
        <p:spPr>
          <a:xfrm>
            <a:off x="7784474" y="520913"/>
            <a:ext cx="2635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Sense of belonging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0932CD-7640-5F44-B63E-8580EF7CD4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605" y="2242794"/>
            <a:ext cx="5146106" cy="411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98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5480D-23B0-7E70-54DC-66DB877F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Human-Centered AI: What is it?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E7FE79-012E-0777-5DB1-2DB63B8A49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8036442"/>
              </p:ext>
            </p:extLst>
          </p:nvPr>
        </p:nvGraphicFramePr>
        <p:xfrm>
          <a:off x="484552" y="2065467"/>
          <a:ext cx="10869248" cy="4096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6468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5775-8641-A13E-2B46-C8AEFF4E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11707448" cy="1205491"/>
          </a:xfrm>
        </p:spPr>
        <p:txBody>
          <a:bodyPr>
            <a:normAutofit fontScale="90000"/>
          </a:bodyPr>
          <a:lstStyle/>
          <a:p>
            <a:r>
              <a:rPr lang="en-US" dirty="0"/>
              <a:t>Human-Centered AI Framework:</a:t>
            </a:r>
            <a:br>
              <a:rPr lang="en-US" dirty="0"/>
            </a:br>
            <a:r>
              <a:rPr lang="en-US" dirty="0"/>
              <a:t>Reliable, Safe, and Trustworthy Systems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E9FA6DD-ADC7-9D67-900E-8471F196FA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3172250"/>
              </p:ext>
            </p:extLst>
          </p:nvPr>
        </p:nvGraphicFramePr>
        <p:xfrm>
          <a:off x="484552" y="3429000"/>
          <a:ext cx="10869248" cy="2732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766B5C6-8C67-192F-85A8-D364F845BF40}"/>
              </a:ext>
            </a:extLst>
          </p:cNvPr>
          <p:cNvSpPr txBox="1"/>
          <p:nvPr/>
        </p:nvSpPr>
        <p:spPr>
          <a:xfrm>
            <a:off x="484552" y="2254485"/>
            <a:ext cx="10236529" cy="427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A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ttributes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 that make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HCAI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t> systems reliable, safe, and trustworthy.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1C8852-8EE3-DAE9-7EF6-B356EED155DB}"/>
                  </a:ext>
                </a:extLst>
              </p14:cNvPr>
              <p14:cNvContentPartPr/>
              <p14:nvPr/>
            </p14:nvContentPartPr>
            <p14:xfrm>
              <a:off x="4328510" y="3725487"/>
              <a:ext cx="167364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1C8852-8EE3-DAE9-7EF6-B356EED155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510" y="3617487"/>
                <a:ext cx="1781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7325693-E003-D5DC-B543-7BE403174F5E}"/>
                  </a:ext>
                </a:extLst>
              </p14:cNvPr>
              <p14:cNvContentPartPr/>
              <p14:nvPr/>
            </p14:nvContentPartPr>
            <p14:xfrm>
              <a:off x="4950950" y="4469967"/>
              <a:ext cx="2643840" cy="55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7325693-E003-D5DC-B543-7BE403174F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97310" y="4361967"/>
                <a:ext cx="275148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80B6621-1FA5-C802-C43F-B72E03264C71}"/>
                  </a:ext>
                </a:extLst>
              </p14:cNvPr>
              <p14:cNvContentPartPr/>
              <p14:nvPr/>
            </p14:nvContentPartPr>
            <p14:xfrm>
              <a:off x="4386830" y="5164407"/>
              <a:ext cx="2597040" cy="70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80B6621-1FA5-C802-C43F-B72E03264C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33190" y="5056767"/>
                <a:ext cx="270468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049E65A-466D-ECFB-472B-4B8D1046DFBD}"/>
                  </a:ext>
                </a:extLst>
              </p14:cNvPr>
              <p14:cNvContentPartPr/>
              <p14:nvPr/>
            </p14:nvContentPartPr>
            <p14:xfrm>
              <a:off x="4435430" y="5116527"/>
              <a:ext cx="2201400" cy="69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049E65A-466D-ECFB-472B-4B8D1046DFB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81790" y="5008527"/>
                <a:ext cx="230904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E0E7972-1844-8CD6-C232-05613F7CD000}"/>
                  </a:ext>
                </a:extLst>
              </p14:cNvPr>
              <p14:cNvContentPartPr/>
              <p14:nvPr/>
            </p14:nvContentPartPr>
            <p14:xfrm>
              <a:off x="4999550" y="4455207"/>
              <a:ext cx="249804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E0E7972-1844-8CD6-C232-05613F7CD00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45910" y="4347207"/>
                <a:ext cx="2605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2CA27EB-5E32-89DD-A618-2DE739C64576}"/>
                  </a:ext>
                </a:extLst>
              </p14:cNvPr>
              <p14:cNvContentPartPr/>
              <p14:nvPr/>
            </p14:nvContentPartPr>
            <p14:xfrm>
              <a:off x="4970390" y="4531887"/>
              <a:ext cx="1749960" cy="11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2CA27EB-5E32-89DD-A618-2DE739C6457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16750" y="4424247"/>
                <a:ext cx="18576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62967FB-2F15-2079-8466-423A46E3BCA4}"/>
                  </a:ext>
                </a:extLst>
              </p14:cNvPr>
              <p14:cNvContentPartPr/>
              <p14:nvPr/>
            </p14:nvContentPartPr>
            <p14:xfrm>
              <a:off x="4426070" y="5169087"/>
              <a:ext cx="824400" cy="35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62967FB-2F15-2079-8466-423A46E3BCA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72430" y="5061447"/>
                <a:ext cx="93204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1176866-86D3-1D21-B8F1-4BE3D78F5173}"/>
                  </a:ext>
                </a:extLst>
              </p14:cNvPr>
              <p14:cNvContentPartPr/>
              <p14:nvPr/>
            </p14:nvContentPartPr>
            <p14:xfrm>
              <a:off x="4426070" y="5204007"/>
              <a:ext cx="1386720" cy="60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1176866-86D3-1D21-B8F1-4BE3D78F517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72430" y="5096367"/>
                <a:ext cx="14943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F5F1DC7-62ED-1E11-5751-9FB0BC7F05B0}"/>
                  </a:ext>
                </a:extLst>
              </p14:cNvPr>
              <p14:cNvContentPartPr/>
              <p14:nvPr/>
            </p14:nvContentPartPr>
            <p14:xfrm>
              <a:off x="2947550" y="5884767"/>
              <a:ext cx="2184120" cy="60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F5F1DC7-62ED-1E11-5751-9FB0BC7F05B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93550" y="5777127"/>
                <a:ext cx="22917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32F425C-7C6E-197B-2F3F-3EB5E5F24416}"/>
                  </a:ext>
                </a:extLst>
              </p14:cNvPr>
              <p14:cNvContentPartPr/>
              <p14:nvPr/>
            </p14:nvContentPartPr>
            <p14:xfrm>
              <a:off x="2937470" y="5913927"/>
              <a:ext cx="1992240" cy="30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32F425C-7C6E-197B-2F3F-3EB5E5F2441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83830" y="5805927"/>
                <a:ext cx="20998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20F3B87-069F-5312-723C-6C95199051D0}"/>
                  </a:ext>
                </a:extLst>
              </p14:cNvPr>
              <p14:cNvContentPartPr/>
              <p14:nvPr/>
            </p14:nvContentPartPr>
            <p14:xfrm>
              <a:off x="2934230" y="5814567"/>
              <a:ext cx="2260440" cy="41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20F3B87-069F-5312-723C-6C95199051D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80590" y="5706927"/>
                <a:ext cx="2368080" cy="25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5895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5775-8641-A13E-2B46-C8AEFF4E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Human-Centered AI Framework:</a:t>
            </a:r>
            <a:br>
              <a:rPr lang="en-US" dirty="0"/>
            </a:br>
            <a:r>
              <a:rPr lang="en-US" dirty="0"/>
              <a:t>Rising above the Levels of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F9454-EE68-C461-BFC0-2198DA388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59" y="1925537"/>
            <a:ext cx="5371499" cy="463036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Automated systems can be wonderful, but strategies to ensure </a:t>
            </a:r>
            <a:r>
              <a:rPr lang="en-US" sz="1800" dirty="0">
                <a:highlight>
                  <a:srgbClr val="FFFF00"/>
                </a:highlight>
              </a:rPr>
              <a:t>activation when needed </a:t>
            </a:r>
            <a:r>
              <a:rPr lang="en-US" sz="1800" dirty="0"/>
              <a:t>and </a:t>
            </a:r>
            <a:r>
              <a:rPr lang="en-US" sz="1800" dirty="0">
                <a:highlight>
                  <a:srgbClr val="FFFF00"/>
                </a:highlight>
              </a:rPr>
              <a:t>prevent inadvertent activations </a:t>
            </a:r>
            <a:r>
              <a:rPr lang="en-US" sz="1800" dirty="0"/>
              <a:t>contribute to reliable, safe, and trustworthy operation that increases user acceptance.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highlight>
                  <a:srgbClr val="FFFF00"/>
                </a:highlight>
              </a:rPr>
              <a:t>High levels of human control </a:t>
            </a:r>
            <a:r>
              <a:rPr lang="en-US" sz="1800" dirty="0"/>
              <a:t>and </a:t>
            </a:r>
            <a:r>
              <a:rPr lang="en-US" sz="1800" dirty="0">
                <a:highlight>
                  <a:srgbClr val="FFFF00"/>
                </a:highlight>
              </a:rPr>
              <a:t>high levels of automation</a:t>
            </a:r>
            <a:r>
              <a:rPr lang="en-US" sz="1800" dirty="0"/>
              <a:t> increase </a:t>
            </a:r>
            <a:r>
              <a:rPr lang="en-US" sz="1800" dirty="0">
                <a:highlight>
                  <a:srgbClr val="00FFFF"/>
                </a:highlight>
              </a:rPr>
              <a:t>reliability, safety, and trustworthiness </a:t>
            </a:r>
            <a:r>
              <a:rPr lang="en-US" sz="1800" dirty="0"/>
              <a:t>in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Achieving these goals, especially for </a:t>
            </a:r>
            <a:r>
              <a:rPr lang="en-US" sz="1800" dirty="0">
                <a:highlight>
                  <a:srgbClr val="FFFF00"/>
                </a:highlight>
              </a:rPr>
              <a:t>complex, poorly understood problems</a:t>
            </a:r>
            <a:r>
              <a:rPr lang="en-US" sz="1800" dirty="0"/>
              <a:t>, will dramatically </a:t>
            </a:r>
            <a:r>
              <a:rPr lang="en-US" sz="1800" dirty="0">
                <a:highlight>
                  <a:srgbClr val="00FFFF"/>
                </a:highlight>
              </a:rPr>
              <a:t>increase human performance</a:t>
            </a:r>
            <a:r>
              <a:rPr lang="en-US" sz="1800" dirty="0"/>
              <a:t> while supporting </a:t>
            </a:r>
            <a:r>
              <a:rPr lang="en-US" sz="1800" dirty="0">
                <a:highlight>
                  <a:srgbClr val="00FFFF"/>
                </a:highlight>
              </a:rPr>
              <a:t>human self-efficacy, creativity, responsibility, and social connections</a:t>
            </a:r>
            <a:r>
              <a:rPr lang="en-US" sz="18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AE439C-EF93-0884-0C13-CA00471EB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5537"/>
            <a:ext cx="5983684" cy="29968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5D2F3F-06F0-3ABC-F5FA-3FBB1FB4E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271" y="4852976"/>
            <a:ext cx="6411270" cy="182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1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5775-8641-A13E-2B46-C8AEFF4E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11707448" cy="1205491"/>
          </a:xfrm>
        </p:spPr>
        <p:txBody>
          <a:bodyPr>
            <a:normAutofit fontScale="90000"/>
          </a:bodyPr>
          <a:lstStyle/>
          <a:p>
            <a:r>
              <a:rPr lang="en-US" dirty="0"/>
              <a:t>Human-Centered AI Framework:</a:t>
            </a:r>
            <a:br>
              <a:rPr lang="en-US" dirty="0"/>
            </a:br>
            <a:r>
              <a:rPr lang="en-US" dirty="0"/>
              <a:t>Two-Dimensional HCAI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F9454-EE68-C461-BFC0-2198DA388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589" y="2179974"/>
            <a:ext cx="5447008" cy="448347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desired</a:t>
            </a:r>
            <a:r>
              <a:rPr lang="en-US" dirty="0"/>
              <a:t> goal is often to create </a:t>
            </a:r>
            <a:r>
              <a:rPr lang="en-US" dirty="0">
                <a:highlight>
                  <a:srgbClr val="FFFF00"/>
                </a:highlight>
              </a:rPr>
              <a:t>designs that are in the upper right quadrant</a:t>
            </a:r>
            <a:r>
              <a:rPr lang="en-US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highlight>
                  <a:srgbClr val="00FFFF"/>
                </a:highlight>
              </a:rPr>
              <a:t>lower right quadrant </a:t>
            </a:r>
            <a:r>
              <a:rPr lang="en-US" dirty="0"/>
              <a:t>is home to relatively </a:t>
            </a:r>
            <a:r>
              <a:rPr lang="en-US" dirty="0">
                <a:highlight>
                  <a:srgbClr val="00FFFF"/>
                </a:highlight>
              </a:rPr>
              <a:t>mature, well-understood systems for predictable tasks</a:t>
            </a:r>
            <a:r>
              <a:rPr lang="en-US" dirty="0"/>
              <a:t>, e.g., car automatic transmission.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>
                <a:highlight>
                  <a:srgbClr val="FFFF00"/>
                </a:highlight>
              </a:rPr>
              <a:t>poorly understood and complex </a:t>
            </a:r>
            <a:r>
              <a:rPr lang="en-US" dirty="0"/>
              <a:t>tasks with varying contexts of use, the </a:t>
            </a:r>
            <a:r>
              <a:rPr lang="en-US" dirty="0">
                <a:highlight>
                  <a:srgbClr val="FFFF00"/>
                </a:highlight>
              </a:rPr>
              <a:t>upper right </a:t>
            </a:r>
            <a:r>
              <a:rPr lang="en-US" dirty="0"/>
              <a:t>quadrant is needed.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229331-F9E6-A35A-4CFB-D003F8315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206" y="1887789"/>
            <a:ext cx="6030666" cy="468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67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4" name="Rectangle 5133">
            <a:extLst>
              <a:ext uri="{FF2B5EF4-FFF2-40B4-BE49-F238E27FC236}">
                <a16:creationId xmlns:a16="http://schemas.microsoft.com/office/drawing/2014/main" id="{6FF8DE50-7A65-4407-ADF1-2CD17A9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4F5B6F84-73EF-47ED-850E-4308B2C0D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798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8CE26-F5EB-2558-F99E-BBE207D4A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1" y="365125"/>
            <a:ext cx="11328507" cy="15309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Human-Centered AI:  </a:t>
            </a:r>
            <a:br>
              <a:rPr lang="en-US" dirty="0"/>
            </a:br>
            <a:r>
              <a:rPr lang="en-US" dirty="0"/>
              <a:t>Strategies for Ethical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97505-69EE-2CD0-ECCA-806349B47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12" y="2837329"/>
            <a:ext cx="5704570" cy="3339634"/>
          </a:xfrm>
        </p:spPr>
        <p:txBody>
          <a:bodyPr>
            <a:normAutofit/>
          </a:bodyPr>
          <a:lstStyle/>
          <a:p>
            <a:pPr marL="5143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Inclusive Design</a:t>
            </a:r>
            <a:r>
              <a:rPr lang="en-US" dirty="0"/>
              <a:t>: Engaging </a:t>
            </a:r>
            <a:r>
              <a:rPr lang="en-US" b="1" dirty="0"/>
              <a:t>diverse</a:t>
            </a:r>
            <a:r>
              <a:rPr lang="en-US" dirty="0"/>
              <a:t> groups in AI development to reflect a wide range of human values and perspectives.</a:t>
            </a:r>
          </a:p>
          <a:p>
            <a:pPr marL="5143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Ethical AI Governance</a:t>
            </a:r>
            <a:r>
              <a:rPr lang="en-US" dirty="0"/>
              <a:t>: Developing and enforcing </a:t>
            </a:r>
            <a:r>
              <a:rPr lang="en-US" b="1" dirty="0"/>
              <a:t>guidelines, policies, and regulations </a:t>
            </a:r>
            <a:r>
              <a:rPr lang="en-US" dirty="0"/>
              <a:t>to guide ethical AI development and use.</a:t>
            </a:r>
          </a:p>
          <a:p>
            <a:pPr marL="5143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Continuous Monitoring</a:t>
            </a:r>
            <a:r>
              <a:rPr lang="en-US" dirty="0"/>
              <a:t>: Regularly </a:t>
            </a:r>
            <a:r>
              <a:rPr lang="en-US" b="1" dirty="0"/>
              <a:t>assessing AI </a:t>
            </a:r>
            <a:r>
              <a:rPr lang="en-US" dirty="0"/>
              <a:t>systems for ethical compliance and societal impact.</a:t>
            </a:r>
            <a:br>
              <a:rPr lang="en-US" dirty="0"/>
            </a:br>
            <a:endParaRPr lang="en-US" dirty="0"/>
          </a:p>
        </p:txBody>
      </p:sp>
      <p:pic>
        <p:nvPicPr>
          <p:cNvPr id="5122" name="Picture 2" descr="Free Ai Ethics Ai Bias Reduction photo and picture">
            <a:extLst>
              <a:ext uri="{FF2B5EF4-FFF2-40B4-BE49-F238E27FC236}">
                <a16:creationId xmlns:a16="http://schemas.microsoft.com/office/drawing/2014/main" id="{B724245D-6A21-D3B9-8211-F57E49B11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2" r="8775" b="-3"/>
          <a:stretch/>
        </p:blipFill>
        <p:spPr bwMode="auto">
          <a:xfrm>
            <a:off x="6095998" y="2279889"/>
            <a:ext cx="6095998" cy="457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62929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AnalogousFromDarkSeedLeftStep">
      <a:dk1>
        <a:srgbClr val="000000"/>
      </a:dk1>
      <a:lt1>
        <a:srgbClr val="FFFFFF"/>
      </a:lt1>
      <a:dk2>
        <a:srgbClr val="2F1B2F"/>
      </a:dk2>
      <a:lt2>
        <a:srgbClr val="F0F3F2"/>
      </a:lt2>
      <a:accent1>
        <a:srgbClr val="E72989"/>
      </a:accent1>
      <a:accent2>
        <a:srgbClr val="D517C6"/>
      </a:accent2>
      <a:accent3>
        <a:srgbClr val="A629E7"/>
      </a:accent3>
      <a:accent4>
        <a:srgbClr val="542AD8"/>
      </a:accent4>
      <a:accent5>
        <a:srgbClr val="294AE7"/>
      </a:accent5>
      <a:accent6>
        <a:srgbClr val="1787D5"/>
      </a:accent6>
      <a:hlink>
        <a:srgbClr val="3F40BF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{92A7E645-25A4-9944-AA59-369BA7A7B2F7}tf10001070</Template>
  <TotalTime>24437</TotalTime>
  <Words>5145</Words>
  <Application>Microsoft Office PowerPoint</Application>
  <PresentationFormat>Widescreen</PresentationFormat>
  <Paragraphs>563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arial</vt:lpstr>
      <vt:lpstr>arial</vt:lpstr>
      <vt:lpstr>Avenir Next LT Pro</vt:lpstr>
      <vt:lpstr>Bahnschrift</vt:lpstr>
      <vt:lpstr>Calibri</vt:lpstr>
      <vt:lpstr>Calibri Light</vt:lpstr>
      <vt:lpstr>Cambria</vt:lpstr>
      <vt:lpstr>Century Gothic</vt:lpstr>
      <vt:lpstr>Elephant</vt:lpstr>
      <vt:lpstr>Wingdings</vt:lpstr>
      <vt:lpstr>MatrixVTI</vt:lpstr>
      <vt:lpstr>Office Theme</vt:lpstr>
      <vt:lpstr>BrushVTI</vt:lpstr>
      <vt:lpstr>Human-Centered Artificial Intelligence + Modern AI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Human-Centered AI: What is it?</vt:lpstr>
      <vt:lpstr>Human-Centered AI Framework: Reliable, Safe, and Trustworthy Systems</vt:lpstr>
      <vt:lpstr>Human-Centered AI Framework: Rising above the Levels of Automation</vt:lpstr>
      <vt:lpstr>Human-Centered AI Framework: Two-Dimensional HCAI Framework</vt:lpstr>
      <vt:lpstr>Human-Centered AI:   Strategies for Ethical AI</vt:lpstr>
      <vt:lpstr>Part 2: Responsible AI</vt:lpstr>
      <vt:lpstr>What Is Responsible AI?</vt:lpstr>
      <vt:lpstr>Fairness in AI Recruitment</vt:lpstr>
      <vt:lpstr>Privacy and Data Protection </vt:lpstr>
      <vt:lpstr>Safety, Reliability and Misuse</vt:lpstr>
      <vt:lpstr>Accountability and Human Oversight</vt:lpstr>
      <vt:lpstr>Activity:   Would you trust this AI recruiter?</vt:lpstr>
      <vt:lpstr>Part 3: AI agents and real-life use cases</vt:lpstr>
      <vt:lpstr>What Is an Agent?</vt:lpstr>
      <vt:lpstr>The Agent Cycle </vt:lpstr>
      <vt:lpstr>Components of an AI Agent</vt:lpstr>
      <vt:lpstr>Example of an Agent</vt:lpstr>
      <vt:lpstr>AI model vs. AI agent </vt:lpstr>
      <vt:lpstr>Risks Specific to Agents</vt:lpstr>
      <vt:lpstr>References</vt:lpstr>
      <vt:lpstr>End of lecture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Science</dc:title>
  <dc:creator>Davoud Mougouei</dc:creator>
  <cp:lastModifiedBy>Fatima Ansarizadeh</cp:lastModifiedBy>
  <cp:revision>808</cp:revision>
  <dcterms:created xsi:type="dcterms:W3CDTF">2023-02-28T21:57:24Z</dcterms:created>
  <dcterms:modified xsi:type="dcterms:W3CDTF">2026-09-21T02:59:52Z</dcterms:modified>
</cp:coreProperties>
</file>