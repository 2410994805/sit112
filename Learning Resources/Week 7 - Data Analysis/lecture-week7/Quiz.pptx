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256" r:id="rId2"/>
    <p:sldId id="677" r:id="rId3"/>
    <p:sldId id="675" r:id="rId4"/>
    <p:sldId id="676" r:id="rId5"/>
    <p:sldId id="678" r:id="rId6"/>
    <p:sldId id="679" r:id="rId7"/>
    <p:sldId id="680" r:id="rId8"/>
    <p:sldId id="681" r:id="rId9"/>
    <p:sldId id="684" r:id="rId10"/>
    <p:sldId id="682" r:id="rId11"/>
    <p:sldId id="6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5E6A2F-AC4B-488F-BD3F-03308E419EA4}" v="15" dt="2026-08-23T10:17:01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8" autoAdjust="0"/>
    <p:restoredTop sz="77347" autoAdjust="0"/>
  </p:normalViewPr>
  <p:slideViewPr>
    <p:cSldViewPr snapToGrid="0">
      <p:cViewPr varScale="1">
        <p:scale>
          <a:sx n="57" d="100"/>
          <a:sy n="57" d="100"/>
        </p:scale>
        <p:origin x="3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Ansarizadeh" userId="2e2f4077-aba0-49c7-b26f-c647714fbdc0" providerId="ADAL" clId="{4AF819A5-1A07-4075-8C4E-D726B4CE70A1}"/>
    <pc:docChg chg="undo custSel addSld modSld sldOrd">
      <pc:chgData name="Fatima Ansarizadeh" userId="2e2f4077-aba0-49c7-b26f-c647714fbdc0" providerId="ADAL" clId="{4AF819A5-1A07-4075-8C4E-D726B4CE70A1}" dt="2026-08-23T10:17:01.875" v="344"/>
      <pc:docMkLst>
        <pc:docMk/>
      </pc:docMkLst>
      <pc:sldChg chg="modSp mod modAnim">
        <pc:chgData name="Fatima Ansarizadeh" userId="2e2f4077-aba0-49c7-b26f-c647714fbdc0" providerId="ADAL" clId="{4AF819A5-1A07-4075-8C4E-D726B4CE70A1}" dt="2026-08-19T22:22:00.277" v="17" actId="1076"/>
        <pc:sldMkLst>
          <pc:docMk/>
          <pc:sldMk cId="519900053" sldId="675"/>
        </pc:sldMkLst>
        <pc:spChg chg="mod">
          <ac:chgData name="Fatima Ansarizadeh" userId="2e2f4077-aba0-49c7-b26f-c647714fbdc0" providerId="ADAL" clId="{4AF819A5-1A07-4075-8C4E-D726B4CE70A1}" dt="2026-08-19T22:21:38.749" v="11" actId="108"/>
          <ac:spMkLst>
            <pc:docMk/>
            <pc:sldMk cId="519900053" sldId="675"/>
            <ac:spMk id="3" creationId="{DEDBF74B-EFE8-AF85-5245-9DAD51222465}"/>
          </ac:spMkLst>
        </pc:spChg>
        <pc:spChg chg="mod">
          <ac:chgData name="Fatima Ansarizadeh" userId="2e2f4077-aba0-49c7-b26f-c647714fbdc0" providerId="ADAL" clId="{4AF819A5-1A07-4075-8C4E-D726B4CE70A1}" dt="2026-08-19T22:21:47.389" v="13" actId="1076"/>
          <ac:spMkLst>
            <pc:docMk/>
            <pc:sldMk cId="519900053" sldId="675"/>
            <ac:spMk id="8" creationId="{BCF86C1B-660E-1983-2525-977C58A89573}"/>
          </ac:spMkLst>
        </pc:spChg>
        <pc:spChg chg="mod">
          <ac:chgData name="Fatima Ansarizadeh" userId="2e2f4077-aba0-49c7-b26f-c647714fbdc0" providerId="ADAL" clId="{4AF819A5-1A07-4075-8C4E-D726B4CE70A1}" dt="2026-08-19T22:21:57.011" v="16" actId="255"/>
          <ac:spMkLst>
            <pc:docMk/>
            <pc:sldMk cId="519900053" sldId="675"/>
            <ac:spMk id="10" creationId="{4927AF87-35D1-94E2-02F0-585DA93A1550}"/>
          </ac:spMkLst>
        </pc:spChg>
        <pc:spChg chg="mod">
          <ac:chgData name="Fatima Ansarizadeh" userId="2e2f4077-aba0-49c7-b26f-c647714fbdc0" providerId="ADAL" clId="{4AF819A5-1A07-4075-8C4E-D726B4CE70A1}" dt="2026-08-19T22:22:00.277" v="17" actId="1076"/>
          <ac:spMkLst>
            <pc:docMk/>
            <pc:sldMk cId="519900053" sldId="675"/>
            <ac:spMk id="12" creationId="{BBAB0013-CC05-5995-A12A-BD106D9D128C}"/>
          </ac:spMkLst>
        </pc:spChg>
      </pc:sldChg>
      <pc:sldChg chg="modSp mod modAnim">
        <pc:chgData name="Fatima Ansarizadeh" userId="2e2f4077-aba0-49c7-b26f-c647714fbdc0" providerId="ADAL" clId="{4AF819A5-1A07-4075-8C4E-D726B4CE70A1}" dt="2026-08-19T22:22:34.054" v="28" actId="1076"/>
        <pc:sldMkLst>
          <pc:docMk/>
          <pc:sldMk cId="839726607" sldId="676"/>
        </pc:sldMkLst>
        <pc:spChg chg="mod">
          <ac:chgData name="Fatima Ansarizadeh" userId="2e2f4077-aba0-49c7-b26f-c647714fbdc0" providerId="ADAL" clId="{4AF819A5-1A07-4075-8C4E-D726B4CE70A1}" dt="2026-08-19T22:22:22.777" v="26" actId="20577"/>
          <ac:spMkLst>
            <pc:docMk/>
            <pc:sldMk cId="839726607" sldId="676"/>
            <ac:spMk id="3" creationId="{BCA739FA-26F0-E277-3C8F-0FB06B44EADD}"/>
          </ac:spMkLst>
        </pc:spChg>
        <pc:spChg chg="mod">
          <ac:chgData name="Fatima Ansarizadeh" userId="2e2f4077-aba0-49c7-b26f-c647714fbdc0" providerId="ADAL" clId="{4AF819A5-1A07-4075-8C4E-D726B4CE70A1}" dt="2026-08-19T22:22:34.054" v="28" actId="1076"/>
          <ac:spMkLst>
            <pc:docMk/>
            <pc:sldMk cId="839726607" sldId="676"/>
            <ac:spMk id="6" creationId="{74A204C5-2DDE-575C-35C6-21B357E45334}"/>
          </ac:spMkLst>
        </pc:spChg>
        <pc:spChg chg="mod">
          <ac:chgData name="Fatima Ansarizadeh" userId="2e2f4077-aba0-49c7-b26f-c647714fbdc0" providerId="ADAL" clId="{4AF819A5-1A07-4075-8C4E-D726B4CE70A1}" dt="2026-08-19T22:22:30.692" v="27" actId="1076"/>
          <ac:spMkLst>
            <pc:docMk/>
            <pc:sldMk cId="839726607" sldId="676"/>
            <ac:spMk id="8" creationId="{064C135E-AE7C-A41C-929F-95C015A1921F}"/>
          </ac:spMkLst>
        </pc:spChg>
      </pc:sldChg>
      <pc:sldChg chg="modSp mod modAnim">
        <pc:chgData name="Fatima Ansarizadeh" userId="2e2f4077-aba0-49c7-b26f-c647714fbdc0" providerId="ADAL" clId="{4AF819A5-1A07-4075-8C4E-D726B4CE70A1}" dt="2026-08-19T22:22:58.653" v="36" actId="20577"/>
        <pc:sldMkLst>
          <pc:docMk/>
          <pc:sldMk cId="916699846" sldId="677"/>
        </pc:sldMkLst>
        <pc:spChg chg="mod">
          <ac:chgData name="Fatima Ansarizadeh" userId="2e2f4077-aba0-49c7-b26f-c647714fbdc0" providerId="ADAL" clId="{4AF819A5-1A07-4075-8C4E-D726B4CE70A1}" dt="2026-08-19T22:22:48.876" v="30" actId="1076"/>
          <ac:spMkLst>
            <pc:docMk/>
            <pc:sldMk cId="916699846" sldId="677"/>
            <ac:spMk id="3" creationId="{5E40B3C6-1870-6A69-BB0A-CC84878757DA}"/>
          </ac:spMkLst>
        </pc:spChg>
        <pc:spChg chg="mod">
          <ac:chgData name="Fatima Ansarizadeh" userId="2e2f4077-aba0-49c7-b26f-c647714fbdc0" providerId="ADAL" clId="{4AF819A5-1A07-4075-8C4E-D726B4CE70A1}" dt="2026-08-19T22:22:58.653" v="36" actId="20577"/>
          <ac:spMkLst>
            <pc:docMk/>
            <pc:sldMk cId="916699846" sldId="677"/>
            <ac:spMk id="5" creationId="{037983BD-0742-CC9C-DB75-4199B0E85007}"/>
          </ac:spMkLst>
        </pc:spChg>
        <pc:spChg chg="mod">
          <ac:chgData name="Fatima Ansarizadeh" userId="2e2f4077-aba0-49c7-b26f-c647714fbdc0" providerId="ADAL" clId="{4AF819A5-1A07-4075-8C4E-D726B4CE70A1}" dt="2026-08-19T22:22:50.732" v="31" actId="1076"/>
          <ac:spMkLst>
            <pc:docMk/>
            <pc:sldMk cId="916699846" sldId="677"/>
            <ac:spMk id="6" creationId="{65914DC0-3CEB-DB32-628C-FDBB7B26EBC3}"/>
          </ac:spMkLst>
        </pc:spChg>
      </pc:sldChg>
      <pc:sldChg chg="addSp modSp new mod modAnim">
        <pc:chgData name="Fatima Ansarizadeh" userId="2e2f4077-aba0-49c7-b26f-c647714fbdc0" providerId="ADAL" clId="{4AF819A5-1A07-4075-8C4E-D726B4CE70A1}" dt="2026-08-19T22:42:46.084" v="149" actId="20577"/>
        <pc:sldMkLst>
          <pc:docMk/>
          <pc:sldMk cId="395062750" sldId="678"/>
        </pc:sldMkLst>
        <pc:spChg chg="mod">
          <ac:chgData name="Fatima Ansarizadeh" userId="2e2f4077-aba0-49c7-b26f-c647714fbdc0" providerId="ADAL" clId="{4AF819A5-1A07-4075-8C4E-D726B4CE70A1}" dt="2026-08-19T22:33:23.785" v="45" actId="20577"/>
          <ac:spMkLst>
            <pc:docMk/>
            <pc:sldMk cId="395062750" sldId="678"/>
            <ac:spMk id="2" creationId="{B98FAC0A-A886-9467-2AF3-3AE1ABDC2FD1}"/>
          </ac:spMkLst>
        </pc:spChg>
        <pc:spChg chg="mod">
          <ac:chgData name="Fatima Ansarizadeh" userId="2e2f4077-aba0-49c7-b26f-c647714fbdc0" providerId="ADAL" clId="{4AF819A5-1A07-4075-8C4E-D726B4CE70A1}" dt="2026-08-19T22:42:46.084" v="149" actId="20577"/>
          <ac:spMkLst>
            <pc:docMk/>
            <pc:sldMk cId="395062750" sldId="678"/>
            <ac:spMk id="3" creationId="{2AD9152F-42BA-A683-8E2E-00FFC8049816}"/>
          </ac:spMkLst>
        </pc:spChg>
        <pc:spChg chg="add mod">
          <ac:chgData name="Fatima Ansarizadeh" userId="2e2f4077-aba0-49c7-b26f-c647714fbdc0" providerId="ADAL" clId="{4AF819A5-1A07-4075-8C4E-D726B4CE70A1}" dt="2026-08-19T22:35:20.600" v="86" actId="255"/>
          <ac:spMkLst>
            <pc:docMk/>
            <pc:sldMk cId="395062750" sldId="678"/>
            <ac:spMk id="7" creationId="{DD261091-E916-51E1-6BB8-C0EF5E411D0C}"/>
          </ac:spMkLst>
        </pc:spChg>
        <pc:spChg chg="add mod ord">
          <ac:chgData name="Fatima Ansarizadeh" userId="2e2f4077-aba0-49c7-b26f-c647714fbdc0" providerId="ADAL" clId="{4AF819A5-1A07-4075-8C4E-D726B4CE70A1}" dt="2026-08-19T22:35:46.311" v="93" actId="1076"/>
          <ac:spMkLst>
            <pc:docMk/>
            <pc:sldMk cId="395062750" sldId="678"/>
            <ac:spMk id="8" creationId="{76795B5E-44FE-1FD2-0FCF-3CF79B8E0CCB}"/>
          </ac:spMkLst>
        </pc:spChg>
        <pc:picChg chg="add mod">
          <ac:chgData name="Fatima Ansarizadeh" userId="2e2f4077-aba0-49c7-b26f-c647714fbdc0" providerId="ADAL" clId="{4AF819A5-1A07-4075-8C4E-D726B4CE70A1}" dt="2026-08-19T22:34:52.020" v="81" actId="1076"/>
          <ac:picMkLst>
            <pc:docMk/>
            <pc:sldMk cId="395062750" sldId="678"/>
            <ac:picMk id="5" creationId="{DCBD3B14-E886-9843-15AA-EDBF1FAABC06}"/>
          </ac:picMkLst>
        </pc:picChg>
      </pc:sldChg>
      <pc:sldChg chg="addSp delSp modSp new mod modAnim">
        <pc:chgData name="Fatima Ansarizadeh" userId="2e2f4077-aba0-49c7-b26f-c647714fbdc0" providerId="ADAL" clId="{4AF819A5-1A07-4075-8C4E-D726B4CE70A1}" dt="2026-08-19T22:42:49.430" v="151" actId="20577"/>
        <pc:sldMkLst>
          <pc:docMk/>
          <pc:sldMk cId="3290589067" sldId="679"/>
        </pc:sldMkLst>
        <pc:spChg chg="mod">
          <ac:chgData name="Fatima Ansarizadeh" userId="2e2f4077-aba0-49c7-b26f-c647714fbdc0" providerId="ADAL" clId="{4AF819A5-1A07-4075-8C4E-D726B4CE70A1}" dt="2026-08-19T22:38:21.520" v="107"/>
          <ac:spMkLst>
            <pc:docMk/>
            <pc:sldMk cId="3290589067" sldId="679"/>
            <ac:spMk id="2" creationId="{DA130287-6DB5-5D21-9E10-0AEAF8051015}"/>
          </ac:spMkLst>
        </pc:spChg>
        <pc:spChg chg="add mod">
          <ac:chgData name="Fatima Ansarizadeh" userId="2e2f4077-aba0-49c7-b26f-c647714fbdc0" providerId="ADAL" clId="{4AF819A5-1A07-4075-8C4E-D726B4CE70A1}" dt="2026-08-19T22:42:49.430" v="151" actId="20577"/>
          <ac:spMkLst>
            <pc:docMk/>
            <pc:sldMk cId="3290589067" sldId="679"/>
            <ac:spMk id="6" creationId="{702BB14C-7F0E-07B0-26E8-75C483B7507F}"/>
          </ac:spMkLst>
        </pc:spChg>
        <pc:spChg chg="add mod">
          <ac:chgData name="Fatima Ansarizadeh" userId="2e2f4077-aba0-49c7-b26f-c647714fbdc0" providerId="ADAL" clId="{4AF819A5-1A07-4075-8C4E-D726B4CE70A1}" dt="2026-08-19T22:38:59.422" v="117" actId="1076"/>
          <ac:spMkLst>
            <pc:docMk/>
            <pc:sldMk cId="3290589067" sldId="679"/>
            <ac:spMk id="10" creationId="{5248C279-FDCA-7F64-A140-692698BF4258}"/>
          </ac:spMkLst>
        </pc:spChg>
        <pc:spChg chg="add mod">
          <ac:chgData name="Fatima Ansarizadeh" userId="2e2f4077-aba0-49c7-b26f-c647714fbdc0" providerId="ADAL" clId="{4AF819A5-1A07-4075-8C4E-D726B4CE70A1}" dt="2026-08-19T22:39:48.845" v="125" actId="14100"/>
          <ac:spMkLst>
            <pc:docMk/>
            <pc:sldMk cId="3290589067" sldId="679"/>
            <ac:spMk id="12" creationId="{6644EBDE-F2A5-B200-053E-DE67B58E7751}"/>
          </ac:spMkLst>
        </pc:spChg>
        <pc:spChg chg="add mod">
          <ac:chgData name="Fatima Ansarizadeh" userId="2e2f4077-aba0-49c7-b26f-c647714fbdc0" providerId="ADAL" clId="{4AF819A5-1A07-4075-8C4E-D726B4CE70A1}" dt="2026-08-19T22:40:18.836" v="134" actId="1076"/>
          <ac:spMkLst>
            <pc:docMk/>
            <pc:sldMk cId="3290589067" sldId="679"/>
            <ac:spMk id="14" creationId="{D69C7512-09ED-B0A0-C9E3-DDDF0CAB8E76}"/>
          </ac:spMkLst>
        </pc:spChg>
        <pc:spChg chg="add mod ord">
          <ac:chgData name="Fatima Ansarizadeh" userId="2e2f4077-aba0-49c7-b26f-c647714fbdc0" providerId="ADAL" clId="{4AF819A5-1A07-4075-8C4E-D726B4CE70A1}" dt="2026-08-19T22:41:43.317" v="144" actId="14100"/>
          <ac:spMkLst>
            <pc:docMk/>
            <pc:sldMk cId="3290589067" sldId="679"/>
            <ac:spMk id="16" creationId="{B931FD89-49A5-C2F5-841A-5722783EC404}"/>
          </ac:spMkLst>
        </pc:spChg>
        <pc:graphicFrameChg chg="add mod modGraphic">
          <ac:chgData name="Fatima Ansarizadeh" userId="2e2f4077-aba0-49c7-b26f-c647714fbdc0" providerId="ADAL" clId="{4AF819A5-1A07-4075-8C4E-D726B4CE70A1}" dt="2026-08-19T22:39:07.596" v="119" actId="14100"/>
          <ac:graphicFrameMkLst>
            <pc:docMk/>
            <pc:sldMk cId="3290589067" sldId="679"/>
            <ac:graphicFrameMk id="4" creationId="{637889A7-4023-F503-8207-91EAF3A729AB}"/>
          </ac:graphicFrameMkLst>
        </pc:graphicFrameChg>
        <pc:picChg chg="add mod">
          <ac:chgData name="Fatima Ansarizadeh" userId="2e2f4077-aba0-49c7-b26f-c647714fbdc0" providerId="ADAL" clId="{4AF819A5-1A07-4075-8C4E-D726B4CE70A1}" dt="2026-08-19T22:39:04.932" v="118" actId="1076"/>
          <ac:picMkLst>
            <pc:docMk/>
            <pc:sldMk cId="3290589067" sldId="679"/>
            <ac:picMk id="8" creationId="{D2844A95-08C9-42D5-E872-B7D36935977C}"/>
          </ac:picMkLst>
        </pc:picChg>
      </pc:sldChg>
      <pc:sldChg chg="addSp delSp modSp new mod modAnim">
        <pc:chgData name="Fatima Ansarizadeh" userId="2e2f4077-aba0-49c7-b26f-c647714fbdc0" providerId="ADAL" clId="{4AF819A5-1A07-4075-8C4E-D726B4CE70A1}" dt="2026-08-19T22:44:46.986" v="194"/>
        <pc:sldMkLst>
          <pc:docMk/>
          <pc:sldMk cId="2094450682" sldId="680"/>
        </pc:sldMkLst>
        <pc:spChg chg="mod">
          <ac:chgData name="Fatima Ansarizadeh" userId="2e2f4077-aba0-49c7-b26f-c647714fbdc0" providerId="ADAL" clId="{4AF819A5-1A07-4075-8C4E-D726B4CE70A1}" dt="2026-08-19T22:43:04.317" v="159"/>
          <ac:spMkLst>
            <pc:docMk/>
            <pc:sldMk cId="2094450682" sldId="680"/>
            <ac:spMk id="2" creationId="{A75BB8BF-0710-C045-C953-49C11786050B}"/>
          </ac:spMkLst>
        </pc:spChg>
        <pc:spChg chg="mod">
          <ac:chgData name="Fatima Ansarizadeh" userId="2e2f4077-aba0-49c7-b26f-c647714fbdc0" providerId="ADAL" clId="{4AF819A5-1A07-4075-8C4E-D726B4CE70A1}" dt="2026-08-19T22:44:31.663" v="193" actId="20577"/>
          <ac:spMkLst>
            <pc:docMk/>
            <pc:sldMk cId="2094450682" sldId="680"/>
            <ac:spMk id="3" creationId="{D874A161-2A18-D793-0499-E11C93F984C9}"/>
          </ac:spMkLst>
        </pc:spChg>
        <pc:spChg chg="add mod">
          <ac:chgData name="Fatima Ansarizadeh" userId="2e2f4077-aba0-49c7-b26f-c647714fbdc0" providerId="ADAL" clId="{4AF819A5-1A07-4075-8C4E-D726B4CE70A1}" dt="2026-08-19T22:43:33.221" v="170" actId="1076"/>
          <ac:spMkLst>
            <pc:docMk/>
            <pc:sldMk cId="2094450682" sldId="680"/>
            <ac:spMk id="5" creationId="{61953F23-FA86-B2F8-A284-AB433F63318D}"/>
          </ac:spMkLst>
        </pc:spChg>
        <pc:spChg chg="add mod ord">
          <ac:chgData name="Fatima Ansarizadeh" userId="2e2f4077-aba0-49c7-b26f-c647714fbdc0" providerId="ADAL" clId="{4AF819A5-1A07-4075-8C4E-D726B4CE70A1}" dt="2026-08-19T22:44:15.331" v="180" actId="207"/>
          <ac:spMkLst>
            <pc:docMk/>
            <pc:sldMk cId="2094450682" sldId="680"/>
            <ac:spMk id="7" creationId="{56C23FD6-E724-EDF7-D118-0CD57E678F68}"/>
          </ac:spMkLst>
        </pc:spChg>
      </pc:sldChg>
      <pc:sldChg chg="addSp modSp new mod">
        <pc:chgData name="Fatima Ansarizadeh" userId="2e2f4077-aba0-49c7-b26f-c647714fbdc0" providerId="ADAL" clId="{4AF819A5-1A07-4075-8C4E-D726B4CE70A1}" dt="2026-08-19T22:55:18.193" v="229" actId="113"/>
        <pc:sldMkLst>
          <pc:docMk/>
          <pc:sldMk cId="587346818" sldId="681"/>
        </pc:sldMkLst>
        <pc:spChg chg="mod">
          <ac:chgData name="Fatima Ansarizadeh" userId="2e2f4077-aba0-49c7-b26f-c647714fbdc0" providerId="ADAL" clId="{4AF819A5-1A07-4075-8C4E-D726B4CE70A1}" dt="2026-08-19T22:54:12.124" v="219" actId="20577"/>
          <ac:spMkLst>
            <pc:docMk/>
            <pc:sldMk cId="587346818" sldId="681"/>
            <ac:spMk id="2" creationId="{9944D3C3-868F-F644-4523-78AA27F0DC7C}"/>
          </ac:spMkLst>
        </pc:spChg>
        <pc:spChg chg="mod">
          <ac:chgData name="Fatima Ansarizadeh" userId="2e2f4077-aba0-49c7-b26f-c647714fbdc0" providerId="ADAL" clId="{4AF819A5-1A07-4075-8C4E-D726B4CE70A1}" dt="2026-08-19T22:55:18.193" v="229" actId="113"/>
          <ac:spMkLst>
            <pc:docMk/>
            <pc:sldMk cId="587346818" sldId="681"/>
            <ac:spMk id="3" creationId="{28A57E55-0E2A-78A6-A452-9AE3BABEA60F}"/>
          </ac:spMkLst>
        </pc:spChg>
        <pc:spChg chg="add mod ord">
          <ac:chgData name="Fatima Ansarizadeh" userId="2e2f4077-aba0-49c7-b26f-c647714fbdc0" providerId="ADAL" clId="{4AF819A5-1A07-4075-8C4E-D726B4CE70A1}" dt="2026-08-19T22:55:04.284" v="228" actId="14100"/>
          <ac:spMkLst>
            <pc:docMk/>
            <pc:sldMk cId="587346818" sldId="681"/>
            <ac:spMk id="4" creationId="{3E543EAD-13BD-047C-0549-FE67510599E4}"/>
          </ac:spMkLst>
        </pc:spChg>
      </pc:sldChg>
      <pc:sldChg chg="addSp modSp new mod modAnim">
        <pc:chgData name="Fatima Ansarizadeh" userId="2e2f4077-aba0-49c7-b26f-c647714fbdc0" providerId="ADAL" clId="{4AF819A5-1A07-4075-8C4E-D726B4CE70A1}" dt="2026-08-23T10:14:40.632" v="306"/>
        <pc:sldMkLst>
          <pc:docMk/>
          <pc:sldMk cId="802814379" sldId="682"/>
        </pc:sldMkLst>
        <pc:spChg chg="mod">
          <ac:chgData name="Fatima Ansarizadeh" userId="2e2f4077-aba0-49c7-b26f-c647714fbdc0" providerId="ADAL" clId="{4AF819A5-1A07-4075-8C4E-D726B4CE70A1}" dt="2026-08-23T10:13:00.293" v="284" actId="20577"/>
          <ac:spMkLst>
            <pc:docMk/>
            <pc:sldMk cId="802814379" sldId="682"/>
            <ac:spMk id="2" creationId="{84B7EFA3-DB4F-9F9D-E794-62F80778D6EF}"/>
          </ac:spMkLst>
        </pc:spChg>
        <pc:spChg chg="mod">
          <ac:chgData name="Fatima Ansarizadeh" userId="2e2f4077-aba0-49c7-b26f-c647714fbdc0" providerId="ADAL" clId="{4AF819A5-1A07-4075-8C4E-D726B4CE70A1}" dt="2026-08-23T10:13:59.236" v="296" actId="1076"/>
          <ac:spMkLst>
            <pc:docMk/>
            <pc:sldMk cId="802814379" sldId="682"/>
            <ac:spMk id="3" creationId="{5B31197B-13C9-0825-4B29-8BAB959F334D}"/>
          </ac:spMkLst>
        </pc:spChg>
        <pc:spChg chg="add mod">
          <ac:chgData name="Fatima Ansarizadeh" userId="2e2f4077-aba0-49c7-b26f-c647714fbdc0" providerId="ADAL" clId="{4AF819A5-1A07-4075-8C4E-D726B4CE70A1}" dt="2026-08-23T10:14:15.416" v="300" actId="1076"/>
          <ac:spMkLst>
            <pc:docMk/>
            <pc:sldMk cId="802814379" sldId="682"/>
            <ac:spMk id="7" creationId="{BB9A66AC-F38A-691B-B51D-114D7E89222E}"/>
          </ac:spMkLst>
        </pc:spChg>
        <pc:spChg chg="add mod ord">
          <ac:chgData name="Fatima Ansarizadeh" userId="2e2f4077-aba0-49c7-b26f-c647714fbdc0" providerId="ADAL" clId="{4AF819A5-1A07-4075-8C4E-D726B4CE70A1}" dt="2026-08-23T10:14:31.666" v="305" actId="207"/>
          <ac:spMkLst>
            <pc:docMk/>
            <pc:sldMk cId="802814379" sldId="682"/>
            <ac:spMk id="8" creationId="{04F3FA5F-DFD3-5EB3-A5E7-A1489948049A}"/>
          </ac:spMkLst>
        </pc:spChg>
        <pc:picChg chg="add mod">
          <ac:chgData name="Fatima Ansarizadeh" userId="2e2f4077-aba0-49c7-b26f-c647714fbdc0" providerId="ADAL" clId="{4AF819A5-1A07-4075-8C4E-D726B4CE70A1}" dt="2026-08-23T10:13:54.446" v="295" actId="1076"/>
          <ac:picMkLst>
            <pc:docMk/>
            <pc:sldMk cId="802814379" sldId="682"/>
            <ac:picMk id="5" creationId="{3F8450B9-4EEE-7B08-C4EA-133B9FB6F92F}"/>
          </ac:picMkLst>
        </pc:picChg>
      </pc:sldChg>
      <pc:sldChg chg="addSp modSp new mod modAnim">
        <pc:chgData name="Fatima Ansarizadeh" userId="2e2f4077-aba0-49c7-b26f-c647714fbdc0" providerId="ADAL" clId="{4AF819A5-1A07-4075-8C4E-D726B4CE70A1}" dt="2026-08-23T10:17:01.875" v="344"/>
        <pc:sldMkLst>
          <pc:docMk/>
          <pc:sldMk cId="1831362729" sldId="683"/>
        </pc:sldMkLst>
        <pc:spChg chg="mod">
          <ac:chgData name="Fatima Ansarizadeh" userId="2e2f4077-aba0-49c7-b26f-c647714fbdc0" providerId="ADAL" clId="{4AF819A5-1A07-4075-8C4E-D726B4CE70A1}" dt="2026-08-23T10:15:04.420" v="319" actId="20577"/>
          <ac:spMkLst>
            <pc:docMk/>
            <pc:sldMk cId="1831362729" sldId="683"/>
            <ac:spMk id="2" creationId="{A1AC2C45-5D17-8025-5064-22F8F2FD8561}"/>
          </ac:spMkLst>
        </pc:spChg>
        <pc:spChg chg="mod">
          <ac:chgData name="Fatima Ansarizadeh" userId="2e2f4077-aba0-49c7-b26f-c647714fbdc0" providerId="ADAL" clId="{4AF819A5-1A07-4075-8C4E-D726B4CE70A1}" dt="2026-08-23T10:16:09.591" v="334" actId="20577"/>
          <ac:spMkLst>
            <pc:docMk/>
            <pc:sldMk cId="1831362729" sldId="683"/>
            <ac:spMk id="3" creationId="{9EE213BF-9DD9-2CEE-8194-0DBDACB1C7BD}"/>
          </ac:spMkLst>
        </pc:spChg>
        <pc:spChg chg="add mod">
          <ac:chgData name="Fatima Ansarizadeh" userId="2e2f4077-aba0-49c7-b26f-c647714fbdc0" providerId="ADAL" clId="{4AF819A5-1A07-4075-8C4E-D726B4CE70A1}" dt="2026-08-23T10:16:47.126" v="340" actId="1076"/>
          <ac:spMkLst>
            <pc:docMk/>
            <pc:sldMk cId="1831362729" sldId="683"/>
            <ac:spMk id="7" creationId="{523576BC-34C1-559A-BBB4-E863393446D2}"/>
          </ac:spMkLst>
        </pc:spChg>
        <pc:spChg chg="add mod ord">
          <ac:chgData name="Fatima Ansarizadeh" userId="2e2f4077-aba0-49c7-b26f-c647714fbdc0" providerId="ADAL" clId="{4AF819A5-1A07-4075-8C4E-D726B4CE70A1}" dt="2026-08-23T10:16:53.009" v="342" actId="207"/>
          <ac:spMkLst>
            <pc:docMk/>
            <pc:sldMk cId="1831362729" sldId="683"/>
            <ac:spMk id="8" creationId="{76466C00-EC42-DE14-FFEB-E9CAAF1303E4}"/>
          </ac:spMkLst>
        </pc:spChg>
        <pc:picChg chg="add mod">
          <ac:chgData name="Fatima Ansarizadeh" userId="2e2f4077-aba0-49c7-b26f-c647714fbdc0" providerId="ADAL" clId="{4AF819A5-1A07-4075-8C4E-D726B4CE70A1}" dt="2026-08-23T10:16:13.185" v="335" actId="14100"/>
          <ac:picMkLst>
            <pc:docMk/>
            <pc:sldMk cId="1831362729" sldId="683"/>
            <ac:picMk id="5" creationId="{8F77565A-E10C-8BD9-C9EE-114C9BB7506E}"/>
          </ac:picMkLst>
        </pc:picChg>
      </pc:sldChg>
      <pc:sldChg chg="addSp modSp new mod ord modAnim">
        <pc:chgData name="Fatima Ansarizadeh" userId="2e2f4077-aba0-49c7-b26f-c647714fbdc0" providerId="ADAL" clId="{4AF819A5-1A07-4075-8C4E-D726B4CE70A1}" dt="2026-08-23T10:12:32.873" v="276"/>
        <pc:sldMkLst>
          <pc:docMk/>
          <pc:sldMk cId="101231262" sldId="684"/>
        </pc:sldMkLst>
        <pc:spChg chg="mod">
          <ac:chgData name="Fatima Ansarizadeh" userId="2e2f4077-aba0-49c7-b26f-c647714fbdc0" providerId="ADAL" clId="{4AF819A5-1A07-4075-8C4E-D726B4CE70A1}" dt="2026-08-23T10:09:23.925" v="250" actId="20577"/>
          <ac:spMkLst>
            <pc:docMk/>
            <pc:sldMk cId="101231262" sldId="684"/>
            <ac:spMk id="2" creationId="{F3CA7489-8C02-125D-49A9-F5126C0913E9}"/>
          </ac:spMkLst>
        </pc:spChg>
        <pc:spChg chg="mod">
          <ac:chgData name="Fatima Ansarizadeh" userId="2e2f4077-aba0-49c7-b26f-c647714fbdc0" providerId="ADAL" clId="{4AF819A5-1A07-4075-8C4E-D726B4CE70A1}" dt="2026-08-23T10:10:24.641" v="261" actId="1076"/>
          <ac:spMkLst>
            <pc:docMk/>
            <pc:sldMk cId="101231262" sldId="684"/>
            <ac:spMk id="3" creationId="{6AA399FB-9F41-6ADD-A270-7BB9AEEF5E29}"/>
          </ac:spMkLst>
        </pc:spChg>
        <pc:spChg chg="add mod">
          <ac:chgData name="Fatima Ansarizadeh" userId="2e2f4077-aba0-49c7-b26f-c647714fbdc0" providerId="ADAL" clId="{4AF819A5-1A07-4075-8C4E-D726B4CE70A1}" dt="2026-08-23T10:11:41.883" v="267" actId="1076"/>
          <ac:spMkLst>
            <pc:docMk/>
            <pc:sldMk cId="101231262" sldId="684"/>
            <ac:spMk id="7" creationId="{F91C252A-9218-85B2-D15A-A9C6F3D737B9}"/>
          </ac:spMkLst>
        </pc:spChg>
        <pc:spChg chg="add mod ord">
          <ac:chgData name="Fatima Ansarizadeh" userId="2e2f4077-aba0-49c7-b26f-c647714fbdc0" providerId="ADAL" clId="{4AF819A5-1A07-4075-8C4E-D726B4CE70A1}" dt="2026-08-23T10:12:20.452" v="273" actId="207"/>
          <ac:spMkLst>
            <pc:docMk/>
            <pc:sldMk cId="101231262" sldId="684"/>
            <ac:spMk id="8" creationId="{31CB4858-C790-942E-A87E-1BA42FFF2302}"/>
          </ac:spMkLst>
        </pc:spChg>
        <pc:picChg chg="add mod">
          <ac:chgData name="Fatima Ansarizadeh" userId="2e2f4077-aba0-49c7-b26f-c647714fbdc0" providerId="ADAL" clId="{4AF819A5-1A07-4075-8C4E-D726B4CE70A1}" dt="2026-08-23T10:10:27.645" v="262" actId="1076"/>
          <ac:picMkLst>
            <pc:docMk/>
            <pc:sldMk cId="101231262" sldId="684"/>
            <ac:picMk id="5" creationId="{74A7120F-72D1-0587-CBE1-AFE31553E76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56A87-286B-4D14-B6B6-6D7ACDFBCBD5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56E56-ECD2-40BF-89BC-3CA42E4B35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7788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="1" dirty="0"/>
              <a:t>Answer: B — It converts wide data into long data.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1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="1" dirty="0"/>
              <a:t>Answer: C — Student remains an identifier column.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28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Answer: B — 4 columns.</a:t>
            </a:r>
            <a:endParaRPr lang="en-AU" dirty="0"/>
          </a:p>
          <a:p>
            <a:r>
              <a:rPr lang="en-AU" dirty="0"/>
              <a:t>The output contains:</a:t>
            </a:r>
          </a:p>
          <a:p>
            <a:r>
              <a:rPr lang="en-AU" dirty="0"/>
              <a:t>2 identifier columns + 1 variable column + 1 value column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84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="1" dirty="0"/>
              <a:t>Answer: C — Subject values such as Maths and Science become column headers.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56E56-ECD2-40BF-89BC-3CA42E4B35B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3573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AU" b="1" dirty="0"/>
              <a:t>Answer: C — </a:t>
            </a:r>
            <a:r>
              <a:rPr lang="en-AU" b="1" dirty="0">
                <a:latin typeface="Courier New" panose="02070309020205020404" pitchFamily="49" charset="0"/>
              </a:rPr>
              <a:t>pivot()</a:t>
            </a:r>
            <a:r>
              <a:rPr lang="en-AU" b="1" dirty="0"/>
              <a:t> cannot handle duplicate index–column combinations.</a:t>
            </a:r>
            <a:endParaRPr lang="en-AU" dirty="0"/>
          </a:p>
          <a:p>
            <a:pPr>
              <a:buNone/>
            </a:pPr>
            <a:r>
              <a:rPr lang="en-AU" dirty="0"/>
              <a:t>It cannot decide whether the </a:t>
            </a:r>
            <a:r>
              <a:rPr lang="en-AU" dirty="0">
                <a:latin typeface="Courier New" panose="02070309020205020404" pitchFamily="49" charset="0"/>
              </a:rPr>
              <a:t>Ali–Maths</a:t>
            </a:r>
            <a:r>
              <a:rPr lang="en-AU" dirty="0"/>
              <a:t> cell should contain </a:t>
            </a:r>
            <a:r>
              <a:rPr lang="en-AU" dirty="0">
                <a:latin typeface="Courier New" panose="02070309020205020404" pitchFamily="49" charset="0"/>
              </a:rPr>
              <a:t>80</a:t>
            </a:r>
            <a:r>
              <a:rPr lang="en-AU" dirty="0"/>
              <a:t> or </a:t>
            </a:r>
            <a:r>
              <a:rPr lang="en-AU" dirty="0">
                <a:latin typeface="Courier New" panose="02070309020205020404" pitchFamily="49" charset="0"/>
              </a:rPr>
              <a:t>90</a:t>
            </a:r>
            <a:r>
              <a:rPr lang="en-AU" dirty="0"/>
              <a:t>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56E56-ECD2-40BF-89BC-3CA42E4B35B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7808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56E56-ECD2-40BF-89BC-3CA42E4B35B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304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Answer: B — Gives the largest fire rank 1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56E56-ECD2-40BF-89BC-3CA42E4B35B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8181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711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 b="0">
                <a:solidFill>
                  <a:schemeClr val="tx2"/>
                </a:solidFill>
                <a:latin typeface="Comic Sans MS" panose="030F0702030302020204" pitchFamily="66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519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832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5160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391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770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124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3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82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171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457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104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023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106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611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42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28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989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411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33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782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95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1926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85111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65079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07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080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717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E7E15826-68F2-4030-80D5-20706E5F0B29}" type="datetimeFigureOut">
              <a:rPr lang="en-AU" smtClean="0"/>
              <a:t>21/08/2026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B9F3309A-3CE8-4991-BB0E-917CCE2D7808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4620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  <p:sldLayoutId id="2147483706" r:id="rId28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4E3D-D033-B96F-5E5C-8FE98CB6C2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449B0-F038-4D2B-9BFE-39DD763EEB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6419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65914DC0-3CEB-DB32-628C-FDBB7B26EBC3}"/>
              </a:ext>
            </a:extLst>
          </p:cNvPr>
          <p:cNvSpPr/>
          <p:nvPr/>
        </p:nvSpPr>
        <p:spPr>
          <a:xfrm>
            <a:off x="6294489" y="3177217"/>
            <a:ext cx="3971637" cy="2558473"/>
          </a:xfrm>
          <a:prstGeom prst="cloudCallou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60F6D-1DCE-123B-F625-B2DB5F458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Classroom Quiz: Melt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0B3C6-1870-6A69-BB0A-CC8487875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191" y="2167128"/>
            <a:ext cx="11253668" cy="4288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Q1. What does melt() usually do?</a:t>
            </a:r>
          </a:p>
          <a:p>
            <a:endParaRPr lang="en-AU" sz="2400" dirty="0"/>
          </a:p>
          <a:p>
            <a:pPr marL="0" indent="0">
              <a:buNone/>
            </a:pPr>
            <a:r>
              <a:rPr lang="en-AU" sz="2400" dirty="0"/>
              <a:t>A. Converts long data into wide data</a:t>
            </a:r>
            <a:br>
              <a:rPr lang="en-AU" sz="2400" dirty="0"/>
            </a:br>
            <a:r>
              <a:rPr lang="en-AU" sz="2400" dirty="0"/>
              <a:t>B. Converts wide data into long data</a:t>
            </a:r>
            <a:br>
              <a:rPr lang="en-AU" sz="2400" dirty="0"/>
            </a:br>
            <a:r>
              <a:rPr lang="en-AU" sz="2400" dirty="0"/>
              <a:t>C. Deletes duplicate rows</a:t>
            </a:r>
            <a:br>
              <a:rPr lang="en-AU" sz="2400" dirty="0"/>
            </a:br>
            <a:r>
              <a:rPr lang="en-AU" sz="2400" dirty="0"/>
              <a:t>D. Sorts the </a:t>
            </a:r>
            <a:r>
              <a:rPr lang="en-AU" sz="2400" dirty="0" err="1"/>
              <a:t>DataFrame</a:t>
            </a:r>
            <a:endParaRPr lang="en-AU" sz="2400" dirty="0"/>
          </a:p>
          <a:p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7983BD-0742-CC9C-DB75-4199B0E85007}"/>
              </a:ext>
            </a:extLst>
          </p:cNvPr>
          <p:cNvSpPr txBox="1"/>
          <p:nvPr/>
        </p:nvSpPr>
        <p:spPr>
          <a:xfrm>
            <a:off x="7176561" y="4040954"/>
            <a:ext cx="22074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600" b="1" dirty="0"/>
              <a:t>Answer: B. It converts wide data into long data.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91669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BBAB0013-CC05-5995-A12A-BD106D9D128C}"/>
              </a:ext>
            </a:extLst>
          </p:cNvPr>
          <p:cNvSpPr/>
          <p:nvPr/>
        </p:nvSpPr>
        <p:spPr>
          <a:xfrm>
            <a:off x="8202401" y="3961520"/>
            <a:ext cx="3660577" cy="2353125"/>
          </a:xfrm>
          <a:prstGeom prst="cloudCallou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851616-E7CE-16B6-7E48-873FF9F0F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8" y="301625"/>
            <a:ext cx="10869612" cy="1206500"/>
          </a:xfrm>
        </p:spPr>
        <p:txBody>
          <a:bodyPr>
            <a:normAutofit fontScale="90000"/>
          </a:bodyPr>
          <a:lstStyle/>
          <a:p>
            <a:r>
              <a:rPr lang="en-AU" dirty="0"/>
              <a:t>Classroom Quiz: Melt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BF74B-EFE8-AF85-5245-9DAD51222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065467"/>
            <a:ext cx="10869248" cy="2866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Q2. Find the Identifier </a:t>
            </a:r>
          </a:p>
          <a:p>
            <a:pPr marL="0" indent="0">
              <a:buNone/>
            </a:pPr>
            <a:r>
              <a:rPr lang="en-AU" dirty="0"/>
              <a:t>Consider: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What happens to the Student column?</a:t>
            </a:r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057FC2-CB48-8E9F-270D-EE0E2302C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309" y="2065467"/>
            <a:ext cx="5026269" cy="21674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F86C1B-660E-1983-2525-977C58A89573}"/>
              </a:ext>
            </a:extLst>
          </p:cNvPr>
          <p:cNvSpPr txBox="1"/>
          <p:nvPr/>
        </p:nvSpPr>
        <p:spPr>
          <a:xfrm>
            <a:off x="2213125" y="513808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A. It is deleted</a:t>
            </a:r>
            <a:br>
              <a:rPr lang="en-AU" dirty="0">
                <a:solidFill>
                  <a:schemeClr val="tx2"/>
                </a:solidFill>
              </a:rPr>
            </a:br>
            <a:r>
              <a:rPr lang="en-AU" dirty="0">
                <a:solidFill>
                  <a:schemeClr val="tx2"/>
                </a:solidFill>
              </a:rPr>
              <a:t>B. It becomes the </a:t>
            </a:r>
            <a:r>
              <a:rPr lang="en-AU" dirty="0" err="1">
                <a:solidFill>
                  <a:schemeClr val="tx2"/>
                </a:solidFill>
              </a:rPr>
              <a:t>DataFrame</a:t>
            </a:r>
            <a:r>
              <a:rPr lang="en-AU" dirty="0">
                <a:solidFill>
                  <a:schemeClr val="tx2"/>
                </a:solidFill>
              </a:rPr>
              <a:t> index</a:t>
            </a:r>
            <a:br>
              <a:rPr lang="en-AU" dirty="0">
                <a:solidFill>
                  <a:schemeClr val="tx2"/>
                </a:solidFill>
              </a:rPr>
            </a:br>
            <a:r>
              <a:rPr lang="en-AU" dirty="0">
                <a:solidFill>
                  <a:schemeClr val="tx2"/>
                </a:solidFill>
              </a:rPr>
              <a:t>C. It remains an identifier, and its values may be repeated</a:t>
            </a:r>
            <a:br>
              <a:rPr lang="en-AU" dirty="0">
                <a:solidFill>
                  <a:schemeClr val="tx2"/>
                </a:solidFill>
              </a:rPr>
            </a:br>
            <a:r>
              <a:rPr lang="en-AU" dirty="0">
                <a:solidFill>
                  <a:schemeClr val="tx2"/>
                </a:solidFill>
              </a:rPr>
              <a:t>D. It is renamed Score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27AF87-35D1-94E2-02F0-585DA93A1550}"/>
              </a:ext>
            </a:extLst>
          </p:cNvPr>
          <p:cNvSpPr txBox="1"/>
          <p:nvPr/>
        </p:nvSpPr>
        <p:spPr>
          <a:xfrm>
            <a:off x="8849569" y="4676418"/>
            <a:ext cx="24649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="1" dirty="0"/>
              <a:t>Answer: C — Student remains an identifier column.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9900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064C135E-AE7C-A41C-929F-95C015A1921F}"/>
              </a:ext>
            </a:extLst>
          </p:cNvPr>
          <p:cNvSpPr/>
          <p:nvPr/>
        </p:nvSpPr>
        <p:spPr>
          <a:xfrm>
            <a:off x="4842243" y="3658955"/>
            <a:ext cx="3971637" cy="2558473"/>
          </a:xfrm>
          <a:prstGeom prst="cloudCallou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A37079-868E-EE21-46F1-FF5F162DB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8" y="301625"/>
            <a:ext cx="10869612" cy="1206500"/>
          </a:xfrm>
        </p:spPr>
        <p:txBody>
          <a:bodyPr>
            <a:normAutofit fontScale="90000"/>
          </a:bodyPr>
          <a:lstStyle/>
          <a:p>
            <a:r>
              <a:rPr lang="en-AU" dirty="0"/>
              <a:t>Classroom Quiz: Melt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739FA-26F0-E277-3C8F-0FB06B44E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56" y="2038866"/>
            <a:ext cx="7412539" cy="4096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Q3. Count the Columns </a:t>
            </a:r>
          </a:p>
          <a:p>
            <a:pPr marL="0" indent="0">
              <a:buNone/>
            </a:pPr>
            <a:r>
              <a:rPr lang="en-AU" dirty="0"/>
              <a:t>A </a:t>
            </a:r>
            <a:r>
              <a:rPr lang="en-AU" dirty="0" err="1"/>
              <a:t>DataFrame</a:t>
            </a:r>
            <a:r>
              <a:rPr lang="en-AU" dirty="0"/>
              <a:t> has </a:t>
            </a:r>
            <a:r>
              <a:rPr lang="en-AU" b="1" dirty="0"/>
              <a:t>two identifier columns;  four columns to melt</a:t>
            </a:r>
            <a:r>
              <a:rPr lang="en-AU" dirty="0"/>
              <a:t>.</a:t>
            </a:r>
          </a:p>
          <a:p>
            <a:pPr marL="0" indent="0">
              <a:buNone/>
            </a:pPr>
            <a:r>
              <a:rPr lang="en-AU" dirty="0"/>
              <a:t> How many columns will the melted </a:t>
            </a:r>
            <a:r>
              <a:rPr lang="en-AU" dirty="0" err="1"/>
              <a:t>DataFrame</a:t>
            </a:r>
            <a:r>
              <a:rPr lang="en-AU" dirty="0"/>
              <a:t> normally have?</a:t>
            </a:r>
          </a:p>
          <a:p>
            <a:pPr marL="0" indent="0">
              <a:buNone/>
            </a:pPr>
            <a:r>
              <a:rPr lang="en-AU" dirty="0"/>
              <a:t>A. 2</a:t>
            </a:r>
            <a:br>
              <a:rPr lang="en-AU" dirty="0"/>
            </a:br>
            <a:r>
              <a:rPr lang="en-AU" dirty="0"/>
              <a:t>B. 4</a:t>
            </a:r>
            <a:br>
              <a:rPr lang="en-AU" dirty="0"/>
            </a:br>
            <a:r>
              <a:rPr lang="en-AU" dirty="0"/>
              <a:t>C. 6</a:t>
            </a:r>
            <a:br>
              <a:rPr lang="en-AU" dirty="0"/>
            </a:br>
            <a:r>
              <a:rPr lang="en-AU" dirty="0"/>
              <a:t>D. 8</a:t>
            </a:r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204C5-2DDE-575C-35C6-21B357E45334}"/>
              </a:ext>
            </a:extLst>
          </p:cNvPr>
          <p:cNvSpPr txBox="1"/>
          <p:nvPr/>
        </p:nvSpPr>
        <p:spPr>
          <a:xfrm>
            <a:off x="5452997" y="4273369"/>
            <a:ext cx="27501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/>
              <a:t>Answer: B — 4 columns.</a:t>
            </a:r>
            <a:endParaRPr lang="en-AU" sz="1600" dirty="0"/>
          </a:p>
          <a:p>
            <a:r>
              <a:rPr lang="en-AU" sz="1600" dirty="0"/>
              <a:t>The output contains:</a:t>
            </a:r>
          </a:p>
          <a:p>
            <a:r>
              <a:rPr lang="en-AU" sz="1600" dirty="0"/>
              <a:t>2 identifier columns + 1 variable column + 1 value column</a:t>
            </a:r>
          </a:p>
        </p:txBody>
      </p:sp>
    </p:spTree>
    <p:extLst>
      <p:ext uri="{BB962C8B-B14F-4D97-AF65-F5344CB8AC3E}">
        <p14:creationId xmlns:p14="http://schemas.microsoft.com/office/powerpoint/2010/main" val="83972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76795B5E-44FE-1FD2-0FCF-3CF79B8E0CCB}"/>
              </a:ext>
            </a:extLst>
          </p:cNvPr>
          <p:cNvSpPr/>
          <p:nvPr/>
        </p:nvSpPr>
        <p:spPr>
          <a:xfrm>
            <a:off x="7626096" y="3886200"/>
            <a:ext cx="3328416" cy="2478024"/>
          </a:xfrm>
          <a:prstGeom prst="cloudCallou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8FAC0A-A886-9467-2AF3-3AE1ABDC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PivoT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9152F-42BA-A683-8E2E-00FFC8049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455" y="2075688"/>
            <a:ext cx="11253668" cy="45811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b="1" dirty="0"/>
              <a:t>Q4. Build the Wide Table</a:t>
            </a:r>
          </a:p>
          <a:p>
            <a:pPr marL="0" indent="0">
              <a:buNone/>
            </a:pPr>
            <a:r>
              <a:rPr lang="en-AU" dirty="0"/>
              <a:t>Consider: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becomes the new column headers?</a:t>
            </a:r>
          </a:p>
          <a:p>
            <a:pPr marL="0" indent="0">
              <a:buNone/>
            </a:pPr>
            <a:r>
              <a:rPr lang="en-AU" dirty="0"/>
              <a:t>A. Student names</a:t>
            </a:r>
            <a:br>
              <a:rPr lang="en-AU" dirty="0"/>
            </a:br>
            <a:r>
              <a:rPr lang="en-AU" dirty="0"/>
              <a:t>B. Score values</a:t>
            </a:r>
            <a:br>
              <a:rPr lang="en-AU" dirty="0"/>
            </a:br>
            <a:r>
              <a:rPr lang="en-AU" dirty="0"/>
              <a:t>C. Unique values from Subject</a:t>
            </a:r>
            <a:br>
              <a:rPr lang="en-AU" dirty="0"/>
            </a:br>
            <a:r>
              <a:rPr lang="en-AU" dirty="0"/>
              <a:t>D. The original row numbers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D3B14-E886-9843-15AA-EDBF1FAAB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646" y="2527879"/>
            <a:ext cx="3503082" cy="20564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261091-E916-51E1-6BB8-C0EF5E411D0C}"/>
              </a:ext>
            </a:extLst>
          </p:cNvPr>
          <p:cNvSpPr txBox="1"/>
          <p:nvPr/>
        </p:nvSpPr>
        <p:spPr>
          <a:xfrm>
            <a:off x="8250174" y="4584343"/>
            <a:ext cx="21739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600" b="1" dirty="0"/>
              <a:t>Answer: C — Subject values such as Maths and Science become column headers.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9506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hought Bubble: Cloud 15">
            <a:extLst>
              <a:ext uri="{FF2B5EF4-FFF2-40B4-BE49-F238E27FC236}">
                <a16:creationId xmlns:a16="http://schemas.microsoft.com/office/drawing/2014/main" id="{B931FD89-49A5-C2F5-841A-5722783EC404}"/>
              </a:ext>
            </a:extLst>
          </p:cNvPr>
          <p:cNvSpPr/>
          <p:nvPr/>
        </p:nvSpPr>
        <p:spPr>
          <a:xfrm>
            <a:off x="6419723" y="4268086"/>
            <a:ext cx="4151376" cy="2260977"/>
          </a:xfrm>
          <a:prstGeom prst="cloudCallou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130287-6DB5-5D21-9E10-0AEAF8051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Duplicate Trouble!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7889A7-4023-F503-8207-91EAF3A72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9388180"/>
              </p:ext>
            </p:extLst>
          </p:nvPr>
        </p:nvGraphicFramePr>
        <p:xfrm>
          <a:off x="695579" y="2674525"/>
          <a:ext cx="3291204" cy="1097280"/>
        </p:xfrm>
        <a:graphic>
          <a:graphicData uri="http://schemas.openxmlformats.org/drawingml/2006/table">
            <a:tbl>
              <a:tblPr/>
              <a:tblGrid>
                <a:gridCol w="1097068">
                  <a:extLst>
                    <a:ext uri="{9D8B030D-6E8A-4147-A177-3AD203B41FA5}">
                      <a16:colId xmlns:a16="http://schemas.microsoft.com/office/drawing/2014/main" val="1151842892"/>
                    </a:ext>
                  </a:extLst>
                </a:gridCol>
                <a:gridCol w="1097068">
                  <a:extLst>
                    <a:ext uri="{9D8B030D-6E8A-4147-A177-3AD203B41FA5}">
                      <a16:colId xmlns:a16="http://schemas.microsoft.com/office/drawing/2014/main" val="3744462325"/>
                    </a:ext>
                  </a:extLst>
                </a:gridCol>
                <a:gridCol w="1097068">
                  <a:extLst>
                    <a:ext uri="{9D8B030D-6E8A-4147-A177-3AD203B41FA5}">
                      <a16:colId xmlns:a16="http://schemas.microsoft.com/office/drawing/2014/main" val="27877686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b="1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b="1" dirty="0"/>
                        <a:t>Subject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b="1" dirty="0"/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041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Ali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Maths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6800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Ali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/>
                        <a:t>Maths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800" dirty="0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8912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02BB14C-7F0E-07B0-26E8-75C483B7507F}"/>
              </a:ext>
            </a:extLst>
          </p:cNvPr>
          <p:cNvSpPr txBox="1"/>
          <p:nvPr/>
        </p:nvSpPr>
        <p:spPr>
          <a:xfrm>
            <a:off x="695579" y="2101174"/>
            <a:ext cx="6149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dirty="0"/>
              <a:t>Q5.The data contains: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844A95-08C9-42D5-E872-B7D369359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612" y="2533335"/>
            <a:ext cx="2925865" cy="16719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48C279-FDCA-7F64-A140-692698BF4258}"/>
              </a:ext>
            </a:extLst>
          </p:cNvPr>
          <p:cNvSpPr txBox="1"/>
          <p:nvPr/>
        </p:nvSpPr>
        <p:spPr>
          <a:xfrm>
            <a:off x="5689854" y="2101174"/>
            <a:ext cx="6149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sz="1800" dirty="0"/>
              <a:t>What happens with this code?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44EBDE-F2A5-B200-053E-DE67B58E7751}"/>
              </a:ext>
            </a:extLst>
          </p:cNvPr>
          <p:cNvSpPr txBox="1"/>
          <p:nvPr/>
        </p:nvSpPr>
        <p:spPr>
          <a:xfrm>
            <a:off x="695579" y="4781329"/>
            <a:ext cx="44159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dirty="0"/>
              <a:t>A. It automatically calculates the mean</a:t>
            </a:r>
            <a:br>
              <a:rPr lang="en-AU" dirty="0"/>
            </a:br>
            <a:r>
              <a:rPr lang="en-AU" dirty="0"/>
              <a:t>B. It keeps the first score</a:t>
            </a:r>
            <a:br>
              <a:rPr lang="en-AU" dirty="0"/>
            </a:br>
            <a:r>
              <a:rPr lang="en-AU" dirty="0"/>
              <a:t>C. It produces an error</a:t>
            </a:r>
            <a:br>
              <a:rPr lang="en-AU" dirty="0"/>
            </a:br>
            <a:r>
              <a:rPr lang="en-AU" dirty="0"/>
              <a:t>D. It adds the scores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9C7512-09ED-B0A0-C9E3-DDDF0CAB8E76}"/>
              </a:ext>
            </a:extLst>
          </p:cNvPr>
          <p:cNvSpPr txBox="1"/>
          <p:nvPr/>
        </p:nvSpPr>
        <p:spPr>
          <a:xfrm>
            <a:off x="6945688" y="4904439"/>
            <a:ext cx="33321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sz="1400" b="1" dirty="0"/>
              <a:t>Answer: C — </a:t>
            </a:r>
            <a:r>
              <a:rPr lang="en-AU" sz="1400" b="1" dirty="0">
                <a:latin typeface="Courier New" panose="02070309020205020404" pitchFamily="49" charset="0"/>
              </a:rPr>
              <a:t>pivot()</a:t>
            </a:r>
            <a:r>
              <a:rPr lang="en-AU" sz="1400" b="1" dirty="0"/>
              <a:t> cannot handle duplicate index–column combinations.</a:t>
            </a:r>
            <a:endParaRPr lang="en-AU" sz="1400" dirty="0"/>
          </a:p>
          <a:p>
            <a:pPr>
              <a:buNone/>
            </a:pPr>
            <a:r>
              <a:rPr lang="en-AU" sz="1400" dirty="0"/>
              <a:t>It cannot decide whether the </a:t>
            </a:r>
            <a:r>
              <a:rPr lang="en-AU" sz="1400" dirty="0">
                <a:latin typeface="Courier New" panose="02070309020205020404" pitchFamily="49" charset="0"/>
              </a:rPr>
              <a:t>Ali–Maths</a:t>
            </a:r>
            <a:r>
              <a:rPr lang="en-AU" sz="1400" dirty="0"/>
              <a:t> cell should contain </a:t>
            </a:r>
            <a:r>
              <a:rPr lang="en-AU" sz="1400" dirty="0">
                <a:latin typeface="Courier New" panose="02070309020205020404" pitchFamily="49" charset="0"/>
              </a:rPr>
              <a:t>80</a:t>
            </a:r>
            <a:r>
              <a:rPr lang="en-AU" sz="1400" dirty="0"/>
              <a:t> or </a:t>
            </a:r>
            <a:r>
              <a:rPr lang="en-AU" sz="1400" dirty="0">
                <a:latin typeface="Courier New" panose="02070309020205020404" pitchFamily="49" charset="0"/>
              </a:rPr>
              <a:t>90</a:t>
            </a:r>
            <a:r>
              <a:rPr lang="en-AU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058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56C23FD6-E724-EDF7-D118-0CD57E678F68}"/>
              </a:ext>
            </a:extLst>
          </p:cNvPr>
          <p:cNvSpPr/>
          <p:nvPr/>
        </p:nvSpPr>
        <p:spPr>
          <a:xfrm>
            <a:off x="6593967" y="4096513"/>
            <a:ext cx="4471416" cy="2331719"/>
          </a:xfrm>
          <a:prstGeom prst="cloudCallou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BB8BF-0710-C045-C953-49C117860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Choose Your Tool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4A161-2A18-D793-0499-E11C93F98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863" y="2139696"/>
            <a:ext cx="6692889" cy="4288536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Q6. </a:t>
            </a:r>
            <a:r>
              <a:rPr lang="en-AU" dirty="0"/>
              <a:t>Which choice is correct?</a:t>
            </a:r>
          </a:p>
          <a:p>
            <a:pPr marL="0" indent="0">
              <a:buNone/>
            </a:pPr>
            <a:r>
              <a:rPr lang="en-AU" dirty="0"/>
              <a:t>A. Use melt() for long-to-wide</a:t>
            </a:r>
            <a:br>
              <a:rPr lang="en-AU" dirty="0"/>
            </a:br>
            <a:r>
              <a:rPr lang="en-AU" dirty="0"/>
              <a:t>B. Use pivot() when duplicate combinations must be averaged</a:t>
            </a:r>
            <a:br>
              <a:rPr lang="en-AU" dirty="0"/>
            </a:br>
            <a:r>
              <a:rPr lang="en-AU" dirty="0"/>
              <a:t>C. Use </a:t>
            </a:r>
            <a:r>
              <a:rPr lang="en-AU" dirty="0" err="1"/>
              <a:t>pivot_table</a:t>
            </a:r>
            <a:r>
              <a:rPr lang="en-AU" dirty="0"/>
              <a:t>() when duplicates may need aggregation</a:t>
            </a:r>
            <a:br>
              <a:rPr lang="en-AU" dirty="0"/>
            </a:br>
            <a:r>
              <a:rPr lang="en-AU" dirty="0"/>
              <a:t>D. Use </a:t>
            </a:r>
            <a:r>
              <a:rPr lang="en-AU" dirty="0" err="1"/>
              <a:t>pivot_table</a:t>
            </a:r>
            <a:r>
              <a:rPr lang="en-AU" dirty="0"/>
              <a:t>() only for text columns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953F23-FA86-B2F8-A284-AB433F63318D}"/>
              </a:ext>
            </a:extLst>
          </p:cNvPr>
          <p:cNvSpPr txBox="1"/>
          <p:nvPr/>
        </p:nvSpPr>
        <p:spPr>
          <a:xfrm>
            <a:off x="7408926" y="4614595"/>
            <a:ext cx="28414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AU" sz="1800" b="1" dirty="0"/>
              <a:t>Answer: C — </a:t>
            </a:r>
            <a:r>
              <a:rPr lang="en-AU" sz="1800" b="1" dirty="0" err="1"/>
              <a:t>pivot_table</a:t>
            </a:r>
            <a:r>
              <a:rPr lang="en-AU" sz="1800" b="1" dirty="0"/>
              <a:t>() is suitable when duplicate combinations must be summarised.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09445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3E543EAD-13BD-047C-0549-FE67510599E4}"/>
              </a:ext>
            </a:extLst>
          </p:cNvPr>
          <p:cNvSpPr/>
          <p:nvPr/>
        </p:nvSpPr>
        <p:spPr>
          <a:xfrm>
            <a:off x="1097280" y="1636776"/>
            <a:ext cx="8906256" cy="4901184"/>
          </a:xfrm>
          <a:prstGeom prst="horizontalScroll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4D3C3-868F-F644-4523-78AA27F0D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away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57E55-0E2A-78A6-A452-9AE3BABEA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611" y="2478024"/>
            <a:ext cx="8082777" cy="4288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b="1" dirty="0">
                <a:highlight>
                  <a:srgbClr val="FFFF00"/>
                </a:highlight>
              </a:rPr>
              <a:t>melt() </a:t>
            </a:r>
            <a:r>
              <a:rPr lang="en-AU" sz="3600" dirty="0"/>
              <a:t>makes data longer, </a:t>
            </a:r>
          </a:p>
          <a:p>
            <a:pPr marL="0" indent="0">
              <a:buNone/>
            </a:pPr>
            <a:r>
              <a:rPr lang="en-AU" sz="3600" b="1" dirty="0">
                <a:highlight>
                  <a:srgbClr val="FFFF00"/>
                </a:highlight>
              </a:rPr>
              <a:t>pivot() </a:t>
            </a:r>
            <a:r>
              <a:rPr lang="en-AU" sz="3600" dirty="0"/>
              <a:t>makes unique data wider, and </a:t>
            </a:r>
          </a:p>
          <a:p>
            <a:pPr marL="0" indent="0">
              <a:buNone/>
            </a:pPr>
            <a:r>
              <a:rPr lang="en-AU" sz="3600" b="1" dirty="0" err="1">
                <a:highlight>
                  <a:srgbClr val="FFFF00"/>
                </a:highlight>
              </a:rPr>
              <a:t>pivot_table</a:t>
            </a:r>
            <a:r>
              <a:rPr lang="en-AU" sz="3600" b="1" dirty="0">
                <a:highlight>
                  <a:srgbClr val="FFFF00"/>
                </a:highlight>
              </a:rPr>
              <a:t>() </a:t>
            </a:r>
            <a:r>
              <a:rPr lang="en-AU" sz="3600" dirty="0"/>
              <a:t>makes data wider while also </a:t>
            </a:r>
            <a:r>
              <a:rPr lang="en-AU" sz="3600" b="1" dirty="0"/>
              <a:t>summarising duplicates</a:t>
            </a:r>
            <a:r>
              <a:rPr lang="en-AU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7346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31CB4858-C790-942E-A87E-1BA42FFF2302}"/>
              </a:ext>
            </a:extLst>
          </p:cNvPr>
          <p:cNvSpPr/>
          <p:nvPr/>
        </p:nvSpPr>
        <p:spPr>
          <a:xfrm>
            <a:off x="7205263" y="3429000"/>
            <a:ext cx="4573588" cy="2235820"/>
          </a:xfrm>
          <a:prstGeom prst="cloudCallou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A7489-8C02-125D-49A9-F5126C091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rank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399FB-9F41-6ADD-A270-7BB9AEEF5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332" y="2072789"/>
            <a:ext cx="11253668" cy="4288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What does the following code do?</a:t>
            </a:r>
          </a:p>
          <a:p>
            <a:endParaRPr lang="en-AU" sz="2400" dirty="0"/>
          </a:p>
          <a:p>
            <a:endParaRPr lang="en-AU" sz="2400" dirty="0"/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A. Gives the smallest fire rank 1</a:t>
            </a:r>
            <a:b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B. Gives the largest fire rank 1</a:t>
            </a:r>
            <a:b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C. Sorts the </a:t>
            </a:r>
            <a:r>
              <a:rPr lang="en-AU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DataFrame</a:t>
            </a: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 from largest to smallest</a:t>
            </a:r>
            <a:b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D. Removes duplicate fire sizes</a:t>
            </a:r>
          </a:p>
          <a:p>
            <a:endParaRPr lang="en-AU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A7120F-72D1-0587-CBE1-AFE31553E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56" y="2884248"/>
            <a:ext cx="5857683" cy="10895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1C252A-9218-85B2-D15A-A9C6F3D737B9}"/>
              </a:ext>
            </a:extLst>
          </p:cNvPr>
          <p:cNvSpPr txBox="1"/>
          <p:nvPr/>
        </p:nvSpPr>
        <p:spPr>
          <a:xfrm>
            <a:off x="7705493" y="4217057"/>
            <a:ext cx="34680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/>
              <a:t>Answer: B — Gives the largest fire rank 1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01231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04F3FA5F-DFD3-5EB3-A5E7-A1489948049A}"/>
              </a:ext>
            </a:extLst>
          </p:cNvPr>
          <p:cNvSpPr/>
          <p:nvPr/>
        </p:nvSpPr>
        <p:spPr>
          <a:xfrm>
            <a:off x="7092176" y="3607068"/>
            <a:ext cx="4482051" cy="1951464"/>
          </a:xfrm>
          <a:prstGeom prst="cloudCallou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B7EFA3-DB4F-9F9D-E794-62F80778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nlargest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1197B-13C9-0825-4B29-8BAB959F3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332" y="2106242"/>
            <a:ext cx="11253668" cy="4288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What does this code return?</a:t>
            </a:r>
          </a:p>
          <a:p>
            <a:pPr marL="0" indent="0">
              <a:buNone/>
            </a:pPr>
            <a:endParaRPr lang="en-AU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AU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A. Five randomly selected fires</a:t>
            </a:r>
            <a:b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B. Five fires with the smallest burned areas</a:t>
            </a:r>
            <a:b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C. Five fires with the largest burned areas</a:t>
            </a:r>
            <a:b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D. All fires with rank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450B9-4EEE-7B08-C4EA-133B9FB6F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985" y="2770896"/>
            <a:ext cx="5666889" cy="8025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9A66AC-F38A-691B-B51D-114D7E89222E}"/>
              </a:ext>
            </a:extLst>
          </p:cNvPr>
          <p:cNvSpPr txBox="1"/>
          <p:nvPr/>
        </p:nvSpPr>
        <p:spPr>
          <a:xfrm>
            <a:off x="7573767" y="4250510"/>
            <a:ext cx="3276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Answer: C — Five fires with the largest burned areas</a:t>
            </a:r>
          </a:p>
        </p:txBody>
      </p:sp>
    </p:spTree>
    <p:extLst>
      <p:ext uri="{BB962C8B-B14F-4D97-AF65-F5344CB8AC3E}">
        <p14:creationId xmlns:p14="http://schemas.microsoft.com/office/powerpoint/2010/main" val="80281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76466C00-EC42-DE14-FFEB-E9CAAF1303E4}"/>
              </a:ext>
            </a:extLst>
          </p:cNvPr>
          <p:cNvSpPr/>
          <p:nvPr/>
        </p:nvSpPr>
        <p:spPr>
          <a:xfrm>
            <a:off x="8645098" y="2286717"/>
            <a:ext cx="2709746" cy="1210528"/>
          </a:xfrm>
          <a:prstGeom prst="cloudCallou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AC2C45-5D17-8025-5064-22F8F2FD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 and </a:t>
            </a:r>
            <a:r>
              <a:rPr lang="en-US" dirty="0" err="1"/>
              <a:t>qcut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213BF-9DD9-2CEE-8194-0DBDACB1C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66" y="1956816"/>
            <a:ext cx="11253668" cy="4288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What is the main difference between these functions?</a:t>
            </a:r>
          </a:p>
          <a:p>
            <a:endParaRPr lang="en-AU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AU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A. cut() works with numbers, but </a:t>
            </a:r>
            <a:r>
              <a:rPr lang="en-AU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qcut</a:t>
            </a: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() works only with text</a:t>
            </a:r>
            <a:b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B. cut() creates four equal-width ranges, while </a:t>
            </a:r>
            <a:r>
              <a:rPr lang="en-AU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qcut</a:t>
            </a: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() creates groups with approximately equal numbers of observations</a:t>
            </a:r>
            <a:b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C. cut() sorts the data, while </a:t>
            </a:r>
            <a:r>
              <a:rPr lang="en-AU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qcut</a:t>
            </a: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() ranks it</a:t>
            </a:r>
            <a:b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AU" sz="2400" dirty="0">
                <a:latin typeface="Cambria" panose="02040503050406030204" pitchFamily="18" charset="0"/>
                <a:ea typeface="Cambria" panose="02040503050406030204" pitchFamily="18" charset="0"/>
              </a:rPr>
              <a:t>D. There is no difference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77565A-E10C-8BD9-C9EE-114C9BB75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278" y="2524461"/>
            <a:ext cx="3434576" cy="10365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3576BC-34C1-559A-BBB4-E863393446D2}"/>
              </a:ext>
            </a:extLst>
          </p:cNvPr>
          <p:cNvSpPr txBox="1"/>
          <p:nvPr/>
        </p:nvSpPr>
        <p:spPr>
          <a:xfrm>
            <a:off x="9489688" y="2673410"/>
            <a:ext cx="6155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183136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</p:bldLst>
  </p:timing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3633</TotalTime>
  <Words>702</Words>
  <Application>Microsoft Office PowerPoint</Application>
  <PresentationFormat>Widescreen</PresentationFormat>
  <Paragraphs>91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Cambria</vt:lpstr>
      <vt:lpstr>Comic Sans MS</vt:lpstr>
      <vt:lpstr>Courier New</vt:lpstr>
      <vt:lpstr>Haettenschweiler</vt:lpstr>
      <vt:lpstr>Trade Gothic Next Light</vt:lpstr>
      <vt:lpstr>Editorial</vt:lpstr>
      <vt:lpstr>Quiz</vt:lpstr>
      <vt:lpstr>Classroom Quiz: Melt</vt:lpstr>
      <vt:lpstr>Classroom Quiz: Melt</vt:lpstr>
      <vt:lpstr>Classroom Quiz: Melt</vt:lpstr>
      <vt:lpstr>PivoT</vt:lpstr>
      <vt:lpstr>Duplicate Trouble! </vt:lpstr>
      <vt:lpstr>Choose Your Tool</vt:lpstr>
      <vt:lpstr>Take away</vt:lpstr>
      <vt:lpstr>rank</vt:lpstr>
      <vt:lpstr>nlargest</vt:lpstr>
      <vt:lpstr>Cut and qcut</vt:lpstr>
    </vt:vector>
  </TitlesOfParts>
  <Company>Deakin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Ansarizadeh</dc:creator>
  <cp:lastModifiedBy>Fatima Ansarizadeh</cp:lastModifiedBy>
  <cp:revision>1</cp:revision>
  <dcterms:created xsi:type="dcterms:W3CDTF">2026-08-19T22:18:41Z</dcterms:created>
  <dcterms:modified xsi:type="dcterms:W3CDTF">2026-08-23T10:17:04Z</dcterms:modified>
</cp:coreProperties>
</file>