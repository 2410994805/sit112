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55"/>
  </p:notesMasterIdLst>
  <p:sldIdLst>
    <p:sldId id="256" r:id="rId2"/>
    <p:sldId id="339" r:id="rId3"/>
    <p:sldId id="375" r:id="rId4"/>
    <p:sldId id="673" r:id="rId5"/>
    <p:sldId id="674" r:id="rId6"/>
    <p:sldId id="644" r:id="rId7"/>
    <p:sldId id="645" r:id="rId8"/>
    <p:sldId id="675" r:id="rId9"/>
    <p:sldId id="676" r:id="rId10"/>
    <p:sldId id="646" r:id="rId11"/>
    <p:sldId id="640" r:id="rId12"/>
    <p:sldId id="677" r:id="rId13"/>
    <p:sldId id="649" r:id="rId14"/>
    <p:sldId id="647" r:id="rId15"/>
    <p:sldId id="648" r:id="rId16"/>
    <p:sldId id="650" r:id="rId17"/>
    <p:sldId id="678" r:id="rId18"/>
    <p:sldId id="651" r:id="rId19"/>
    <p:sldId id="652" r:id="rId20"/>
    <p:sldId id="641" r:id="rId21"/>
    <p:sldId id="679" r:id="rId22"/>
    <p:sldId id="653" r:id="rId23"/>
    <p:sldId id="654" r:id="rId24"/>
    <p:sldId id="680" r:id="rId25"/>
    <p:sldId id="681" r:id="rId26"/>
    <p:sldId id="655" r:id="rId27"/>
    <p:sldId id="642" r:id="rId28"/>
    <p:sldId id="667" r:id="rId29"/>
    <p:sldId id="666" r:id="rId30"/>
    <p:sldId id="668" r:id="rId31"/>
    <p:sldId id="669" r:id="rId32"/>
    <p:sldId id="670" r:id="rId33"/>
    <p:sldId id="682" r:id="rId34"/>
    <p:sldId id="685" r:id="rId35"/>
    <p:sldId id="671" r:id="rId36"/>
    <p:sldId id="683" r:id="rId37"/>
    <p:sldId id="672" r:id="rId38"/>
    <p:sldId id="657" r:id="rId39"/>
    <p:sldId id="658" r:id="rId40"/>
    <p:sldId id="684" r:id="rId41"/>
    <p:sldId id="686" r:id="rId42"/>
    <p:sldId id="660" r:id="rId43"/>
    <p:sldId id="687" r:id="rId44"/>
    <p:sldId id="643" r:id="rId45"/>
    <p:sldId id="661" r:id="rId46"/>
    <p:sldId id="688" r:id="rId47"/>
    <p:sldId id="662" r:id="rId48"/>
    <p:sldId id="689" r:id="rId49"/>
    <p:sldId id="663" r:id="rId50"/>
    <p:sldId id="690" r:id="rId51"/>
    <p:sldId id="664" r:id="rId52"/>
    <p:sldId id="340" r:id="rId53"/>
    <p:sldId id="342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5B3"/>
    <a:srgbClr val="8EFA00"/>
    <a:srgbClr val="FFFD78"/>
    <a:srgbClr val="D5FC79"/>
    <a:srgbClr val="FFD579"/>
    <a:srgbClr val="FC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AE619B-9DDD-4720-A6BD-641902BED806}" v="124" dt="2026-08-24T00:25:05.761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2"/>
    <p:restoredTop sz="75108" autoAdjust="0"/>
  </p:normalViewPr>
  <p:slideViewPr>
    <p:cSldViewPr snapToGrid="0">
      <p:cViewPr varScale="1">
        <p:scale>
          <a:sx n="108" d="100"/>
          <a:sy n="108" d="100"/>
        </p:scale>
        <p:origin x="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Ansarizadeh" userId="2e2f4077-aba0-49c7-b26f-c647714fbdc0" providerId="ADAL" clId="{4AF819A5-1A07-4075-8C4E-D726B4CE70A1}"/>
    <pc:docChg chg="undo custSel addSld delSld modSld sldOrd">
      <pc:chgData name="Fatima Ansarizadeh" userId="2e2f4077-aba0-49c7-b26f-c647714fbdc0" providerId="ADAL" clId="{4AF819A5-1A07-4075-8C4E-D726B4CE70A1}" dt="2026-08-24T00:42:28.122" v="2876" actId="1076"/>
      <pc:docMkLst>
        <pc:docMk/>
      </pc:docMkLst>
      <pc:sldChg chg="modSp mod">
        <pc:chgData name="Fatima Ansarizadeh" userId="2e2f4077-aba0-49c7-b26f-c647714fbdc0" providerId="ADAL" clId="{4AF819A5-1A07-4075-8C4E-D726B4CE70A1}" dt="2026-08-10T03:13:18.442" v="47" actId="20577"/>
        <pc:sldMkLst>
          <pc:docMk/>
          <pc:sldMk cId="1332387644" sldId="256"/>
        </pc:sldMkLst>
        <pc:spChg chg="mod">
          <ac:chgData name="Fatima Ansarizadeh" userId="2e2f4077-aba0-49c7-b26f-c647714fbdc0" providerId="ADAL" clId="{4AF819A5-1A07-4075-8C4E-D726B4CE70A1}" dt="2026-08-10T03:13:18.442" v="47" actId="20577"/>
          <ac:spMkLst>
            <pc:docMk/>
            <pc:sldMk cId="1332387644" sldId="256"/>
            <ac:spMk id="6" creationId="{60EB6CD3-1079-C315-AFA6-5381F1AB7B61}"/>
          </ac:spMkLst>
        </pc:spChg>
      </pc:sldChg>
      <pc:sldChg chg="modSp mod">
        <pc:chgData name="Fatima Ansarizadeh" userId="2e2f4077-aba0-49c7-b26f-c647714fbdc0" providerId="ADAL" clId="{4AF819A5-1A07-4075-8C4E-D726B4CE70A1}" dt="2026-08-24T00:42:28.122" v="2876" actId="1076"/>
        <pc:sldMkLst>
          <pc:docMk/>
          <pc:sldMk cId="3931624780" sldId="339"/>
        </pc:sldMkLst>
        <pc:spChg chg="mod">
          <ac:chgData name="Fatima Ansarizadeh" userId="2e2f4077-aba0-49c7-b26f-c647714fbdc0" providerId="ADAL" clId="{4AF819A5-1A07-4075-8C4E-D726B4CE70A1}" dt="2026-08-24T00:42:28.122" v="2876" actId="1076"/>
          <ac:spMkLst>
            <pc:docMk/>
            <pc:sldMk cId="3931624780" sldId="339"/>
            <ac:spMk id="3" creationId="{35A7EBEF-C5EF-C27F-584B-2C710C594F8F}"/>
          </ac:spMkLst>
        </pc:spChg>
      </pc:sldChg>
      <pc:sldChg chg="modSp mod">
        <pc:chgData name="Fatima Ansarizadeh" userId="2e2f4077-aba0-49c7-b26f-c647714fbdc0" providerId="ADAL" clId="{4AF819A5-1A07-4075-8C4E-D726B4CE70A1}" dt="2026-08-21T01:41:35.263" v="1709" actId="1076"/>
        <pc:sldMkLst>
          <pc:docMk/>
          <pc:sldMk cId="1351812973" sldId="644"/>
        </pc:sldMkLst>
        <pc:picChg chg="mod">
          <ac:chgData name="Fatima Ansarizadeh" userId="2e2f4077-aba0-49c7-b26f-c647714fbdc0" providerId="ADAL" clId="{4AF819A5-1A07-4075-8C4E-D726B4CE70A1}" dt="2026-08-21T01:41:35.263" v="1709" actId="1076"/>
          <ac:picMkLst>
            <pc:docMk/>
            <pc:sldMk cId="1351812973" sldId="644"/>
            <ac:picMk id="8" creationId="{9D8D16C5-C361-F041-B616-9933E22E2A08}"/>
          </ac:picMkLst>
        </pc:picChg>
      </pc:sldChg>
      <pc:sldChg chg="modSp mod ord">
        <pc:chgData name="Fatima Ansarizadeh" userId="2e2f4077-aba0-49c7-b26f-c647714fbdc0" providerId="ADAL" clId="{4AF819A5-1A07-4075-8C4E-D726B4CE70A1}" dt="2026-08-21T01:42:10.761" v="1712" actId="1076"/>
        <pc:sldMkLst>
          <pc:docMk/>
          <pc:sldMk cId="3858687440" sldId="645"/>
        </pc:sldMkLst>
        <pc:picChg chg="mod">
          <ac:chgData name="Fatima Ansarizadeh" userId="2e2f4077-aba0-49c7-b26f-c647714fbdc0" providerId="ADAL" clId="{4AF819A5-1A07-4075-8C4E-D726B4CE70A1}" dt="2026-08-21T01:42:10.761" v="1712" actId="1076"/>
          <ac:picMkLst>
            <pc:docMk/>
            <pc:sldMk cId="3858687440" sldId="645"/>
            <ac:picMk id="3" creationId="{6743C4AF-AD0C-5FB7-181E-B6653BF4196D}"/>
          </ac:picMkLst>
        </pc:picChg>
      </pc:sldChg>
      <pc:sldChg chg="addSp delSp modSp mod">
        <pc:chgData name="Fatima Ansarizadeh" userId="2e2f4077-aba0-49c7-b26f-c647714fbdc0" providerId="ADAL" clId="{4AF819A5-1A07-4075-8C4E-D726B4CE70A1}" dt="2026-08-21T01:59:21.452" v="1820" actId="208"/>
        <pc:sldMkLst>
          <pc:docMk/>
          <pc:sldMk cId="2515895548" sldId="647"/>
        </pc:sldMkLst>
        <pc:spChg chg="add mod">
          <ac:chgData name="Fatima Ansarizadeh" userId="2e2f4077-aba0-49c7-b26f-c647714fbdc0" providerId="ADAL" clId="{4AF819A5-1A07-4075-8C4E-D726B4CE70A1}" dt="2026-08-21T01:58:38.020" v="1815" actId="1582"/>
          <ac:spMkLst>
            <pc:docMk/>
            <pc:sldMk cId="2515895548" sldId="647"/>
            <ac:spMk id="6" creationId="{CBBB5DE4-6531-9A7D-E5D8-9281654794BC}"/>
          </ac:spMkLst>
        </pc:spChg>
        <pc:spChg chg="add mod">
          <ac:chgData name="Fatima Ansarizadeh" userId="2e2f4077-aba0-49c7-b26f-c647714fbdc0" providerId="ADAL" clId="{4AF819A5-1A07-4075-8C4E-D726B4CE70A1}" dt="2026-08-21T01:59:21.452" v="1820" actId="208"/>
          <ac:spMkLst>
            <pc:docMk/>
            <pc:sldMk cId="2515895548" sldId="647"/>
            <ac:spMk id="7" creationId="{AEBA295A-E9D5-FAE4-F26E-053722AE5A93}"/>
          </ac:spMkLst>
        </pc:spChg>
        <pc:picChg chg="add mod">
          <ac:chgData name="Fatima Ansarizadeh" userId="2e2f4077-aba0-49c7-b26f-c647714fbdc0" providerId="ADAL" clId="{4AF819A5-1A07-4075-8C4E-D726B4CE70A1}" dt="2026-08-21T01:56:56.758" v="1810" actId="1076"/>
          <ac:picMkLst>
            <pc:docMk/>
            <pc:sldMk cId="2515895548" sldId="647"/>
            <ac:picMk id="5" creationId="{D8BD4076-F0B5-C9A5-6BD7-003055247E7C}"/>
          </ac:picMkLst>
        </pc:picChg>
      </pc:sldChg>
      <pc:sldChg chg="addSp delSp modSp mod">
        <pc:chgData name="Fatima Ansarizadeh" userId="2e2f4077-aba0-49c7-b26f-c647714fbdc0" providerId="ADAL" clId="{4AF819A5-1A07-4075-8C4E-D726B4CE70A1}" dt="2026-08-21T02:44:58.822" v="1828" actId="1076"/>
        <pc:sldMkLst>
          <pc:docMk/>
          <pc:sldMk cId="2817098557" sldId="648"/>
        </pc:sldMkLst>
        <pc:picChg chg="add mod">
          <ac:chgData name="Fatima Ansarizadeh" userId="2e2f4077-aba0-49c7-b26f-c647714fbdc0" providerId="ADAL" clId="{4AF819A5-1A07-4075-8C4E-D726B4CE70A1}" dt="2026-08-21T02:44:58.822" v="1828" actId="1076"/>
          <ac:picMkLst>
            <pc:docMk/>
            <pc:sldMk cId="2817098557" sldId="648"/>
            <ac:picMk id="5" creationId="{79023DEE-2B3A-EC1C-2C0C-19AA74024C09}"/>
          </ac:picMkLst>
        </pc:picChg>
      </pc:sldChg>
      <pc:sldChg chg="addSp delSp modSp mod modNotesTx">
        <pc:chgData name="Fatima Ansarizadeh" userId="2e2f4077-aba0-49c7-b26f-c647714fbdc0" providerId="ADAL" clId="{4AF819A5-1A07-4075-8C4E-D726B4CE70A1}" dt="2026-08-21T01:59:59.665" v="1824" actId="1582"/>
        <pc:sldMkLst>
          <pc:docMk/>
          <pc:sldMk cId="1060130662" sldId="649"/>
        </pc:sldMkLst>
        <pc:spChg chg="mod">
          <ac:chgData name="Fatima Ansarizadeh" userId="2e2f4077-aba0-49c7-b26f-c647714fbdc0" providerId="ADAL" clId="{4AF819A5-1A07-4075-8C4E-D726B4CE70A1}" dt="2026-08-18T03:54:44.278" v="62" actId="20577"/>
          <ac:spMkLst>
            <pc:docMk/>
            <pc:sldMk cId="1060130662" sldId="649"/>
            <ac:spMk id="2" creationId="{A35CCDBC-1F24-68FF-90B2-913C7018E3D4}"/>
          </ac:spMkLst>
        </pc:spChg>
        <pc:spChg chg="add mod ord">
          <ac:chgData name="Fatima Ansarizadeh" userId="2e2f4077-aba0-49c7-b26f-c647714fbdc0" providerId="ADAL" clId="{4AF819A5-1A07-4075-8C4E-D726B4CE70A1}" dt="2026-08-21T01:48:41.537" v="1727" actId="167"/>
          <ac:spMkLst>
            <pc:docMk/>
            <pc:sldMk cId="1060130662" sldId="649"/>
            <ac:spMk id="6" creationId="{2A0AC4D9-D334-F5B5-DF3D-ED56BEFBA5C6}"/>
          </ac:spMkLst>
        </pc:spChg>
        <pc:spChg chg="add mod ord">
          <ac:chgData name="Fatima Ansarizadeh" userId="2e2f4077-aba0-49c7-b26f-c647714fbdc0" providerId="ADAL" clId="{4AF819A5-1A07-4075-8C4E-D726B4CE70A1}" dt="2026-08-21T01:49:09.803" v="1730" actId="167"/>
          <ac:spMkLst>
            <pc:docMk/>
            <pc:sldMk cId="1060130662" sldId="649"/>
            <ac:spMk id="7" creationId="{EA6A046B-51D7-713E-E915-CE6713E23361}"/>
          </ac:spMkLst>
        </pc:spChg>
        <pc:spChg chg="add mod">
          <ac:chgData name="Fatima Ansarizadeh" userId="2e2f4077-aba0-49c7-b26f-c647714fbdc0" providerId="ADAL" clId="{4AF819A5-1A07-4075-8C4E-D726B4CE70A1}" dt="2026-08-21T01:51:16.233" v="1734" actId="1582"/>
          <ac:spMkLst>
            <pc:docMk/>
            <pc:sldMk cId="1060130662" sldId="649"/>
            <ac:spMk id="8" creationId="{3844E93C-61AB-CA39-9F48-6FEE5D9A7D14}"/>
          </ac:spMkLst>
        </pc:spChg>
        <pc:spChg chg="add mod">
          <ac:chgData name="Fatima Ansarizadeh" userId="2e2f4077-aba0-49c7-b26f-c647714fbdc0" providerId="ADAL" clId="{4AF819A5-1A07-4075-8C4E-D726B4CE70A1}" dt="2026-08-21T01:53:08.446" v="1750" actId="1582"/>
          <ac:spMkLst>
            <pc:docMk/>
            <pc:sldMk cId="1060130662" sldId="649"/>
            <ac:spMk id="14" creationId="{49760BE9-77D0-B385-22BA-70D2D872CF96}"/>
          </ac:spMkLst>
        </pc:spChg>
        <pc:spChg chg="add mod">
          <ac:chgData name="Fatima Ansarizadeh" userId="2e2f4077-aba0-49c7-b26f-c647714fbdc0" providerId="ADAL" clId="{4AF819A5-1A07-4075-8C4E-D726B4CE70A1}" dt="2026-08-21T01:59:59.665" v="1824" actId="1582"/>
          <ac:spMkLst>
            <pc:docMk/>
            <pc:sldMk cId="1060130662" sldId="649"/>
            <ac:spMk id="18" creationId="{0EB0294A-F54D-C5A8-96BD-EC590CBB306F}"/>
          </ac:spMkLst>
        </pc:spChg>
        <pc:picChg chg="add mod">
          <ac:chgData name="Fatima Ansarizadeh" userId="2e2f4077-aba0-49c7-b26f-c647714fbdc0" providerId="ADAL" clId="{4AF819A5-1A07-4075-8C4E-D726B4CE70A1}" dt="2026-08-21T01:47:56.063" v="1724" actId="1076"/>
          <ac:picMkLst>
            <pc:docMk/>
            <pc:sldMk cId="1060130662" sldId="649"/>
            <ac:picMk id="5" creationId="{1CF3795D-E28E-A5B1-F70C-0967B0100D28}"/>
          </ac:picMkLst>
        </pc:picChg>
      </pc:sldChg>
      <pc:sldChg chg="addSp delSp modSp mod">
        <pc:chgData name="Fatima Ansarizadeh" userId="2e2f4077-aba0-49c7-b26f-c647714fbdc0" providerId="ADAL" clId="{4AF819A5-1A07-4075-8C4E-D726B4CE70A1}" dt="2026-08-21T02:47:21.008" v="1834" actId="1076"/>
        <pc:sldMkLst>
          <pc:docMk/>
          <pc:sldMk cId="1374603324" sldId="650"/>
        </pc:sldMkLst>
        <pc:picChg chg="add mod">
          <ac:chgData name="Fatima Ansarizadeh" userId="2e2f4077-aba0-49c7-b26f-c647714fbdc0" providerId="ADAL" clId="{4AF819A5-1A07-4075-8C4E-D726B4CE70A1}" dt="2026-08-21T02:47:21.008" v="1834" actId="1076"/>
          <ac:picMkLst>
            <pc:docMk/>
            <pc:sldMk cId="1374603324" sldId="650"/>
            <ac:picMk id="5" creationId="{C3A49353-1A6C-4FC4-A452-7829CEE9231D}"/>
          </ac:picMkLst>
        </pc:picChg>
      </pc:sldChg>
      <pc:sldChg chg="addSp delSp modSp mod">
        <pc:chgData name="Fatima Ansarizadeh" userId="2e2f4077-aba0-49c7-b26f-c647714fbdc0" providerId="ADAL" clId="{4AF819A5-1A07-4075-8C4E-D726B4CE70A1}" dt="2026-08-21T02:48:35.430" v="1838" actId="1076"/>
        <pc:sldMkLst>
          <pc:docMk/>
          <pc:sldMk cId="418371343" sldId="651"/>
        </pc:sldMkLst>
        <pc:picChg chg="add mod">
          <ac:chgData name="Fatima Ansarizadeh" userId="2e2f4077-aba0-49c7-b26f-c647714fbdc0" providerId="ADAL" clId="{4AF819A5-1A07-4075-8C4E-D726B4CE70A1}" dt="2026-08-21T02:48:35.430" v="1838" actId="1076"/>
          <ac:picMkLst>
            <pc:docMk/>
            <pc:sldMk cId="418371343" sldId="651"/>
            <ac:picMk id="4" creationId="{C856A4AE-88B4-8E2C-40DC-58A117DCE35B}"/>
          </ac:picMkLst>
        </pc:picChg>
      </pc:sldChg>
      <pc:sldChg chg="addSp delSp modSp mod">
        <pc:chgData name="Fatima Ansarizadeh" userId="2e2f4077-aba0-49c7-b26f-c647714fbdc0" providerId="ADAL" clId="{4AF819A5-1A07-4075-8C4E-D726B4CE70A1}" dt="2026-08-21T02:50:56.732" v="1842" actId="1076"/>
        <pc:sldMkLst>
          <pc:docMk/>
          <pc:sldMk cId="188902704" sldId="652"/>
        </pc:sldMkLst>
        <pc:picChg chg="add mod">
          <ac:chgData name="Fatima Ansarizadeh" userId="2e2f4077-aba0-49c7-b26f-c647714fbdc0" providerId="ADAL" clId="{4AF819A5-1A07-4075-8C4E-D726B4CE70A1}" dt="2026-08-21T02:50:56.732" v="1842" actId="1076"/>
          <ac:picMkLst>
            <pc:docMk/>
            <pc:sldMk cId="188902704" sldId="652"/>
            <ac:picMk id="5" creationId="{1CC3528C-CB2C-1B64-4075-5C5A6CD519DA}"/>
          </ac:picMkLst>
        </pc:picChg>
      </pc:sldChg>
      <pc:sldChg chg="addSp delSp modSp mod">
        <pc:chgData name="Fatima Ansarizadeh" userId="2e2f4077-aba0-49c7-b26f-c647714fbdc0" providerId="ADAL" clId="{4AF819A5-1A07-4075-8C4E-D726B4CE70A1}" dt="2026-08-21T00:49:37.393" v="1345" actId="1076"/>
        <pc:sldMkLst>
          <pc:docMk/>
          <pc:sldMk cId="2865168477" sldId="653"/>
        </pc:sldMkLst>
        <pc:picChg chg="add mod">
          <ac:chgData name="Fatima Ansarizadeh" userId="2e2f4077-aba0-49c7-b26f-c647714fbdc0" providerId="ADAL" clId="{4AF819A5-1A07-4075-8C4E-D726B4CE70A1}" dt="2026-08-21T00:49:37.393" v="1345" actId="1076"/>
          <ac:picMkLst>
            <pc:docMk/>
            <pc:sldMk cId="2865168477" sldId="653"/>
            <ac:picMk id="5" creationId="{3034F075-9496-E497-33AA-8876C7ACCC93}"/>
          </ac:picMkLst>
        </pc:picChg>
      </pc:sldChg>
      <pc:sldChg chg="addSp delSp modSp mod modNotesTx">
        <pc:chgData name="Fatima Ansarizadeh" userId="2e2f4077-aba0-49c7-b26f-c647714fbdc0" providerId="ADAL" clId="{4AF819A5-1A07-4075-8C4E-D726B4CE70A1}" dt="2026-08-21T00:52:54.729" v="1420" actId="20577"/>
        <pc:sldMkLst>
          <pc:docMk/>
          <pc:sldMk cId="3619556517" sldId="654"/>
        </pc:sldMkLst>
        <pc:picChg chg="add mod">
          <ac:chgData name="Fatima Ansarizadeh" userId="2e2f4077-aba0-49c7-b26f-c647714fbdc0" providerId="ADAL" clId="{4AF819A5-1A07-4075-8C4E-D726B4CE70A1}" dt="2026-08-21T00:51:05.852" v="1350" actId="1076"/>
          <ac:picMkLst>
            <pc:docMk/>
            <pc:sldMk cId="3619556517" sldId="654"/>
            <ac:picMk id="6" creationId="{332AC46F-A053-8D23-8F29-923E8BE9E34D}"/>
          </ac:picMkLst>
        </pc:picChg>
      </pc:sldChg>
      <pc:sldChg chg="addSp delSp modSp mod">
        <pc:chgData name="Fatima Ansarizadeh" userId="2e2f4077-aba0-49c7-b26f-c647714fbdc0" providerId="ADAL" clId="{4AF819A5-1A07-4075-8C4E-D726B4CE70A1}" dt="2026-08-21T02:55:38.947" v="1868" actId="1076"/>
        <pc:sldMkLst>
          <pc:docMk/>
          <pc:sldMk cId="785545824" sldId="655"/>
        </pc:sldMkLst>
        <pc:spChg chg="mod ord">
          <ac:chgData name="Fatima Ansarizadeh" userId="2e2f4077-aba0-49c7-b26f-c647714fbdc0" providerId="ADAL" clId="{4AF819A5-1A07-4075-8C4E-D726B4CE70A1}" dt="2026-08-21T02:55:38.947" v="1868" actId="1076"/>
          <ac:spMkLst>
            <pc:docMk/>
            <pc:sldMk cId="785545824" sldId="655"/>
            <ac:spMk id="6" creationId="{CE556BB5-7DA8-C9EE-1ACB-B75924EF07DF}"/>
          </ac:spMkLst>
        </pc:spChg>
        <pc:picChg chg="add mod">
          <ac:chgData name="Fatima Ansarizadeh" userId="2e2f4077-aba0-49c7-b26f-c647714fbdc0" providerId="ADAL" clId="{4AF819A5-1A07-4075-8C4E-D726B4CE70A1}" dt="2026-08-21T02:55:29.742" v="1867" actId="14100"/>
          <ac:picMkLst>
            <pc:docMk/>
            <pc:sldMk cId="785545824" sldId="655"/>
            <ac:picMk id="4" creationId="{D3572049-2A7D-4D3C-D007-95F6C1907588}"/>
          </ac:picMkLst>
        </pc:picChg>
      </pc:sldChg>
      <pc:sldChg chg="modSp mod">
        <pc:chgData name="Fatima Ansarizadeh" userId="2e2f4077-aba0-49c7-b26f-c647714fbdc0" providerId="ADAL" clId="{4AF819A5-1A07-4075-8C4E-D726B4CE70A1}" dt="2026-08-19T21:07:54.892" v="448" actId="1076"/>
        <pc:sldMkLst>
          <pc:docMk/>
          <pc:sldMk cId="4284778915" sldId="657"/>
        </pc:sldMkLst>
        <pc:picChg chg="mod">
          <ac:chgData name="Fatima Ansarizadeh" userId="2e2f4077-aba0-49c7-b26f-c647714fbdc0" providerId="ADAL" clId="{4AF819A5-1A07-4075-8C4E-D726B4CE70A1}" dt="2026-08-19T21:07:54.892" v="448" actId="1076"/>
          <ac:picMkLst>
            <pc:docMk/>
            <pc:sldMk cId="4284778915" sldId="657"/>
            <ac:picMk id="5" creationId="{853E464B-CDA5-5484-7D40-814C88EE0ACD}"/>
          </ac:picMkLst>
        </pc:picChg>
      </pc:sldChg>
      <pc:sldChg chg="addSp delSp modSp mod">
        <pc:chgData name="Fatima Ansarizadeh" userId="2e2f4077-aba0-49c7-b26f-c647714fbdc0" providerId="ADAL" clId="{4AF819A5-1A07-4075-8C4E-D726B4CE70A1}" dt="2026-08-24T00:31:08.005" v="2870" actId="208"/>
        <pc:sldMkLst>
          <pc:docMk/>
          <pc:sldMk cId="562282755" sldId="661"/>
        </pc:sldMkLst>
        <pc:spChg chg="add mod">
          <ac:chgData name="Fatima Ansarizadeh" userId="2e2f4077-aba0-49c7-b26f-c647714fbdc0" providerId="ADAL" clId="{4AF819A5-1A07-4075-8C4E-D726B4CE70A1}" dt="2026-08-24T00:30:08.252" v="2862" actId="14100"/>
          <ac:spMkLst>
            <pc:docMk/>
            <pc:sldMk cId="562282755" sldId="661"/>
            <ac:spMk id="3" creationId="{F96019B2-6A22-75CF-6264-A55A77555739}"/>
          </ac:spMkLst>
        </pc:spChg>
        <pc:spChg chg="add mod">
          <ac:chgData name="Fatima Ansarizadeh" userId="2e2f4077-aba0-49c7-b26f-c647714fbdc0" providerId="ADAL" clId="{4AF819A5-1A07-4075-8C4E-D726B4CE70A1}" dt="2026-08-24T00:30:25.762" v="2866" actId="1076"/>
          <ac:spMkLst>
            <pc:docMk/>
            <pc:sldMk cId="562282755" sldId="661"/>
            <ac:spMk id="6" creationId="{97A7D8C3-98E3-C8A1-D83B-007483929C5F}"/>
          </ac:spMkLst>
        </pc:spChg>
        <pc:spChg chg="add mod">
          <ac:chgData name="Fatima Ansarizadeh" userId="2e2f4077-aba0-49c7-b26f-c647714fbdc0" providerId="ADAL" clId="{4AF819A5-1A07-4075-8C4E-D726B4CE70A1}" dt="2026-08-24T00:31:08.005" v="2870" actId="208"/>
          <ac:spMkLst>
            <pc:docMk/>
            <pc:sldMk cId="562282755" sldId="661"/>
            <ac:spMk id="10" creationId="{35A9FF4A-2BA0-388E-CBA1-A7EA16A8D172}"/>
          </ac:spMkLst>
        </pc:spChg>
        <pc:picChg chg="add mod">
          <ac:chgData name="Fatima Ansarizadeh" userId="2e2f4077-aba0-49c7-b26f-c647714fbdc0" providerId="ADAL" clId="{4AF819A5-1A07-4075-8C4E-D726B4CE70A1}" dt="2026-08-21T09:31:41.292" v="2186" actId="1076"/>
          <ac:picMkLst>
            <pc:docMk/>
            <pc:sldMk cId="562282755" sldId="661"/>
            <ac:picMk id="5" creationId="{A98518D6-2151-D7F8-FBA8-B583D18A1CE3}"/>
          </ac:picMkLst>
        </pc:picChg>
        <pc:picChg chg="add mod">
          <ac:chgData name="Fatima Ansarizadeh" userId="2e2f4077-aba0-49c7-b26f-c647714fbdc0" providerId="ADAL" clId="{4AF819A5-1A07-4075-8C4E-D726B4CE70A1}" dt="2026-08-21T09:31:35.720" v="2184" actId="1076"/>
          <ac:picMkLst>
            <pc:docMk/>
            <pc:sldMk cId="562282755" sldId="661"/>
            <ac:picMk id="7" creationId="{A5A09A4F-B607-E468-49C9-F51F8AEBF8D0}"/>
          </ac:picMkLst>
        </pc:picChg>
      </pc:sldChg>
      <pc:sldChg chg="addSp delSp modSp mod">
        <pc:chgData name="Fatima Ansarizadeh" userId="2e2f4077-aba0-49c7-b26f-c647714fbdc0" providerId="ADAL" clId="{4AF819A5-1A07-4075-8C4E-D726B4CE70A1}" dt="2026-08-22T02:41:45.135" v="2300" actId="1076"/>
        <pc:sldMkLst>
          <pc:docMk/>
          <pc:sldMk cId="3120322755" sldId="663"/>
        </pc:sldMkLst>
        <pc:picChg chg="add mod">
          <ac:chgData name="Fatima Ansarizadeh" userId="2e2f4077-aba0-49c7-b26f-c647714fbdc0" providerId="ADAL" clId="{4AF819A5-1A07-4075-8C4E-D726B4CE70A1}" dt="2026-08-22T02:41:45.135" v="2300" actId="1076"/>
          <ac:picMkLst>
            <pc:docMk/>
            <pc:sldMk cId="3120322755" sldId="663"/>
            <ac:picMk id="5" creationId="{42C81369-9500-997C-E526-12EE088A7660}"/>
          </ac:picMkLst>
        </pc:picChg>
      </pc:sldChg>
      <pc:sldChg chg="modSp mod">
        <pc:chgData name="Fatima Ansarizadeh" userId="2e2f4077-aba0-49c7-b26f-c647714fbdc0" providerId="ADAL" clId="{4AF819A5-1A07-4075-8C4E-D726B4CE70A1}" dt="2026-08-24T00:40:48.409" v="2875" actId="1076"/>
        <pc:sldMkLst>
          <pc:docMk/>
          <pc:sldMk cId="1980685448" sldId="664"/>
        </pc:sldMkLst>
        <pc:spChg chg="mod">
          <ac:chgData name="Fatima Ansarizadeh" userId="2e2f4077-aba0-49c7-b26f-c647714fbdc0" providerId="ADAL" clId="{4AF819A5-1A07-4075-8C4E-D726B4CE70A1}" dt="2026-08-24T00:40:48.409" v="2875" actId="1076"/>
          <ac:spMkLst>
            <pc:docMk/>
            <pc:sldMk cId="1980685448" sldId="664"/>
            <ac:spMk id="2" creationId="{DB40DF92-A0DB-CB20-5144-F4F16A99FC4F}"/>
          </ac:spMkLst>
        </pc:spChg>
        <pc:spChg chg="mod">
          <ac:chgData name="Fatima Ansarizadeh" userId="2e2f4077-aba0-49c7-b26f-c647714fbdc0" providerId="ADAL" clId="{4AF819A5-1A07-4075-8C4E-D726B4CE70A1}" dt="2026-08-23T09:24:20.959" v="2495" actId="1076"/>
          <ac:spMkLst>
            <pc:docMk/>
            <pc:sldMk cId="1980685448" sldId="664"/>
            <ac:spMk id="5" creationId="{06BC3CDD-ED96-1186-7A72-87AC2FE4A600}"/>
          </ac:spMkLst>
        </pc:spChg>
        <pc:spChg chg="mod">
          <ac:chgData name="Fatima Ansarizadeh" userId="2e2f4077-aba0-49c7-b26f-c647714fbdc0" providerId="ADAL" clId="{4AF819A5-1A07-4075-8C4E-D726B4CE70A1}" dt="2026-08-23T09:23:16.908" v="2493" actId="1076"/>
          <ac:spMkLst>
            <pc:docMk/>
            <pc:sldMk cId="1980685448" sldId="664"/>
            <ac:spMk id="6" creationId="{A31D2C78-80C3-1D81-82D5-13097A2362B5}"/>
          </ac:spMkLst>
        </pc:spChg>
        <pc:picChg chg="mod">
          <ac:chgData name="Fatima Ansarizadeh" userId="2e2f4077-aba0-49c7-b26f-c647714fbdc0" providerId="ADAL" clId="{4AF819A5-1A07-4075-8C4E-D726B4CE70A1}" dt="2026-08-23T09:16:12.808" v="2472" actId="1076"/>
          <ac:picMkLst>
            <pc:docMk/>
            <pc:sldMk cId="1980685448" sldId="664"/>
            <ac:picMk id="3" creationId="{0064203F-C169-64BF-3F14-4DE3E732B393}"/>
          </ac:picMkLst>
        </pc:picChg>
      </pc:sldChg>
      <pc:sldChg chg="addSp delSp modSp new mod modNotesTx">
        <pc:chgData name="Fatima Ansarizadeh" userId="2e2f4077-aba0-49c7-b26f-c647714fbdc0" providerId="ADAL" clId="{4AF819A5-1A07-4075-8C4E-D726B4CE70A1}" dt="2026-08-23T23:29:17.006" v="2585" actId="13926"/>
        <pc:sldMkLst>
          <pc:docMk/>
          <pc:sldMk cId="1282685454" sldId="666"/>
        </pc:sldMkLst>
        <pc:spChg chg="mod">
          <ac:chgData name="Fatima Ansarizadeh" userId="2e2f4077-aba0-49c7-b26f-c647714fbdc0" providerId="ADAL" clId="{4AF819A5-1A07-4075-8C4E-D726B4CE70A1}" dt="2026-08-21T00:25:22.083" v="1296" actId="1076"/>
          <ac:spMkLst>
            <pc:docMk/>
            <pc:sldMk cId="1282685454" sldId="666"/>
            <ac:spMk id="2" creationId="{35A15472-37B5-8C53-8BB5-9D24E38271DA}"/>
          </ac:spMkLst>
        </pc:spChg>
        <pc:spChg chg="mod">
          <ac:chgData name="Fatima Ansarizadeh" userId="2e2f4077-aba0-49c7-b26f-c647714fbdc0" providerId="ADAL" clId="{4AF819A5-1A07-4075-8C4E-D726B4CE70A1}" dt="2026-08-23T23:29:17.006" v="2585" actId="13926"/>
          <ac:spMkLst>
            <pc:docMk/>
            <pc:sldMk cId="1282685454" sldId="666"/>
            <ac:spMk id="3" creationId="{EF74D4F6-463E-D156-2AE7-3E7E513A49BD}"/>
          </ac:spMkLst>
        </pc:spChg>
      </pc:sldChg>
      <pc:sldChg chg="addSp modSp new mod">
        <pc:chgData name="Fatima Ansarizadeh" userId="2e2f4077-aba0-49c7-b26f-c647714fbdc0" providerId="ADAL" clId="{4AF819A5-1A07-4075-8C4E-D726B4CE70A1}" dt="2026-08-21T00:25:01.185" v="1295" actId="1076"/>
        <pc:sldMkLst>
          <pc:docMk/>
          <pc:sldMk cId="3569209493" sldId="667"/>
        </pc:sldMkLst>
        <pc:spChg chg="mod">
          <ac:chgData name="Fatima Ansarizadeh" userId="2e2f4077-aba0-49c7-b26f-c647714fbdc0" providerId="ADAL" clId="{4AF819A5-1A07-4075-8C4E-D726B4CE70A1}" dt="2026-08-19T05:53:38.958" v="150" actId="1076"/>
          <ac:spMkLst>
            <pc:docMk/>
            <pc:sldMk cId="3569209493" sldId="667"/>
            <ac:spMk id="2" creationId="{FB8C39D6-1ECC-F231-3E9E-6CB48675046C}"/>
          </ac:spMkLst>
        </pc:spChg>
        <pc:spChg chg="mod">
          <ac:chgData name="Fatima Ansarizadeh" userId="2e2f4077-aba0-49c7-b26f-c647714fbdc0" providerId="ADAL" clId="{4AF819A5-1A07-4075-8C4E-D726B4CE70A1}" dt="2026-08-21T00:24:51.172" v="1290" actId="13926"/>
          <ac:spMkLst>
            <pc:docMk/>
            <pc:sldMk cId="3569209493" sldId="667"/>
            <ac:spMk id="3" creationId="{7DA960CB-B5EC-B585-191A-85E9A557FFB8}"/>
          </ac:spMkLst>
        </pc:spChg>
        <pc:picChg chg="add mod">
          <ac:chgData name="Fatima Ansarizadeh" userId="2e2f4077-aba0-49c7-b26f-c647714fbdc0" providerId="ADAL" clId="{4AF819A5-1A07-4075-8C4E-D726B4CE70A1}" dt="2026-08-21T00:24:55.689" v="1292" actId="1076"/>
          <ac:picMkLst>
            <pc:docMk/>
            <pc:sldMk cId="3569209493" sldId="667"/>
            <ac:picMk id="5" creationId="{970C08CF-6A3F-03AF-D51F-9505A12F746C}"/>
          </ac:picMkLst>
        </pc:picChg>
        <pc:picChg chg="add mod">
          <ac:chgData name="Fatima Ansarizadeh" userId="2e2f4077-aba0-49c7-b26f-c647714fbdc0" providerId="ADAL" clId="{4AF819A5-1A07-4075-8C4E-D726B4CE70A1}" dt="2026-08-21T00:25:01.185" v="1295" actId="1076"/>
          <ac:picMkLst>
            <pc:docMk/>
            <pc:sldMk cId="3569209493" sldId="667"/>
            <ac:picMk id="7" creationId="{2FB0F89F-EDC4-D052-3BA8-19A1021BB841}"/>
          </ac:picMkLst>
        </pc:picChg>
      </pc:sldChg>
      <pc:sldChg chg="addSp modSp new mod">
        <pc:chgData name="Fatima Ansarizadeh" userId="2e2f4077-aba0-49c7-b26f-c647714fbdc0" providerId="ADAL" clId="{4AF819A5-1A07-4075-8C4E-D726B4CE70A1}" dt="2026-08-23T23:42:44.022" v="2588" actId="20577"/>
        <pc:sldMkLst>
          <pc:docMk/>
          <pc:sldMk cId="3387315608" sldId="668"/>
        </pc:sldMkLst>
        <pc:spChg chg="mod">
          <ac:chgData name="Fatima Ansarizadeh" userId="2e2f4077-aba0-49c7-b26f-c647714fbdc0" providerId="ADAL" clId="{4AF819A5-1A07-4075-8C4E-D726B4CE70A1}" dt="2026-08-19T06:10:11.949" v="216" actId="1076"/>
          <ac:spMkLst>
            <pc:docMk/>
            <pc:sldMk cId="3387315608" sldId="668"/>
            <ac:spMk id="2" creationId="{84FC667F-3707-9883-25A9-BECE85800869}"/>
          </ac:spMkLst>
        </pc:spChg>
        <pc:spChg chg="mod">
          <ac:chgData name="Fatima Ansarizadeh" userId="2e2f4077-aba0-49c7-b26f-c647714fbdc0" providerId="ADAL" clId="{4AF819A5-1A07-4075-8C4E-D726B4CE70A1}" dt="2026-08-23T23:42:44.022" v="2588" actId="20577"/>
          <ac:spMkLst>
            <pc:docMk/>
            <pc:sldMk cId="3387315608" sldId="668"/>
            <ac:spMk id="3" creationId="{74B2AAC3-203F-1EA3-97DC-8E00C56E1F38}"/>
          </ac:spMkLst>
        </pc:spChg>
        <pc:picChg chg="add mod">
          <ac:chgData name="Fatima Ansarizadeh" userId="2e2f4077-aba0-49c7-b26f-c647714fbdc0" providerId="ADAL" clId="{4AF819A5-1A07-4075-8C4E-D726B4CE70A1}" dt="2026-08-23T23:42:41.360" v="2587" actId="1076"/>
          <ac:picMkLst>
            <pc:docMk/>
            <pc:sldMk cId="3387315608" sldId="668"/>
            <ac:picMk id="5" creationId="{7BB4D3F8-AE80-46CF-9C97-E11ECD53D857}"/>
          </ac:picMkLst>
        </pc:picChg>
      </pc:sldChg>
      <pc:sldChg chg="addSp modSp new mod">
        <pc:chgData name="Fatima Ansarizadeh" userId="2e2f4077-aba0-49c7-b26f-c647714fbdc0" providerId="ADAL" clId="{4AF819A5-1A07-4075-8C4E-D726B4CE70A1}" dt="2026-08-23T23:44:06.721" v="2622" actId="20577"/>
        <pc:sldMkLst>
          <pc:docMk/>
          <pc:sldMk cId="2140681699" sldId="669"/>
        </pc:sldMkLst>
        <pc:spChg chg="mod">
          <ac:chgData name="Fatima Ansarizadeh" userId="2e2f4077-aba0-49c7-b26f-c647714fbdc0" providerId="ADAL" clId="{4AF819A5-1A07-4075-8C4E-D726B4CE70A1}" dt="2026-08-19T06:15:32.150" v="246"/>
          <ac:spMkLst>
            <pc:docMk/>
            <pc:sldMk cId="2140681699" sldId="669"/>
            <ac:spMk id="2" creationId="{1763BE0F-8152-36BE-0760-FAB85686ACBE}"/>
          </ac:spMkLst>
        </pc:spChg>
        <pc:spChg chg="mod">
          <ac:chgData name="Fatima Ansarizadeh" userId="2e2f4077-aba0-49c7-b26f-c647714fbdc0" providerId="ADAL" clId="{4AF819A5-1A07-4075-8C4E-D726B4CE70A1}" dt="2026-08-23T23:44:06.721" v="2622" actId="20577"/>
          <ac:spMkLst>
            <pc:docMk/>
            <pc:sldMk cId="2140681699" sldId="669"/>
            <ac:spMk id="3" creationId="{D6DE6304-CA51-23E1-E044-B705DBFAADCF}"/>
          </ac:spMkLst>
        </pc:spChg>
        <pc:picChg chg="add mod">
          <ac:chgData name="Fatima Ansarizadeh" userId="2e2f4077-aba0-49c7-b26f-c647714fbdc0" providerId="ADAL" clId="{4AF819A5-1A07-4075-8C4E-D726B4CE70A1}" dt="2026-08-23T23:44:04.007" v="2610" actId="1076"/>
          <ac:picMkLst>
            <pc:docMk/>
            <pc:sldMk cId="2140681699" sldId="669"/>
            <ac:picMk id="5" creationId="{DED1E482-BF59-D57D-0F34-5C3DF6025B88}"/>
          </ac:picMkLst>
        </pc:picChg>
      </pc:sldChg>
      <pc:sldChg chg="addSp delSp modSp new mod">
        <pc:chgData name="Fatima Ansarizadeh" userId="2e2f4077-aba0-49c7-b26f-c647714fbdc0" providerId="ADAL" clId="{4AF819A5-1A07-4075-8C4E-D726B4CE70A1}" dt="2026-08-21T00:29:13.091" v="1336" actId="13926"/>
        <pc:sldMkLst>
          <pc:docMk/>
          <pc:sldMk cId="3265553896" sldId="670"/>
        </pc:sldMkLst>
        <pc:spChg chg="mod">
          <ac:chgData name="Fatima Ansarizadeh" userId="2e2f4077-aba0-49c7-b26f-c647714fbdc0" providerId="ADAL" clId="{4AF819A5-1A07-4075-8C4E-D726B4CE70A1}" dt="2026-08-19T06:17:05.125" v="267"/>
          <ac:spMkLst>
            <pc:docMk/>
            <pc:sldMk cId="3265553896" sldId="670"/>
            <ac:spMk id="2" creationId="{5B810434-C071-6D8B-8FA1-59456CD96B84}"/>
          </ac:spMkLst>
        </pc:spChg>
        <pc:spChg chg="mod">
          <ac:chgData name="Fatima Ansarizadeh" userId="2e2f4077-aba0-49c7-b26f-c647714fbdc0" providerId="ADAL" clId="{4AF819A5-1A07-4075-8C4E-D726B4CE70A1}" dt="2026-08-21T00:29:13.091" v="1336" actId="13926"/>
          <ac:spMkLst>
            <pc:docMk/>
            <pc:sldMk cId="3265553896" sldId="670"/>
            <ac:spMk id="3" creationId="{C1217908-ABC3-F7FD-0C92-EF0172AD35BB}"/>
          </ac:spMkLst>
        </pc:spChg>
        <pc:picChg chg="add mod">
          <ac:chgData name="Fatima Ansarizadeh" userId="2e2f4077-aba0-49c7-b26f-c647714fbdc0" providerId="ADAL" clId="{4AF819A5-1A07-4075-8C4E-D726B4CE70A1}" dt="2026-08-21T00:29:03.474" v="1334" actId="1076"/>
          <ac:picMkLst>
            <pc:docMk/>
            <pc:sldMk cId="3265553896" sldId="670"/>
            <ac:picMk id="5" creationId="{B40B6988-004B-BAA4-CA00-4B7801F31A0B}"/>
          </ac:picMkLst>
        </pc:picChg>
      </pc:sldChg>
      <pc:sldChg chg="addSp modSp new add del mod ord modNotesTx">
        <pc:chgData name="Fatima Ansarizadeh" userId="2e2f4077-aba0-49c7-b26f-c647714fbdc0" providerId="ADAL" clId="{4AF819A5-1A07-4075-8C4E-D726B4CE70A1}" dt="2026-08-23T23:49:51.602" v="2773" actId="20577"/>
        <pc:sldMkLst>
          <pc:docMk/>
          <pc:sldMk cId="3666975726" sldId="671"/>
        </pc:sldMkLst>
        <pc:spChg chg="mod">
          <ac:chgData name="Fatima Ansarizadeh" userId="2e2f4077-aba0-49c7-b26f-c647714fbdc0" providerId="ADAL" clId="{4AF819A5-1A07-4075-8C4E-D726B4CE70A1}" dt="2026-08-19T06:24:20.938" v="291" actId="27636"/>
          <ac:spMkLst>
            <pc:docMk/>
            <pc:sldMk cId="3666975726" sldId="671"/>
            <ac:spMk id="2" creationId="{2ED132B6-3384-FB57-4B20-DBBDEF0A49E7}"/>
          </ac:spMkLst>
        </pc:spChg>
        <pc:spChg chg="mod">
          <ac:chgData name="Fatima Ansarizadeh" userId="2e2f4077-aba0-49c7-b26f-c647714fbdc0" providerId="ADAL" clId="{4AF819A5-1A07-4075-8C4E-D726B4CE70A1}" dt="2026-08-23T23:49:05.597" v="2740" actId="14100"/>
          <ac:spMkLst>
            <pc:docMk/>
            <pc:sldMk cId="3666975726" sldId="671"/>
            <ac:spMk id="3" creationId="{8CDB4676-46F1-15C0-DA8A-E1B187A88DA4}"/>
          </ac:spMkLst>
        </pc:spChg>
        <pc:spChg chg="add mod">
          <ac:chgData name="Fatima Ansarizadeh" userId="2e2f4077-aba0-49c7-b26f-c647714fbdc0" providerId="ADAL" clId="{4AF819A5-1A07-4075-8C4E-D726B4CE70A1}" dt="2026-08-23T23:49:51.602" v="2773" actId="20577"/>
          <ac:spMkLst>
            <pc:docMk/>
            <pc:sldMk cId="3666975726" sldId="671"/>
            <ac:spMk id="4" creationId="{4A078406-B3E7-400C-13A9-148BCD380218}"/>
          </ac:spMkLst>
        </pc:spChg>
      </pc:sldChg>
      <pc:sldChg chg="addSp delSp modSp new mod modNotesTx">
        <pc:chgData name="Fatima Ansarizadeh" userId="2e2f4077-aba0-49c7-b26f-c647714fbdc0" providerId="ADAL" clId="{4AF819A5-1A07-4075-8C4E-D726B4CE70A1}" dt="2026-08-23T23:54:45.994" v="2803" actId="1076"/>
        <pc:sldMkLst>
          <pc:docMk/>
          <pc:sldMk cId="1346807782" sldId="672"/>
        </pc:sldMkLst>
        <pc:spChg chg="mod">
          <ac:chgData name="Fatima Ansarizadeh" userId="2e2f4077-aba0-49c7-b26f-c647714fbdc0" providerId="ADAL" clId="{4AF819A5-1A07-4075-8C4E-D726B4CE70A1}" dt="2026-08-19T20:57:29.621" v="385" actId="1076"/>
          <ac:spMkLst>
            <pc:docMk/>
            <pc:sldMk cId="1346807782" sldId="672"/>
            <ac:spMk id="2" creationId="{9F809CC3-2226-CD67-48AF-23B80C3CF427}"/>
          </ac:spMkLst>
        </pc:spChg>
        <pc:spChg chg="add mod">
          <ac:chgData name="Fatima Ansarizadeh" userId="2e2f4077-aba0-49c7-b26f-c647714fbdc0" providerId="ADAL" clId="{4AF819A5-1A07-4075-8C4E-D726B4CE70A1}" dt="2026-08-23T23:54:36.594" v="2802" actId="1076"/>
          <ac:spMkLst>
            <pc:docMk/>
            <pc:sldMk cId="1346807782" sldId="672"/>
            <ac:spMk id="11" creationId="{C567ED15-F542-C08E-8996-C469656C99DA}"/>
          </ac:spMkLst>
        </pc:spChg>
        <pc:spChg chg="add mod">
          <ac:chgData name="Fatima Ansarizadeh" userId="2e2f4077-aba0-49c7-b26f-c647714fbdc0" providerId="ADAL" clId="{4AF819A5-1A07-4075-8C4E-D726B4CE70A1}" dt="2026-08-23T23:52:31.433" v="2785" actId="13926"/>
          <ac:spMkLst>
            <pc:docMk/>
            <pc:sldMk cId="1346807782" sldId="672"/>
            <ac:spMk id="15" creationId="{EA592D29-F0CF-4651-4A51-F94E5B798D11}"/>
          </ac:spMkLst>
        </pc:spChg>
        <pc:spChg chg="add mod">
          <ac:chgData name="Fatima Ansarizadeh" userId="2e2f4077-aba0-49c7-b26f-c647714fbdc0" providerId="ADAL" clId="{4AF819A5-1A07-4075-8C4E-D726B4CE70A1}" dt="2026-08-23T23:52:23.156" v="2783" actId="13926"/>
          <ac:spMkLst>
            <pc:docMk/>
            <pc:sldMk cId="1346807782" sldId="672"/>
            <ac:spMk id="17" creationId="{91C21C13-63AC-402B-6995-E88BC3E23BAF}"/>
          </ac:spMkLst>
        </pc:spChg>
        <pc:spChg chg="add mod">
          <ac:chgData name="Fatima Ansarizadeh" userId="2e2f4077-aba0-49c7-b26f-c647714fbdc0" providerId="ADAL" clId="{4AF819A5-1A07-4075-8C4E-D726B4CE70A1}" dt="2026-08-23T23:54:45.994" v="2803" actId="1076"/>
          <ac:spMkLst>
            <pc:docMk/>
            <pc:sldMk cId="1346807782" sldId="672"/>
            <ac:spMk id="19" creationId="{FE56F962-7594-3E16-EE4E-B21B3A5C032C}"/>
          </ac:spMkLst>
        </pc:spChg>
        <pc:spChg chg="add mod ord">
          <ac:chgData name="Fatima Ansarizadeh" userId="2e2f4077-aba0-49c7-b26f-c647714fbdc0" providerId="ADAL" clId="{4AF819A5-1A07-4075-8C4E-D726B4CE70A1}" dt="2026-08-23T23:54:45.994" v="2803" actId="1076"/>
          <ac:spMkLst>
            <pc:docMk/>
            <pc:sldMk cId="1346807782" sldId="672"/>
            <ac:spMk id="20" creationId="{25F429F2-AE0F-551B-CEC0-690BD81F2718}"/>
          </ac:spMkLst>
        </pc:spChg>
        <pc:picChg chg="add mod ord">
          <ac:chgData name="Fatima Ansarizadeh" userId="2e2f4077-aba0-49c7-b26f-c647714fbdc0" providerId="ADAL" clId="{4AF819A5-1A07-4075-8C4E-D726B4CE70A1}" dt="2026-08-19T21:01:10.939" v="430" actId="1076"/>
          <ac:picMkLst>
            <pc:docMk/>
            <pc:sldMk cId="1346807782" sldId="672"/>
            <ac:picMk id="5" creationId="{6B86A104-70CE-9805-BE01-1BCA2C5C7AF4}"/>
          </ac:picMkLst>
        </pc:picChg>
        <pc:picChg chg="add mod">
          <ac:chgData name="Fatima Ansarizadeh" userId="2e2f4077-aba0-49c7-b26f-c647714fbdc0" providerId="ADAL" clId="{4AF819A5-1A07-4075-8C4E-D726B4CE70A1}" dt="2026-08-19T21:01:12.946" v="431" actId="1076"/>
          <ac:picMkLst>
            <pc:docMk/>
            <pc:sldMk cId="1346807782" sldId="672"/>
            <ac:picMk id="7" creationId="{DBDED1D6-D95C-7502-D03A-628010699824}"/>
          </ac:picMkLst>
        </pc:picChg>
        <pc:picChg chg="add mod">
          <ac:chgData name="Fatima Ansarizadeh" userId="2e2f4077-aba0-49c7-b26f-c647714fbdc0" providerId="ADAL" clId="{4AF819A5-1A07-4075-8C4E-D726B4CE70A1}" dt="2026-08-19T21:01:14.498" v="432" actId="1076"/>
          <ac:picMkLst>
            <pc:docMk/>
            <pc:sldMk cId="1346807782" sldId="672"/>
            <ac:picMk id="9" creationId="{D8E97C8F-DD82-76E8-C323-F57048093FD7}"/>
          </ac:picMkLst>
        </pc:picChg>
        <pc:picChg chg="add mod">
          <ac:chgData name="Fatima Ansarizadeh" userId="2e2f4077-aba0-49c7-b26f-c647714fbdc0" providerId="ADAL" clId="{4AF819A5-1A07-4075-8C4E-D726B4CE70A1}" dt="2026-08-19T21:00:38.867" v="426" actId="1076"/>
          <ac:picMkLst>
            <pc:docMk/>
            <pc:sldMk cId="1346807782" sldId="672"/>
            <ac:picMk id="22" creationId="{71E0C214-432A-5B5A-A75B-2A2E39CB202D}"/>
          </ac:picMkLst>
        </pc:picChg>
      </pc:sldChg>
      <pc:sldChg chg="addSp modSp new mod ord">
        <pc:chgData name="Fatima Ansarizadeh" userId="2e2f4077-aba0-49c7-b26f-c647714fbdc0" providerId="ADAL" clId="{4AF819A5-1A07-4075-8C4E-D726B4CE70A1}" dt="2026-08-23T20:55:13.727" v="2523" actId="14100"/>
        <pc:sldMkLst>
          <pc:docMk/>
          <pc:sldMk cId="3133893141" sldId="673"/>
        </pc:sldMkLst>
        <pc:spChg chg="mod">
          <ac:chgData name="Fatima Ansarizadeh" userId="2e2f4077-aba0-49c7-b26f-c647714fbdc0" providerId="ADAL" clId="{4AF819A5-1A07-4075-8C4E-D726B4CE70A1}" dt="2026-08-19T21:14:29.741" v="456"/>
          <ac:spMkLst>
            <pc:docMk/>
            <pc:sldMk cId="3133893141" sldId="673"/>
            <ac:spMk id="2" creationId="{ADB576A6-8484-6508-434F-915B253282EC}"/>
          </ac:spMkLst>
        </pc:spChg>
        <pc:spChg chg="mod">
          <ac:chgData name="Fatima Ansarizadeh" userId="2e2f4077-aba0-49c7-b26f-c647714fbdc0" providerId="ADAL" clId="{4AF819A5-1A07-4075-8C4E-D726B4CE70A1}" dt="2026-08-23T20:55:13.727" v="2523" actId="14100"/>
          <ac:spMkLst>
            <pc:docMk/>
            <pc:sldMk cId="3133893141" sldId="673"/>
            <ac:spMk id="3" creationId="{A16626E9-D3C8-E47A-A97B-AF2D42C721E9}"/>
          </ac:spMkLst>
        </pc:spChg>
        <pc:spChg chg="add mod">
          <ac:chgData name="Fatima Ansarizadeh" userId="2e2f4077-aba0-49c7-b26f-c647714fbdc0" providerId="ADAL" clId="{4AF819A5-1A07-4075-8C4E-D726B4CE70A1}" dt="2026-08-19T21:23:09.165" v="545" actId="1076"/>
          <ac:spMkLst>
            <pc:docMk/>
            <pc:sldMk cId="3133893141" sldId="673"/>
            <ac:spMk id="6" creationId="{D3E13EF5-3C6B-97D5-43E1-CEAC4DB75B05}"/>
          </ac:spMkLst>
        </pc:spChg>
        <pc:graphicFrameChg chg="add mod modGraphic">
          <ac:chgData name="Fatima Ansarizadeh" userId="2e2f4077-aba0-49c7-b26f-c647714fbdc0" providerId="ADAL" clId="{4AF819A5-1A07-4075-8C4E-D726B4CE70A1}" dt="2026-08-19T21:22:38.251" v="544" actId="1076"/>
          <ac:graphicFrameMkLst>
            <pc:docMk/>
            <pc:sldMk cId="3133893141" sldId="673"/>
            <ac:graphicFrameMk id="4" creationId="{90076338-8F3F-63FD-DE6E-63D3F65B43FD}"/>
          </ac:graphicFrameMkLst>
        </pc:graphicFrameChg>
        <pc:graphicFrameChg chg="add mod modGraphic">
          <ac:chgData name="Fatima Ansarizadeh" userId="2e2f4077-aba0-49c7-b26f-c647714fbdc0" providerId="ADAL" clId="{4AF819A5-1A07-4075-8C4E-D726B4CE70A1}" dt="2026-08-19T21:23:15.124" v="546" actId="1076"/>
          <ac:graphicFrameMkLst>
            <pc:docMk/>
            <pc:sldMk cId="3133893141" sldId="673"/>
            <ac:graphicFrameMk id="7" creationId="{9B02FFE9-AF2E-7691-785D-508B53EA2E0C}"/>
          </ac:graphicFrameMkLst>
        </pc:graphicFrameChg>
      </pc:sldChg>
      <pc:sldChg chg="addSp modSp new mod ord modNotesTx">
        <pc:chgData name="Fatima Ansarizadeh" userId="2e2f4077-aba0-49c7-b26f-c647714fbdc0" providerId="ADAL" clId="{4AF819A5-1A07-4075-8C4E-D726B4CE70A1}" dt="2026-08-23T21:12:40.074" v="2575" actId="20577"/>
        <pc:sldMkLst>
          <pc:docMk/>
          <pc:sldMk cId="3452019889" sldId="674"/>
        </pc:sldMkLst>
        <pc:spChg chg="mod">
          <ac:chgData name="Fatima Ansarizadeh" userId="2e2f4077-aba0-49c7-b26f-c647714fbdc0" providerId="ADAL" clId="{4AF819A5-1A07-4075-8C4E-D726B4CE70A1}" dt="2026-08-23T20:58:56.728" v="2545" actId="1076"/>
          <ac:spMkLst>
            <pc:docMk/>
            <pc:sldMk cId="3452019889" sldId="674"/>
            <ac:spMk id="2" creationId="{08C64AE3-BB05-2AFB-55E2-E884187147DC}"/>
          </ac:spMkLst>
        </pc:spChg>
        <pc:spChg chg="mod">
          <ac:chgData name="Fatima Ansarizadeh" userId="2e2f4077-aba0-49c7-b26f-c647714fbdc0" providerId="ADAL" clId="{4AF819A5-1A07-4075-8C4E-D726B4CE70A1}" dt="2026-08-23T09:35:25.310" v="2506" actId="1076"/>
          <ac:spMkLst>
            <pc:docMk/>
            <pc:sldMk cId="3452019889" sldId="674"/>
            <ac:spMk id="3" creationId="{5B6D3DD7-46FE-7912-CA14-0CC317ED342B}"/>
          </ac:spMkLst>
        </pc:spChg>
        <pc:spChg chg="add mod">
          <ac:chgData name="Fatima Ansarizadeh" userId="2e2f4077-aba0-49c7-b26f-c647714fbdc0" providerId="ADAL" clId="{4AF819A5-1A07-4075-8C4E-D726B4CE70A1}" dt="2026-08-23T20:57:22.757" v="2544" actId="1076"/>
          <ac:spMkLst>
            <pc:docMk/>
            <pc:sldMk cId="3452019889" sldId="674"/>
            <ac:spMk id="4" creationId="{42E071F8-B443-74BE-6CDF-35DEAB67FA35}"/>
          </ac:spMkLst>
        </pc:spChg>
        <pc:spChg chg="add mod">
          <ac:chgData name="Fatima Ansarizadeh" userId="2e2f4077-aba0-49c7-b26f-c647714fbdc0" providerId="ADAL" clId="{4AF819A5-1A07-4075-8C4E-D726B4CE70A1}" dt="2026-08-19T21:28:17.374" v="652" actId="20577"/>
          <ac:spMkLst>
            <pc:docMk/>
            <pc:sldMk cId="3452019889" sldId="674"/>
            <ac:spMk id="8" creationId="{220AA9BA-1222-DFC2-F41D-152804EA7FF1}"/>
          </ac:spMkLst>
        </pc:spChg>
        <pc:spChg chg="add mod">
          <ac:chgData name="Fatima Ansarizadeh" userId="2e2f4077-aba0-49c7-b26f-c647714fbdc0" providerId="ADAL" clId="{4AF819A5-1A07-4075-8C4E-D726B4CE70A1}" dt="2026-08-23T09:35:28.486" v="2507" actId="1076"/>
          <ac:spMkLst>
            <pc:docMk/>
            <pc:sldMk cId="3452019889" sldId="674"/>
            <ac:spMk id="11" creationId="{285B00FC-BA7D-FA59-EC83-604AE989ACA7}"/>
          </ac:spMkLst>
        </pc:spChg>
        <pc:spChg chg="add mod">
          <ac:chgData name="Fatima Ansarizadeh" userId="2e2f4077-aba0-49c7-b26f-c647714fbdc0" providerId="ADAL" clId="{4AF819A5-1A07-4075-8C4E-D726B4CE70A1}" dt="2026-08-23T21:00:35.590" v="2546" actId="113"/>
          <ac:spMkLst>
            <pc:docMk/>
            <pc:sldMk cId="3452019889" sldId="674"/>
            <ac:spMk id="12" creationId="{079F5937-C331-C3D5-E2AE-CDAA9572C801}"/>
          </ac:spMkLst>
        </pc:spChg>
        <pc:spChg chg="add mod">
          <ac:chgData name="Fatima Ansarizadeh" userId="2e2f4077-aba0-49c7-b26f-c647714fbdc0" providerId="ADAL" clId="{4AF819A5-1A07-4075-8C4E-D726B4CE70A1}" dt="2026-08-19T21:52:54.940" v="785" actId="113"/>
          <ac:spMkLst>
            <pc:docMk/>
            <pc:sldMk cId="3452019889" sldId="674"/>
            <ac:spMk id="13" creationId="{0D92DB1A-7ED1-4CCC-067E-D7583CCBA9CA}"/>
          </ac:spMkLst>
        </pc:spChg>
        <pc:graphicFrameChg chg="add mod modGraphic">
          <ac:chgData name="Fatima Ansarizadeh" userId="2e2f4077-aba0-49c7-b26f-c647714fbdc0" providerId="ADAL" clId="{4AF819A5-1A07-4075-8C4E-D726B4CE70A1}" dt="2026-08-19T21:25:50.355" v="612" actId="1076"/>
          <ac:graphicFrameMkLst>
            <pc:docMk/>
            <pc:sldMk cId="3452019889" sldId="674"/>
            <ac:graphicFrameMk id="5" creationId="{57F2E185-A5D6-CAF5-BBB8-92583D431D27}"/>
          </ac:graphicFrameMkLst>
        </pc:graphicFrameChg>
        <pc:graphicFrameChg chg="add mod">
          <ac:chgData name="Fatima Ansarizadeh" userId="2e2f4077-aba0-49c7-b26f-c647714fbdc0" providerId="ADAL" clId="{4AF819A5-1A07-4075-8C4E-D726B4CE70A1}" dt="2026-08-19T21:25:48.179" v="611" actId="1076"/>
          <ac:graphicFrameMkLst>
            <pc:docMk/>
            <pc:sldMk cId="3452019889" sldId="674"/>
            <ac:graphicFrameMk id="7" creationId="{77B4CF6B-8DB0-EC75-9AC7-3C90B8B9003D}"/>
          </ac:graphicFrameMkLst>
        </pc:graphicFrameChg>
        <pc:picChg chg="add mod">
          <ac:chgData name="Fatima Ansarizadeh" userId="2e2f4077-aba0-49c7-b26f-c647714fbdc0" providerId="ADAL" clId="{4AF819A5-1A07-4075-8C4E-D726B4CE70A1}" dt="2026-08-19T21:43:36.355" v="768" actId="1076"/>
          <ac:picMkLst>
            <pc:docMk/>
            <pc:sldMk cId="3452019889" sldId="674"/>
            <ac:picMk id="10" creationId="{491B1498-6A81-D4FF-066B-16256EFC3FE0}"/>
          </ac:picMkLst>
        </pc:picChg>
      </pc:sldChg>
      <pc:sldChg chg="addSp delSp modSp new mod">
        <pc:chgData name="Fatima Ansarizadeh" userId="2e2f4077-aba0-49c7-b26f-c647714fbdc0" providerId="ADAL" clId="{4AF819A5-1A07-4075-8C4E-D726B4CE70A1}" dt="2026-08-23T21:20:49.796" v="2576" actId="13926"/>
        <pc:sldMkLst>
          <pc:docMk/>
          <pc:sldMk cId="3737469354" sldId="675"/>
        </pc:sldMkLst>
        <pc:spChg chg="mod">
          <ac:chgData name="Fatima Ansarizadeh" userId="2e2f4077-aba0-49c7-b26f-c647714fbdc0" providerId="ADAL" clId="{4AF819A5-1A07-4075-8C4E-D726B4CE70A1}" dt="2026-08-21T01:42:42.967" v="1713" actId="1076"/>
          <ac:spMkLst>
            <pc:docMk/>
            <pc:sldMk cId="3737469354" sldId="675"/>
            <ac:spMk id="2" creationId="{F0B61A35-4674-35E7-29CB-2108EC23704F}"/>
          </ac:spMkLst>
        </pc:spChg>
        <pc:spChg chg="mod">
          <ac:chgData name="Fatima Ansarizadeh" userId="2e2f4077-aba0-49c7-b26f-c647714fbdc0" providerId="ADAL" clId="{4AF819A5-1A07-4075-8C4E-D726B4CE70A1}" dt="2026-08-19T23:11:41.272" v="1098" actId="20577"/>
          <ac:spMkLst>
            <pc:docMk/>
            <pc:sldMk cId="3737469354" sldId="675"/>
            <ac:spMk id="3" creationId="{331201F7-8A32-8CE8-F632-3E989FB1D3BF}"/>
          </ac:spMkLst>
        </pc:spChg>
        <pc:spChg chg="add mod">
          <ac:chgData name="Fatima Ansarizadeh" userId="2e2f4077-aba0-49c7-b26f-c647714fbdc0" providerId="ADAL" clId="{4AF819A5-1A07-4075-8C4E-D726B4CE70A1}" dt="2026-08-19T23:07:23.190" v="981" actId="1076"/>
          <ac:spMkLst>
            <pc:docMk/>
            <pc:sldMk cId="3737469354" sldId="675"/>
            <ac:spMk id="9" creationId="{C527AD58-DDC1-B12F-8746-3C9684816828}"/>
          </ac:spMkLst>
        </pc:spChg>
        <pc:spChg chg="add mod">
          <ac:chgData name="Fatima Ansarizadeh" userId="2e2f4077-aba0-49c7-b26f-c647714fbdc0" providerId="ADAL" clId="{4AF819A5-1A07-4075-8C4E-D726B4CE70A1}" dt="2026-08-23T21:02:57.503" v="2548" actId="13926"/>
          <ac:spMkLst>
            <pc:docMk/>
            <pc:sldMk cId="3737469354" sldId="675"/>
            <ac:spMk id="11" creationId="{53E0ED94-A63F-E19F-A132-5E132CADBE6D}"/>
          </ac:spMkLst>
        </pc:spChg>
        <pc:spChg chg="add mod">
          <ac:chgData name="Fatima Ansarizadeh" userId="2e2f4077-aba0-49c7-b26f-c647714fbdc0" providerId="ADAL" clId="{4AF819A5-1A07-4075-8C4E-D726B4CE70A1}" dt="2026-08-23T21:20:49.796" v="2576" actId="13926"/>
          <ac:spMkLst>
            <pc:docMk/>
            <pc:sldMk cId="3737469354" sldId="675"/>
            <ac:spMk id="15" creationId="{24B4DF3E-AC81-14CA-5EFB-81B912640F1A}"/>
          </ac:spMkLst>
        </pc:spChg>
        <pc:picChg chg="add mod">
          <ac:chgData name="Fatima Ansarizadeh" userId="2e2f4077-aba0-49c7-b26f-c647714fbdc0" providerId="ADAL" clId="{4AF819A5-1A07-4075-8C4E-D726B4CE70A1}" dt="2026-08-19T23:07:14.820" v="977" actId="1076"/>
          <ac:picMkLst>
            <pc:docMk/>
            <pc:sldMk cId="3737469354" sldId="675"/>
            <ac:picMk id="5" creationId="{F6203D7E-9910-A37F-3579-C74E63D7F099}"/>
          </ac:picMkLst>
        </pc:picChg>
        <pc:picChg chg="add mod">
          <ac:chgData name="Fatima Ansarizadeh" userId="2e2f4077-aba0-49c7-b26f-c647714fbdc0" providerId="ADAL" clId="{4AF819A5-1A07-4075-8C4E-D726B4CE70A1}" dt="2026-08-19T23:07:19.518" v="980" actId="1076"/>
          <ac:picMkLst>
            <pc:docMk/>
            <pc:sldMk cId="3737469354" sldId="675"/>
            <ac:picMk id="7" creationId="{D28A029C-F283-D8B9-34D3-A7C6A5A1982A}"/>
          </ac:picMkLst>
        </pc:picChg>
        <pc:picChg chg="add mod">
          <ac:chgData name="Fatima Ansarizadeh" userId="2e2f4077-aba0-49c7-b26f-c647714fbdc0" providerId="ADAL" clId="{4AF819A5-1A07-4075-8C4E-D726B4CE70A1}" dt="2026-08-19T23:04:36.439" v="954" actId="1076"/>
          <ac:picMkLst>
            <pc:docMk/>
            <pc:sldMk cId="3737469354" sldId="675"/>
            <ac:picMk id="14" creationId="{6CEC53A4-953B-C561-77B7-00C864A21821}"/>
          </ac:picMkLst>
        </pc:picChg>
        <pc:picChg chg="add mod">
          <ac:chgData name="Fatima Ansarizadeh" userId="2e2f4077-aba0-49c7-b26f-c647714fbdc0" providerId="ADAL" clId="{4AF819A5-1A07-4075-8C4E-D726B4CE70A1}" dt="2026-08-19T23:07:31.612" v="984" actId="14100"/>
          <ac:picMkLst>
            <pc:docMk/>
            <pc:sldMk cId="3737469354" sldId="675"/>
            <ac:picMk id="18" creationId="{BB05F203-BCD6-4A26-13B9-0E199BBACBE5}"/>
          </ac:picMkLst>
        </pc:picChg>
      </pc:sldChg>
      <pc:sldChg chg="addSp delSp modSp new mod">
        <pc:chgData name="Fatima Ansarizadeh" userId="2e2f4077-aba0-49c7-b26f-c647714fbdc0" providerId="ADAL" clId="{4AF819A5-1A07-4075-8C4E-D726B4CE70A1}" dt="2026-08-23T21:21:09.113" v="2582" actId="20577"/>
        <pc:sldMkLst>
          <pc:docMk/>
          <pc:sldMk cId="347939664" sldId="676"/>
        </pc:sldMkLst>
        <pc:spChg chg="mod">
          <ac:chgData name="Fatima Ansarizadeh" userId="2e2f4077-aba0-49c7-b26f-c647714fbdc0" providerId="ADAL" clId="{4AF819A5-1A07-4075-8C4E-D726B4CE70A1}" dt="2026-08-21T01:44:41.855" v="1714" actId="1076"/>
          <ac:spMkLst>
            <pc:docMk/>
            <pc:sldMk cId="347939664" sldId="676"/>
            <ac:spMk id="2" creationId="{224498BC-B6FB-ECF9-4E3C-93A2640B260A}"/>
          </ac:spMkLst>
        </pc:spChg>
        <pc:spChg chg="add mod">
          <ac:chgData name="Fatima Ansarizadeh" userId="2e2f4077-aba0-49c7-b26f-c647714fbdc0" providerId="ADAL" clId="{4AF819A5-1A07-4075-8C4E-D726B4CE70A1}" dt="2026-08-23T21:21:09.113" v="2582" actId="20577"/>
          <ac:spMkLst>
            <pc:docMk/>
            <pc:sldMk cId="347939664" sldId="676"/>
            <ac:spMk id="5" creationId="{E40D490A-8538-D6B8-C228-B1DF70C3952E}"/>
          </ac:spMkLst>
        </pc:spChg>
        <pc:graphicFrameChg chg="add mod modGraphic">
          <ac:chgData name="Fatima Ansarizadeh" userId="2e2f4077-aba0-49c7-b26f-c647714fbdc0" providerId="ADAL" clId="{4AF819A5-1A07-4075-8C4E-D726B4CE70A1}" dt="2026-08-19T23:10:52.812" v="1075" actId="1076"/>
          <ac:graphicFrameMkLst>
            <pc:docMk/>
            <pc:sldMk cId="347939664" sldId="676"/>
            <ac:graphicFrameMk id="4" creationId="{F79C9445-4F8D-4E70-6BC2-96D7C374F0B4}"/>
          </ac:graphicFrameMkLst>
        </pc:graphicFrameChg>
      </pc:sldChg>
      <pc:sldChg chg="modSp new mod ord">
        <pc:chgData name="Fatima Ansarizadeh" userId="2e2f4077-aba0-49c7-b26f-c647714fbdc0" providerId="ADAL" clId="{4AF819A5-1A07-4075-8C4E-D726B4CE70A1}" dt="2026-08-21T01:44:57.374" v="1716" actId="14100"/>
        <pc:sldMkLst>
          <pc:docMk/>
          <pc:sldMk cId="915833396" sldId="677"/>
        </pc:sldMkLst>
        <pc:spChg chg="mod">
          <ac:chgData name="Fatima Ansarizadeh" userId="2e2f4077-aba0-49c7-b26f-c647714fbdc0" providerId="ADAL" clId="{4AF819A5-1A07-4075-8C4E-D726B4CE70A1}" dt="2026-08-20T23:51:16.253" v="1103" actId="27636"/>
          <ac:spMkLst>
            <pc:docMk/>
            <pc:sldMk cId="915833396" sldId="677"/>
            <ac:spMk id="2" creationId="{FE894595-4A03-4291-770D-907209BBD773}"/>
          </ac:spMkLst>
        </pc:spChg>
        <pc:spChg chg="mod">
          <ac:chgData name="Fatima Ansarizadeh" userId="2e2f4077-aba0-49c7-b26f-c647714fbdc0" providerId="ADAL" clId="{4AF819A5-1A07-4075-8C4E-D726B4CE70A1}" dt="2026-08-21T01:44:57.374" v="1716" actId="14100"/>
          <ac:spMkLst>
            <pc:docMk/>
            <pc:sldMk cId="915833396" sldId="677"/>
            <ac:spMk id="3" creationId="{CCB7AC74-D956-84D3-0031-B738DCF7F461}"/>
          </ac:spMkLst>
        </pc:spChg>
      </pc:sldChg>
      <pc:sldChg chg="addSp modSp new mod">
        <pc:chgData name="Fatima Ansarizadeh" userId="2e2f4077-aba0-49c7-b26f-c647714fbdc0" providerId="ADAL" clId="{4AF819A5-1A07-4075-8C4E-D726B4CE70A1}" dt="2026-08-21T00:21:19.244" v="1214" actId="108"/>
        <pc:sldMkLst>
          <pc:docMk/>
          <pc:sldMk cId="1525155496" sldId="678"/>
        </pc:sldMkLst>
        <pc:spChg chg="mod">
          <ac:chgData name="Fatima Ansarizadeh" userId="2e2f4077-aba0-49c7-b26f-c647714fbdc0" providerId="ADAL" clId="{4AF819A5-1A07-4075-8C4E-D726B4CE70A1}" dt="2026-08-20T23:56:42.330" v="1168" actId="1076"/>
          <ac:spMkLst>
            <pc:docMk/>
            <pc:sldMk cId="1525155496" sldId="678"/>
            <ac:spMk id="2" creationId="{D7E02BA5-8EF5-3237-61E3-D57213A197D4}"/>
          </ac:spMkLst>
        </pc:spChg>
        <pc:spChg chg="mod">
          <ac:chgData name="Fatima Ansarizadeh" userId="2e2f4077-aba0-49c7-b26f-c647714fbdc0" providerId="ADAL" clId="{4AF819A5-1A07-4075-8C4E-D726B4CE70A1}" dt="2026-08-21T00:06:43.309" v="1188" actId="20577"/>
          <ac:spMkLst>
            <pc:docMk/>
            <pc:sldMk cId="1525155496" sldId="678"/>
            <ac:spMk id="3" creationId="{3C081BC6-C9E5-1574-EF17-14C2149A0484}"/>
          </ac:spMkLst>
        </pc:spChg>
        <pc:spChg chg="add mod">
          <ac:chgData name="Fatima Ansarizadeh" userId="2e2f4077-aba0-49c7-b26f-c647714fbdc0" providerId="ADAL" clId="{4AF819A5-1A07-4075-8C4E-D726B4CE70A1}" dt="2026-08-21T00:07:10.579" v="1193" actId="108"/>
          <ac:spMkLst>
            <pc:docMk/>
            <pc:sldMk cId="1525155496" sldId="678"/>
            <ac:spMk id="6" creationId="{F2264739-B0BA-1704-3C8E-5B1307A54ECF}"/>
          </ac:spMkLst>
        </pc:spChg>
        <pc:spChg chg="add mod">
          <ac:chgData name="Fatima Ansarizadeh" userId="2e2f4077-aba0-49c7-b26f-c647714fbdc0" providerId="ADAL" clId="{4AF819A5-1A07-4075-8C4E-D726B4CE70A1}" dt="2026-08-21T00:21:19.244" v="1214" actId="108"/>
          <ac:spMkLst>
            <pc:docMk/>
            <pc:sldMk cId="1525155496" sldId="678"/>
            <ac:spMk id="9" creationId="{66DB7C8B-2014-B07F-A3D8-DE39DB922331}"/>
          </ac:spMkLst>
        </pc:spChg>
        <pc:picChg chg="add mod">
          <ac:chgData name="Fatima Ansarizadeh" userId="2e2f4077-aba0-49c7-b26f-c647714fbdc0" providerId="ADAL" clId="{4AF819A5-1A07-4075-8C4E-D726B4CE70A1}" dt="2026-08-21T00:06:47.536" v="1189" actId="1076"/>
          <ac:picMkLst>
            <pc:docMk/>
            <pc:sldMk cId="1525155496" sldId="678"/>
            <ac:picMk id="5" creationId="{B3858472-0F22-2EB0-0FBF-2C5882668D3F}"/>
          </ac:picMkLst>
        </pc:picChg>
        <pc:picChg chg="add mod">
          <ac:chgData name="Fatima Ansarizadeh" userId="2e2f4077-aba0-49c7-b26f-c647714fbdc0" providerId="ADAL" clId="{4AF819A5-1A07-4075-8C4E-D726B4CE70A1}" dt="2026-08-21T00:07:51.656" v="1196" actId="1076"/>
          <ac:picMkLst>
            <pc:docMk/>
            <pc:sldMk cId="1525155496" sldId="678"/>
            <ac:picMk id="8" creationId="{04FBF03A-8A3F-B0C9-4DD7-9BE0C8649108}"/>
          </ac:picMkLst>
        </pc:picChg>
      </pc:sldChg>
      <pc:sldChg chg="modSp new mod ord">
        <pc:chgData name="Fatima Ansarizadeh" userId="2e2f4077-aba0-49c7-b26f-c647714fbdc0" providerId="ADAL" clId="{4AF819A5-1A07-4075-8C4E-D726B4CE70A1}" dt="2026-08-21T02:51:41.462" v="1845" actId="13926"/>
        <pc:sldMkLst>
          <pc:docMk/>
          <pc:sldMk cId="2726309826" sldId="679"/>
        </pc:sldMkLst>
        <pc:spChg chg="mod">
          <ac:chgData name="Fatima Ansarizadeh" userId="2e2f4077-aba0-49c7-b26f-c647714fbdc0" providerId="ADAL" clId="{4AF819A5-1A07-4075-8C4E-D726B4CE70A1}" dt="2026-08-21T00:22:22.125" v="1220" actId="20577"/>
          <ac:spMkLst>
            <pc:docMk/>
            <pc:sldMk cId="2726309826" sldId="679"/>
            <ac:spMk id="2" creationId="{55F4C939-E222-C4ED-1811-4A1D0A3BBC64}"/>
          </ac:spMkLst>
        </pc:spChg>
        <pc:spChg chg="mod">
          <ac:chgData name="Fatima Ansarizadeh" userId="2e2f4077-aba0-49c7-b26f-c647714fbdc0" providerId="ADAL" clId="{4AF819A5-1A07-4075-8C4E-D726B4CE70A1}" dt="2026-08-21T02:51:41.462" v="1845" actId="13926"/>
          <ac:spMkLst>
            <pc:docMk/>
            <pc:sldMk cId="2726309826" sldId="679"/>
            <ac:spMk id="3" creationId="{68690C5D-842B-1D1E-A41F-3F5929F40C69}"/>
          </ac:spMkLst>
        </pc:spChg>
      </pc:sldChg>
      <pc:sldChg chg="addSp delSp modSp new mod">
        <pc:chgData name="Fatima Ansarizadeh" userId="2e2f4077-aba0-49c7-b26f-c647714fbdc0" providerId="ADAL" clId="{4AF819A5-1A07-4075-8C4E-D726B4CE70A1}" dt="2026-08-21T02:54:32.531" v="1852" actId="13926"/>
        <pc:sldMkLst>
          <pc:docMk/>
          <pc:sldMk cId="2556941751" sldId="680"/>
        </pc:sldMkLst>
        <pc:spChg chg="mod">
          <ac:chgData name="Fatima Ansarizadeh" userId="2e2f4077-aba0-49c7-b26f-c647714fbdc0" providerId="ADAL" clId="{4AF819A5-1A07-4075-8C4E-D726B4CE70A1}" dt="2026-08-21T01:09:28.560" v="1699" actId="1076"/>
          <ac:spMkLst>
            <pc:docMk/>
            <pc:sldMk cId="2556941751" sldId="680"/>
            <ac:spMk id="2" creationId="{F01D84C0-46D5-9203-7902-FA2FBE47B663}"/>
          </ac:spMkLst>
        </pc:spChg>
        <pc:spChg chg="mod">
          <ac:chgData name="Fatima Ansarizadeh" userId="2e2f4077-aba0-49c7-b26f-c647714fbdc0" providerId="ADAL" clId="{4AF819A5-1A07-4075-8C4E-D726B4CE70A1}" dt="2026-08-21T02:54:32.531" v="1852" actId="13926"/>
          <ac:spMkLst>
            <pc:docMk/>
            <pc:sldMk cId="2556941751" sldId="680"/>
            <ac:spMk id="3" creationId="{613B0F55-109C-8904-C473-7B455B10E17C}"/>
          </ac:spMkLst>
        </pc:spChg>
        <pc:picChg chg="add mod">
          <ac:chgData name="Fatima Ansarizadeh" userId="2e2f4077-aba0-49c7-b26f-c647714fbdc0" providerId="ADAL" clId="{4AF819A5-1A07-4075-8C4E-D726B4CE70A1}" dt="2026-08-21T02:54:21.215" v="1851" actId="1076"/>
          <ac:picMkLst>
            <pc:docMk/>
            <pc:sldMk cId="2556941751" sldId="680"/>
            <ac:picMk id="7" creationId="{7BBC35B9-F5E1-8CC4-CA5B-CE4C85E7F465}"/>
          </ac:picMkLst>
        </pc:picChg>
      </pc:sldChg>
      <pc:sldChg chg="modSp new mod">
        <pc:chgData name="Fatima Ansarizadeh" userId="2e2f4077-aba0-49c7-b26f-c647714fbdc0" providerId="ADAL" clId="{4AF819A5-1A07-4075-8C4E-D726B4CE70A1}" dt="2026-08-21T02:55:18.321" v="1865" actId="13926"/>
        <pc:sldMkLst>
          <pc:docMk/>
          <pc:sldMk cId="2655289582" sldId="681"/>
        </pc:sldMkLst>
        <pc:spChg chg="mod">
          <ac:chgData name="Fatima Ansarizadeh" userId="2e2f4077-aba0-49c7-b26f-c647714fbdc0" providerId="ADAL" clId="{4AF819A5-1A07-4075-8C4E-D726B4CE70A1}" dt="2026-08-21T01:05:44.687" v="1610" actId="5793"/>
          <ac:spMkLst>
            <pc:docMk/>
            <pc:sldMk cId="2655289582" sldId="681"/>
            <ac:spMk id="2" creationId="{D4AF60E2-52BC-4208-6CE6-6ADFEA43FA28}"/>
          </ac:spMkLst>
        </pc:spChg>
        <pc:spChg chg="mod">
          <ac:chgData name="Fatima Ansarizadeh" userId="2e2f4077-aba0-49c7-b26f-c647714fbdc0" providerId="ADAL" clId="{4AF819A5-1A07-4075-8C4E-D726B4CE70A1}" dt="2026-08-21T02:55:18.321" v="1865" actId="13926"/>
          <ac:spMkLst>
            <pc:docMk/>
            <pc:sldMk cId="2655289582" sldId="681"/>
            <ac:spMk id="3" creationId="{CE40510C-DDF0-2BFA-5365-DF070CD921C2}"/>
          </ac:spMkLst>
        </pc:spChg>
      </pc:sldChg>
      <pc:sldChg chg="addSp delSp modSp new mod">
        <pc:chgData name="Fatima Ansarizadeh" userId="2e2f4077-aba0-49c7-b26f-c647714fbdc0" providerId="ADAL" clId="{4AF819A5-1A07-4075-8C4E-D726B4CE70A1}" dt="2026-08-21T03:06:39.919" v="1891" actId="478"/>
        <pc:sldMkLst>
          <pc:docMk/>
          <pc:sldMk cId="1050600271" sldId="682"/>
        </pc:sldMkLst>
        <pc:spChg chg="mod">
          <ac:chgData name="Fatima Ansarizadeh" userId="2e2f4077-aba0-49c7-b26f-c647714fbdc0" providerId="ADAL" clId="{4AF819A5-1A07-4075-8C4E-D726B4CE70A1}" dt="2026-08-21T02:56:16.429" v="1870"/>
          <ac:spMkLst>
            <pc:docMk/>
            <pc:sldMk cId="1050600271" sldId="682"/>
            <ac:spMk id="2" creationId="{237FCA93-AFD4-73D8-F71C-EA6D1B10C168}"/>
          </ac:spMkLst>
        </pc:spChg>
        <pc:spChg chg="add mod">
          <ac:chgData name="Fatima Ansarizadeh" userId="2e2f4077-aba0-49c7-b26f-c647714fbdc0" providerId="ADAL" clId="{4AF819A5-1A07-4075-8C4E-D726B4CE70A1}" dt="2026-08-21T03:06:18.087" v="1885" actId="1076"/>
          <ac:spMkLst>
            <pc:docMk/>
            <pc:sldMk cId="1050600271" sldId="682"/>
            <ac:spMk id="7" creationId="{9352E1AC-652E-5B06-437A-03C189E8488E}"/>
          </ac:spMkLst>
        </pc:spChg>
        <pc:picChg chg="add mod">
          <ac:chgData name="Fatima Ansarizadeh" userId="2e2f4077-aba0-49c7-b26f-c647714fbdc0" providerId="ADAL" clId="{4AF819A5-1A07-4075-8C4E-D726B4CE70A1}" dt="2026-08-21T03:06:34.350" v="1890" actId="1076"/>
          <ac:picMkLst>
            <pc:docMk/>
            <pc:sldMk cId="1050600271" sldId="682"/>
            <ac:picMk id="11" creationId="{998978A6-B512-A4ED-1BFD-A23BBCC11356}"/>
          </ac:picMkLst>
        </pc:picChg>
      </pc:sldChg>
      <pc:sldChg chg="addSp modSp new mod">
        <pc:chgData name="Fatima Ansarizadeh" userId="2e2f4077-aba0-49c7-b26f-c647714fbdc0" providerId="ADAL" clId="{4AF819A5-1A07-4075-8C4E-D726B4CE70A1}" dt="2026-08-23T23:51:29.942" v="2782" actId="20577"/>
        <pc:sldMkLst>
          <pc:docMk/>
          <pc:sldMk cId="11832892" sldId="683"/>
        </pc:sldMkLst>
        <pc:spChg chg="mod">
          <ac:chgData name="Fatima Ansarizadeh" userId="2e2f4077-aba0-49c7-b26f-c647714fbdc0" providerId="ADAL" clId="{4AF819A5-1A07-4075-8C4E-D726B4CE70A1}" dt="2026-08-21T03:08:38.262" v="1942" actId="20577"/>
          <ac:spMkLst>
            <pc:docMk/>
            <pc:sldMk cId="11832892" sldId="683"/>
            <ac:spMk id="2" creationId="{95CECD4F-F105-EC0C-3375-B676400FE572}"/>
          </ac:spMkLst>
        </pc:spChg>
        <pc:spChg chg="mod">
          <ac:chgData name="Fatima Ansarizadeh" userId="2e2f4077-aba0-49c7-b26f-c647714fbdc0" providerId="ADAL" clId="{4AF819A5-1A07-4075-8C4E-D726B4CE70A1}" dt="2026-08-23T23:51:29.942" v="2782" actId="20577"/>
          <ac:spMkLst>
            <pc:docMk/>
            <pc:sldMk cId="11832892" sldId="683"/>
            <ac:spMk id="3" creationId="{382771DC-7182-EFF7-7A6D-B5718B359F64}"/>
          </ac:spMkLst>
        </pc:spChg>
        <pc:spChg chg="add mod">
          <ac:chgData name="Fatima Ansarizadeh" userId="2e2f4077-aba0-49c7-b26f-c647714fbdc0" providerId="ADAL" clId="{4AF819A5-1A07-4075-8C4E-D726B4CE70A1}" dt="2026-08-23T23:50:58.345" v="2776" actId="2711"/>
          <ac:spMkLst>
            <pc:docMk/>
            <pc:sldMk cId="11832892" sldId="683"/>
            <ac:spMk id="5" creationId="{9D2EFA67-9887-826F-87CE-0A5B00377F75}"/>
          </ac:spMkLst>
        </pc:spChg>
        <pc:spChg chg="add mod">
          <ac:chgData name="Fatima Ansarizadeh" userId="2e2f4077-aba0-49c7-b26f-c647714fbdc0" providerId="ADAL" clId="{4AF819A5-1A07-4075-8C4E-D726B4CE70A1}" dt="2026-08-23T23:50:58.345" v="2776" actId="2711"/>
          <ac:spMkLst>
            <pc:docMk/>
            <pc:sldMk cId="11832892" sldId="683"/>
            <ac:spMk id="7" creationId="{9798D8A4-C071-43C2-F96F-C6A349E46D02}"/>
          </ac:spMkLst>
        </pc:spChg>
        <pc:spChg chg="add mod ord">
          <ac:chgData name="Fatima Ansarizadeh" userId="2e2f4077-aba0-49c7-b26f-c647714fbdc0" providerId="ADAL" clId="{4AF819A5-1A07-4075-8C4E-D726B4CE70A1}" dt="2026-08-23T23:50:58.345" v="2776" actId="2711"/>
          <ac:spMkLst>
            <pc:docMk/>
            <pc:sldMk cId="11832892" sldId="683"/>
            <ac:spMk id="8" creationId="{BCC026E6-1BD6-737B-C98C-3D850FB842A3}"/>
          </ac:spMkLst>
        </pc:spChg>
      </pc:sldChg>
      <pc:sldChg chg="addSp delSp modSp new mod">
        <pc:chgData name="Fatima Ansarizadeh" userId="2e2f4077-aba0-49c7-b26f-c647714fbdc0" providerId="ADAL" clId="{4AF819A5-1A07-4075-8C4E-D726B4CE70A1}" dt="2026-08-24T00:23:48.109" v="2856" actId="1076"/>
        <pc:sldMkLst>
          <pc:docMk/>
          <pc:sldMk cId="121698323" sldId="684"/>
        </pc:sldMkLst>
        <pc:spChg chg="mod">
          <ac:chgData name="Fatima Ansarizadeh" userId="2e2f4077-aba0-49c7-b26f-c647714fbdc0" providerId="ADAL" clId="{4AF819A5-1A07-4075-8C4E-D726B4CE70A1}" dt="2026-08-21T06:56:25.522" v="2019" actId="1076"/>
          <ac:spMkLst>
            <pc:docMk/>
            <pc:sldMk cId="121698323" sldId="684"/>
            <ac:spMk id="2" creationId="{959D80F7-9A9B-8E76-A6FE-BF706B59D457}"/>
          </ac:spMkLst>
        </pc:spChg>
        <pc:spChg chg="mod">
          <ac:chgData name="Fatima Ansarizadeh" userId="2e2f4077-aba0-49c7-b26f-c647714fbdc0" providerId="ADAL" clId="{4AF819A5-1A07-4075-8C4E-D726B4CE70A1}" dt="2026-08-24T00:23:48.109" v="2856" actId="1076"/>
          <ac:spMkLst>
            <pc:docMk/>
            <pc:sldMk cId="121698323" sldId="684"/>
            <ac:spMk id="3" creationId="{A7F2656E-4961-A05C-7DC7-CF52E4D475E4}"/>
          </ac:spMkLst>
        </pc:spChg>
        <pc:picChg chg="add mod">
          <ac:chgData name="Fatima Ansarizadeh" userId="2e2f4077-aba0-49c7-b26f-c647714fbdc0" providerId="ADAL" clId="{4AF819A5-1A07-4075-8C4E-D726B4CE70A1}" dt="2026-08-24T00:23:43.928" v="2855" actId="1076"/>
          <ac:picMkLst>
            <pc:docMk/>
            <pc:sldMk cId="121698323" sldId="684"/>
            <ac:picMk id="5" creationId="{B5BD4083-F173-EF45-A034-E1FE927115B4}"/>
          </ac:picMkLst>
        </pc:picChg>
        <pc:picChg chg="add del mod">
          <ac:chgData name="Fatima Ansarizadeh" userId="2e2f4077-aba0-49c7-b26f-c647714fbdc0" providerId="ADAL" clId="{4AF819A5-1A07-4075-8C4E-D726B4CE70A1}" dt="2026-08-24T00:04:12.765" v="2837" actId="478"/>
          <ac:picMkLst>
            <pc:docMk/>
            <pc:sldMk cId="121698323" sldId="684"/>
            <ac:picMk id="6" creationId="{662AA65F-B425-74F1-31F4-D3C2D031BD0C}"/>
          </ac:picMkLst>
        </pc:picChg>
      </pc:sldChg>
      <pc:sldChg chg="addSp delSp modSp new mod ord">
        <pc:chgData name="Fatima Ansarizadeh" userId="2e2f4077-aba0-49c7-b26f-c647714fbdc0" providerId="ADAL" clId="{4AF819A5-1A07-4075-8C4E-D726B4CE70A1}" dt="2026-08-23T23:57:44.555" v="2836"/>
        <pc:sldMkLst>
          <pc:docMk/>
          <pc:sldMk cId="572312245" sldId="685"/>
        </pc:sldMkLst>
        <pc:spChg chg="mod">
          <ac:chgData name="Fatima Ansarizadeh" userId="2e2f4077-aba0-49c7-b26f-c647714fbdc0" providerId="ADAL" clId="{4AF819A5-1A07-4075-8C4E-D726B4CE70A1}" dt="2026-08-23T23:57:10.113" v="2832" actId="20577"/>
          <ac:spMkLst>
            <pc:docMk/>
            <pc:sldMk cId="572312245" sldId="685"/>
            <ac:spMk id="2" creationId="{BBFE481E-E9BF-6DA7-3209-DDA7A13F594E}"/>
          </ac:spMkLst>
        </pc:spChg>
        <pc:spChg chg="del">
          <ac:chgData name="Fatima Ansarizadeh" userId="2e2f4077-aba0-49c7-b26f-c647714fbdc0" providerId="ADAL" clId="{4AF819A5-1A07-4075-8C4E-D726B4CE70A1}" dt="2026-08-23T23:56:40.054" v="2806" actId="478"/>
          <ac:spMkLst>
            <pc:docMk/>
            <pc:sldMk cId="572312245" sldId="685"/>
            <ac:spMk id="3" creationId="{C14217DA-59B4-95F6-3531-594271076621}"/>
          </ac:spMkLst>
        </pc:spChg>
        <pc:spChg chg="add mod">
          <ac:chgData name="Fatima Ansarizadeh" userId="2e2f4077-aba0-49c7-b26f-c647714fbdc0" providerId="ADAL" clId="{4AF819A5-1A07-4075-8C4E-D726B4CE70A1}" dt="2026-08-23T23:56:57.209" v="2810" actId="1076"/>
          <ac:spMkLst>
            <pc:docMk/>
            <pc:sldMk cId="572312245" sldId="685"/>
            <ac:spMk id="7" creationId="{EDE35EF5-4355-E97B-16C5-3A5E00E5B9BE}"/>
          </ac:spMkLst>
        </pc:spChg>
        <pc:spChg chg="add mod">
          <ac:chgData name="Fatima Ansarizadeh" userId="2e2f4077-aba0-49c7-b26f-c647714fbdc0" providerId="ADAL" clId="{4AF819A5-1A07-4075-8C4E-D726B4CE70A1}" dt="2026-08-23T23:56:44.389" v="2807" actId="1076"/>
          <ac:spMkLst>
            <pc:docMk/>
            <pc:sldMk cId="572312245" sldId="685"/>
            <ac:spMk id="9" creationId="{BCEEBBFF-CBAF-EA93-188F-A81F8CC56574}"/>
          </ac:spMkLst>
        </pc:spChg>
        <pc:spChg chg="add mod">
          <ac:chgData name="Fatima Ansarizadeh" userId="2e2f4077-aba0-49c7-b26f-c647714fbdc0" providerId="ADAL" clId="{4AF819A5-1A07-4075-8C4E-D726B4CE70A1}" dt="2026-08-21T09:09:56.078" v="2140" actId="1076"/>
          <ac:spMkLst>
            <pc:docMk/>
            <pc:sldMk cId="572312245" sldId="685"/>
            <ac:spMk id="11" creationId="{685A7F06-8B83-444A-9256-C5F2EF8B5885}"/>
          </ac:spMkLst>
        </pc:spChg>
        <pc:picChg chg="add mod">
          <ac:chgData name="Fatima Ansarizadeh" userId="2e2f4077-aba0-49c7-b26f-c647714fbdc0" providerId="ADAL" clId="{4AF819A5-1A07-4075-8C4E-D726B4CE70A1}" dt="2026-08-23T23:56:48.723" v="2809" actId="1076"/>
          <ac:picMkLst>
            <pc:docMk/>
            <pc:sldMk cId="572312245" sldId="685"/>
            <ac:picMk id="5" creationId="{F864BFF5-DBED-51CC-804C-368CC2E61553}"/>
          </ac:picMkLst>
        </pc:picChg>
      </pc:sldChg>
      <pc:sldChg chg="addSp delSp modSp new mod">
        <pc:chgData name="Fatima Ansarizadeh" userId="2e2f4077-aba0-49c7-b26f-c647714fbdc0" providerId="ADAL" clId="{4AF819A5-1A07-4075-8C4E-D726B4CE70A1}" dt="2026-08-21T09:15:45.718" v="2164" actId="1076"/>
        <pc:sldMkLst>
          <pc:docMk/>
          <pc:sldMk cId="3540473343" sldId="686"/>
        </pc:sldMkLst>
        <pc:spChg chg="mod">
          <ac:chgData name="Fatima Ansarizadeh" userId="2e2f4077-aba0-49c7-b26f-c647714fbdc0" providerId="ADAL" clId="{4AF819A5-1A07-4075-8C4E-D726B4CE70A1}" dt="2026-08-21T09:13:29.519" v="2155" actId="14100"/>
          <ac:spMkLst>
            <pc:docMk/>
            <pc:sldMk cId="3540473343" sldId="686"/>
            <ac:spMk id="2" creationId="{A34D696F-A7D2-25B2-FC33-85BDE2878302}"/>
          </ac:spMkLst>
        </pc:spChg>
        <pc:picChg chg="add mod ord">
          <ac:chgData name="Fatima Ansarizadeh" userId="2e2f4077-aba0-49c7-b26f-c647714fbdc0" providerId="ADAL" clId="{4AF819A5-1A07-4075-8C4E-D726B4CE70A1}" dt="2026-08-21T09:15:45.718" v="2164" actId="1076"/>
          <ac:picMkLst>
            <pc:docMk/>
            <pc:sldMk cId="3540473343" sldId="686"/>
            <ac:picMk id="9" creationId="{B26E4B23-0789-4B01-624B-80CD9C967645}"/>
          </ac:picMkLst>
        </pc:picChg>
      </pc:sldChg>
      <pc:sldChg chg="modSp new mod modNotesTx">
        <pc:chgData name="Fatima Ansarizadeh" userId="2e2f4077-aba0-49c7-b26f-c647714fbdc0" providerId="ADAL" clId="{4AF819A5-1A07-4075-8C4E-D726B4CE70A1}" dt="2026-08-24T00:25:11.743" v="2857" actId="12"/>
        <pc:sldMkLst>
          <pc:docMk/>
          <pc:sldMk cId="1911617879" sldId="687"/>
        </pc:sldMkLst>
        <pc:spChg chg="mod">
          <ac:chgData name="Fatima Ansarizadeh" userId="2e2f4077-aba0-49c7-b26f-c647714fbdc0" providerId="ADAL" clId="{4AF819A5-1A07-4075-8C4E-D726B4CE70A1}" dt="2026-08-21T09:24:33.813" v="2172" actId="1076"/>
          <ac:spMkLst>
            <pc:docMk/>
            <pc:sldMk cId="1911617879" sldId="687"/>
            <ac:spMk id="2" creationId="{499CB436-4DF1-1FE1-151E-64597ABB642A}"/>
          </ac:spMkLst>
        </pc:spChg>
        <pc:spChg chg="mod">
          <ac:chgData name="Fatima Ansarizadeh" userId="2e2f4077-aba0-49c7-b26f-c647714fbdc0" providerId="ADAL" clId="{4AF819A5-1A07-4075-8C4E-D726B4CE70A1}" dt="2026-08-24T00:21:37.393" v="2847" actId="1076"/>
          <ac:spMkLst>
            <pc:docMk/>
            <pc:sldMk cId="1911617879" sldId="687"/>
            <ac:spMk id="3" creationId="{6E93B958-B493-DCD5-A11E-1ADE16679A72}"/>
          </ac:spMkLst>
        </pc:spChg>
      </pc:sldChg>
      <pc:sldChg chg="addSp modSp new mod">
        <pc:chgData name="Fatima Ansarizadeh" userId="2e2f4077-aba0-49c7-b26f-c647714fbdc0" providerId="ADAL" clId="{4AF819A5-1A07-4075-8C4E-D726B4CE70A1}" dt="2026-08-24T00:31:38.386" v="2872" actId="13926"/>
        <pc:sldMkLst>
          <pc:docMk/>
          <pc:sldMk cId="3512607924" sldId="688"/>
        </pc:sldMkLst>
        <pc:spChg chg="mod">
          <ac:chgData name="Fatima Ansarizadeh" userId="2e2f4077-aba0-49c7-b26f-c647714fbdc0" providerId="ADAL" clId="{4AF819A5-1A07-4075-8C4E-D726B4CE70A1}" dt="2026-08-21T22:36:42.292" v="2284" actId="20577"/>
          <ac:spMkLst>
            <pc:docMk/>
            <pc:sldMk cId="3512607924" sldId="688"/>
            <ac:spMk id="2" creationId="{93BF701A-241B-18B5-00A7-17D857593740}"/>
          </ac:spMkLst>
        </pc:spChg>
        <pc:spChg chg="mod">
          <ac:chgData name="Fatima Ansarizadeh" userId="2e2f4077-aba0-49c7-b26f-c647714fbdc0" providerId="ADAL" clId="{4AF819A5-1A07-4075-8C4E-D726B4CE70A1}" dt="2026-08-21T22:24:52.714" v="2276" actId="1076"/>
          <ac:spMkLst>
            <pc:docMk/>
            <pc:sldMk cId="3512607924" sldId="688"/>
            <ac:spMk id="3" creationId="{C6553A7E-DBD7-26BF-1BB3-BBB68DB96BAB}"/>
          </ac:spMkLst>
        </pc:spChg>
        <pc:spChg chg="add mod">
          <ac:chgData name="Fatima Ansarizadeh" userId="2e2f4077-aba0-49c7-b26f-c647714fbdc0" providerId="ADAL" clId="{4AF819A5-1A07-4075-8C4E-D726B4CE70A1}" dt="2026-08-21T22:23:47.085" v="2260" actId="1076"/>
          <ac:spMkLst>
            <pc:docMk/>
            <pc:sldMk cId="3512607924" sldId="688"/>
            <ac:spMk id="10" creationId="{9C27014F-D633-E322-5A08-C8E15F6D27F7}"/>
          </ac:spMkLst>
        </pc:spChg>
        <pc:spChg chg="add mod">
          <ac:chgData name="Fatima Ansarizadeh" userId="2e2f4077-aba0-49c7-b26f-c647714fbdc0" providerId="ADAL" clId="{4AF819A5-1A07-4075-8C4E-D726B4CE70A1}" dt="2026-08-24T00:31:38.386" v="2872" actId="13926"/>
          <ac:spMkLst>
            <pc:docMk/>
            <pc:sldMk cId="3512607924" sldId="688"/>
            <ac:spMk id="12" creationId="{26190A41-A28A-C4B3-2F62-4905CC00B623}"/>
          </ac:spMkLst>
        </pc:spChg>
        <pc:spChg chg="add mod ord">
          <ac:chgData name="Fatima Ansarizadeh" userId="2e2f4077-aba0-49c7-b26f-c647714fbdc0" providerId="ADAL" clId="{4AF819A5-1A07-4075-8C4E-D726B4CE70A1}" dt="2026-08-21T22:24:35.219" v="2269" actId="1076"/>
          <ac:spMkLst>
            <pc:docMk/>
            <pc:sldMk cId="3512607924" sldId="688"/>
            <ac:spMk id="13" creationId="{C19EAE5D-7698-692E-20E0-37FC44C2BBDD}"/>
          </ac:spMkLst>
        </pc:spChg>
        <pc:picChg chg="add mod">
          <ac:chgData name="Fatima Ansarizadeh" userId="2e2f4077-aba0-49c7-b26f-c647714fbdc0" providerId="ADAL" clId="{4AF819A5-1A07-4075-8C4E-D726B4CE70A1}" dt="2026-08-21T22:24:47.974" v="2275" actId="1076"/>
          <ac:picMkLst>
            <pc:docMk/>
            <pc:sldMk cId="3512607924" sldId="688"/>
            <ac:picMk id="5" creationId="{35918465-C06F-9F4E-3EA3-4A8A961A41D6}"/>
          </ac:picMkLst>
        </pc:picChg>
        <pc:picChg chg="add mod">
          <ac:chgData name="Fatima Ansarizadeh" userId="2e2f4077-aba0-49c7-b26f-c647714fbdc0" providerId="ADAL" clId="{4AF819A5-1A07-4075-8C4E-D726B4CE70A1}" dt="2026-08-21T22:24:31.447" v="2268" actId="1076"/>
          <ac:picMkLst>
            <pc:docMk/>
            <pc:sldMk cId="3512607924" sldId="688"/>
            <ac:picMk id="7" creationId="{252A469B-0F1A-1888-3F80-79DE341204E0}"/>
          </ac:picMkLst>
        </pc:picChg>
        <pc:picChg chg="add mod">
          <ac:chgData name="Fatima Ansarizadeh" userId="2e2f4077-aba0-49c7-b26f-c647714fbdc0" providerId="ADAL" clId="{4AF819A5-1A07-4075-8C4E-D726B4CE70A1}" dt="2026-08-21T22:22:03.624" v="2243" actId="1076"/>
          <ac:picMkLst>
            <pc:docMk/>
            <pc:sldMk cId="3512607924" sldId="688"/>
            <ac:picMk id="9" creationId="{F67A244B-5EC6-5F24-31E4-596A39629B8F}"/>
          </ac:picMkLst>
        </pc:picChg>
      </pc:sldChg>
      <pc:sldChg chg="addSp delSp modSp new mod">
        <pc:chgData name="Fatima Ansarizadeh" userId="2e2f4077-aba0-49c7-b26f-c647714fbdc0" providerId="ADAL" clId="{4AF819A5-1A07-4075-8C4E-D726B4CE70A1}" dt="2026-08-24T00:34:33.639" v="2874" actId="13926"/>
        <pc:sldMkLst>
          <pc:docMk/>
          <pc:sldMk cId="517299074" sldId="689"/>
        </pc:sldMkLst>
        <pc:spChg chg="mod">
          <ac:chgData name="Fatima Ansarizadeh" userId="2e2f4077-aba0-49c7-b26f-c647714fbdc0" providerId="ADAL" clId="{4AF819A5-1A07-4075-8C4E-D726B4CE70A1}" dt="2026-08-21T23:15:17.434" v="2296" actId="20577"/>
          <ac:spMkLst>
            <pc:docMk/>
            <pc:sldMk cId="517299074" sldId="689"/>
            <ac:spMk id="2" creationId="{9F2ADBD2-6E3B-3A33-9C81-3BB4F30D425D}"/>
          </ac:spMkLst>
        </pc:spChg>
        <pc:spChg chg="mod">
          <ac:chgData name="Fatima Ansarizadeh" userId="2e2f4077-aba0-49c7-b26f-c647714fbdc0" providerId="ADAL" clId="{4AF819A5-1A07-4075-8C4E-D726B4CE70A1}" dt="2026-08-24T00:34:33.639" v="2874" actId="13926"/>
          <ac:spMkLst>
            <pc:docMk/>
            <pc:sldMk cId="517299074" sldId="689"/>
            <ac:spMk id="3" creationId="{9DB60817-8D58-A971-3BD2-F35B72D279B0}"/>
          </ac:spMkLst>
        </pc:spChg>
      </pc:sldChg>
      <pc:sldChg chg="addSp delSp modSp new mod">
        <pc:chgData name="Fatima Ansarizadeh" userId="2e2f4077-aba0-49c7-b26f-c647714fbdc0" providerId="ADAL" clId="{4AF819A5-1A07-4075-8C4E-D726B4CE70A1}" dt="2026-08-23T09:18:00.754" v="2485" actId="1076"/>
        <pc:sldMkLst>
          <pc:docMk/>
          <pc:sldMk cId="622842244" sldId="690"/>
        </pc:sldMkLst>
        <pc:spChg chg="add mod">
          <ac:chgData name="Fatima Ansarizadeh" userId="2e2f4077-aba0-49c7-b26f-c647714fbdc0" providerId="ADAL" clId="{4AF819A5-1A07-4075-8C4E-D726B4CE70A1}" dt="2026-08-22T03:47:49.577" v="2386" actId="113"/>
          <ac:spMkLst>
            <pc:docMk/>
            <pc:sldMk cId="622842244" sldId="690"/>
            <ac:spMk id="5" creationId="{6063BDCF-4797-A9C4-0DB8-D9196A2DEE17}"/>
          </ac:spMkLst>
        </pc:spChg>
        <pc:spChg chg="add mod">
          <ac:chgData name="Fatima Ansarizadeh" userId="2e2f4077-aba0-49c7-b26f-c647714fbdc0" providerId="ADAL" clId="{4AF819A5-1A07-4075-8C4E-D726B4CE70A1}" dt="2026-08-23T09:18:00.754" v="2485" actId="1076"/>
          <ac:spMkLst>
            <pc:docMk/>
            <pc:sldMk cId="622842244" sldId="690"/>
            <ac:spMk id="7" creationId="{E54D3A9F-F43A-F5EA-37E1-583F6E1247E2}"/>
          </ac:spMkLst>
        </pc:spChg>
        <pc:spChg chg="add del mod">
          <ac:chgData name="Fatima Ansarizadeh" userId="2e2f4077-aba0-49c7-b26f-c647714fbdc0" providerId="ADAL" clId="{4AF819A5-1A07-4075-8C4E-D726B4CE70A1}" dt="2026-08-23T09:08:11.179" v="2414" actId="478"/>
          <ac:spMkLst>
            <pc:docMk/>
            <pc:sldMk cId="622842244" sldId="690"/>
            <ac:spMk id="10" creationId="{B368B067-154F-BFD7-FD47-C9C93D197D47}"/>
          </ac:spMkLst>
        </pc:spChg>
        <pc:spChg chg="add mod">
          <ac:chgData name="Fatima Ansarizadeh" userId="2e2f4077-aba0-49c7-b26f-c647714fbdc0" providerId="ADAL" clId="{4AF819A5-1A07-4075-8C4E-D726B4CE70A1}" dt="2026-08-23T09:12:11.950" v="2469" actId="14100"/>
          <ac:spMkLst>
            <pc:docMk/>
            <pc:sldMk cId="622842244" sldId="690"/>
            <ac:spMk id="14" creationId="{06F35A85-6175-EB80-AEC3-0B921032D896}"/>
          </ac:spMkLst>
        </pc:spChg>
        <pc:graphicFrameChg chg="add mod modGraphic">
          <ac:chgData name="Fatima Ansarizadeh" userId="2e2f4077-aba0-49c7-b26f-c647714fbdc0" providerId="ADAL" clId="{4AF819A5-1A07-4075-8C4E-D726B4CE70A1}" dt="2026-08-23T09:12:18.974" v="2471" actId="1076"/>
          <ac:graphicFrameMkLst>
            <pc:docMk/>
            <pc:sldMk cId="622842244" sldId="690"/>
            <ac:graphicFrameMk id="8" creationId="{E8F8C2FA-7FF8-500C-BDB0-32816822213B}"/>
          </ac:graphicFrameMkLst>
        </pc:graphicFrameChg>
        <pc:picChg chg="add mod">
          <ac:chgData name="Fatima Ansarizadeh" userId="2e2f4077-aba0-49c7-b26f-c647714fbdc0" providerId="ADAL" clId="{4AF819A5-1A07-4075-8C4E-D726B4CE70A1}" dt="2026-08-23T09:12:05.850" v="2467" actId="1076"/>
          <ac:picMkLst>
            <pc:docMk/>
            <pc:sldMk cId="622842244" sldId="690"/>
            <ac:picMk id="12" creationId="{0FA5584E-E9AF-14FF-B55B-F626B1B7650D}"/>
          </ac:picMkLst>
        </pc:picChg>
        <pc:picChg chg="add mod">
          <ac:chgData name="Fatima Ansarizadeh" userId="2e2f4077-aba0-49c7-b26f-c647714fbdc0" providerId="ADAL" clId="{4AF819A5-1A07-4075-8C4E-D726B4CE70A1}" dt="2026-08-23T09:12:14.203" v="2470" actId="1076"/>
          <ac:picMkLst>
            <pc:docMk/>
            <pc:sldMk cId="622842244" sldId="690"/>
            <ac:picMk id="16" creationId="{AB073ED2-BD56-0A50-B4A7-5DAEFF58B7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F23D8-0271-F541-9BCD-5C39191200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12D8E-D471-A34E-AB17-24705BCE4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7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90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57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04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Columns in neither argument are excluded:</a:t>
            </a:r>
          </a:p>
          <a:p>
            <a:r>
              <a:rPr lang="en-AU" dirty="0"/>
              <a:t>A column that is not in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id_vars</a:t>
            </a:r>
            <a:r>
              <a:rPr lang="en-AU" dirty="0"/>
              <a:t> or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value_vars</a:t>
            </a:r>
            <a:r>
              <a:rPr lang="en-AU" dirty="0"/>
              <a:t> is </a:t>
            </a:r>
            <a:r>
              <a:rPr lang="en-AU" b="1" dirty="0"/>
              <a:t>excluded from the result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Column location</a:t>
            </a:r>
          </a:p>
          <a:p>
            <a:r>
              <a:rPr lang="en-AU" dirty="0"/>
              <a:t>What happens</a:t>
            </a:r>
          </a:p>
          <a:p>
            <a:r>
              <a:rPr lang="en-AU" dirty="0"/>
              <a:t>In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id_vars</a:t>
            </a:r>
            <a:r>
              <a:rPr lang="en-AU" dirty="0" err="1"/>
              <a:t>Kept</a:t>
            </a:r>
            <a:r>
              <a:rPr lang="en-AU" dirty="0"/>
              <a:t> and repeated</a:t>
            </a:r>
          </a:p>
          <a:p>
            <a:r>
              <a:rPr lang="en-AU" dirty="0"/>
              <a:t>In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value_vars</a:t>
            </a:r>
            <a:r>
              <a:rPr lang="en-AU" dirty="0" err="1"/>
              <a:t>Converted</a:t>
            </a:r>
            <a:r>
              <a:rPr lang="en-AU" dirty="0"/>
              <a:t> into variable–value rows</a:t>
            </a:r>
          </a:p>
          <a:p>
            <a:r>
              <a:rPr lang="en-AU" dirty="0"/>
              <a:t>In neither, when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value_vars</a:t>
            </a:r>
            <a:r>
              <a:rPr lang="en-AU" dirty="0"/>
              <a:t> is </a:t>
            </a:r>
            <a:r>
              <a:rPr lang="en-AU" dirty="0" err="1"/>
              <a:t>providedExcluded</a:t>
            </a:r>
            <a:endParaRPr lang="en-AU" dirty="0"/>
          </a:p>
          <a:p>
            <a:r>
              <a:rPr lang="en-AU" dirty="0"/>
              <a:t>Not in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id_vars</a:t>
            </a:r>
            <a:r>
              <a:rPr lang="en-AU" dirty="0"/>
              <a:t>, when </a:t>
            </a: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value_vars</a:t>
            </a:r>
            <a:r>
              <a:rPr lang="en-AU" dirty="0"/>
              <a:t> is </a:t>
            </a:r>
            <a:r>
              <a:rPr lang="en-AU" dirty="0" err="1"/>
              <a:t>omittedAutomatically</a:t>
            </a:r>
            <a:r>
              <a:rPr lang="en-AU" dirty="0"/>
              <a:t> melted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12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56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87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28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79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Categorical data and datetime datatypes ate ignored.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07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776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93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79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38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Messy1 getting an average may give a better understanding of the data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46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36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269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200" b="1" dirty="0"/>
              <a:t>1. </a:t>
            </a:r>
            <a:r>
              <a:rPr lang="en-AU" sz="1200" b="1" dirty="0">
                <a:highlight>
                  <a:srgbClr val="FFFF00"/>
                </a:highlight>
              </a:rPr>
              <a:t>Make continuous data easier to understand</a:t>
            </a:r>
          </a:p>
          <a:p>
            <a:r>
              <a:rPr lang="en-AU" sz="1200" dirty="0"/>
              <a:t>Exact numbers can be difficult to interpret quickly. Categories provide a simpler summary.</a:t>
            </a:r>
          </a:p>
          <a:p>
            <a:r>
              <a:rPr lang="en-AU" sz="1200" dirty="0"/>
              <a:t>Score = 82 → Distinction</a:t>
            </a:r>
          </a:p>
          <a:p>
            <a:r>
              <a:rPr lang="en-AU" sz="1200" b="1" dirty="0"/>
              <a:t>2. </a:t>
            </a:r>
            <a:r>
              <a:rPr lang="en-AU" sz="1200" b="1" dirty="0">
                <a:highlight>
                  <a:srgbClr val="FFFF00"/>
                </a:highlight>
              </a:rPr>
              <a:t>Compare groups</a:t>
            </a:r>
          </a:p>
          <a:p>
            <a:r>
              <a:rPr lang="en-AU" sz="1200" dirty="0"/>
              <a:t>After binning, you can count or compare categories:</a:t>
            </a:r>
          </a:p>
          <a:p>
            <a:r>
              <a:rPr lang="en-AU" sz="1200" dirty="0"/>
              <a:t>You could then answer:</a:t>
            </a:r>
          </a:p>
          <a:p>
            <a:pPr lvl="0"/>
            <a:r>
              <a:rPr lang="en-AU" sz="1200" dirty="0"/>
              <a:t>How many fires were small? </a:t>
            </a:r>
          </a:p>
          <a:p>
            <a:endParaRPr lang="en-AU" dirty="0"/>
          </a:p>
          <a:p>
            <a:endParaRPr lang="en-AU" dirty="0"/>
          </a:p>
          <a:p>
            <a:r>
              <a:rPr lang="en-AU" b="1" dirty="0">
                <a:latin typeface="Cambria" panose="02040503050406030204" pitchFamily="18" charset="0"/>
              </a:rPr>
              <a:t>3. </a:t>
            </a:r>
            <a:r>
              <a:rPr lang="en-AU" b="1" dirty="0">
                <a:highlight>
                  <a:srgbClr val="FFFF00"/>
                </a:highlight>
                <a:latin typeface="Cambria" panose="02040503050406030204" pitchFamily="18" charset="0"/>
              </a:rPr>
              <a:t>Create clearer visualisations</a:t>
            </a:r>
          </a:p>
          <a:p>
            <a:r>
              <a:rPr lang="en-AU" dirty="0">
                <a:latin typeface="Cambria" panose="02040503050406030204" pitchFamily="18" charset="0"/>
              </a:rPr>
              <a:t>Categorical ranges can be used in bar plots.</a:t>
            </a:r>
          </a:p>
          <a:p>
            <a:endParaRPr lang="en-AU" dirty="0">
              <a:latin typeface="Cambria" panose="02040503050406030204" pitchFamily="18" charset="0"/>
            </a:endParaRPr>
          </a:p>
          <a:p>
            <a:endParaRPr lang="en-AU" dirty="0">
              <a:latin typeface="Cambria" panose="02040503050406030204" pitchFamily="18" charset="0"/>
            </a:endParaRPr>
          </a:p>
          <a:p>
            <a:r>
              <a:rPr lang="en-AU" b="1" dirty="0">
                <a:latin typeface="Cambria" panose="02040503050406030204" pitchFamily="18" charset="0"/>
              </a:rPr>
              <a:t>4. Reduce noise</a:t>
            </a:r>
          </a:p>
          <a:p>
            <a:r>
              <a:rPr lang="en-AU" dirty="0">
                <a:latin typeface="Cambria" panose="02040503050406030204" pitchFamily="18" charset="0"/>
              </a:rPr>
              <a:t>Small numerical differences may not be important. For example, scores of 81 and 82 may both belong to the same grade category.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482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099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979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AU" b="1" dirty="0"/>
              <a:t>81 ≠ 82 numerically, but 81 and 82 may mean the same thing categorically → Distinction.</a:t>
            </a:r>
            <a:endParaRPr lang="en-AU" dirty="0"/>
          </a:p>
          <a:p>
            <a:pPr>
              <a:buNone/>
            </a:pPr>
            <a:r>
              <a:rPr lang="en-AU" dirty="0"/>
              <a:t>That is what we mean when we say binning can </a:t>
            </a:r>
            <a:r>
              <a:rPr lang="en-AU" b="1" dirty="0"/>
              <a:t>reduce noise</a:t>
            </a:r>
            <a:r>
              <a:rPr lang="en-AU" dirty="0"/>
              <a:t>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777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148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280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interval does not include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</a:t>
            </a:r>
            <a:r>
              <a:rPr lang="en-AU" dirty="0"/>
              <a:t>. To ensure the minimum value is included, Pandas extends the lower boundary by </a:t>
            </a:r>
            <a:r>
              <a:rPr lang="en-AU" b="1" dirty="0"/>
              <a:t>0.1% of the total range</a:t>
            </a:r>
            <a:r>
              <a:rPr lang="en-AU" dirty="0"/>
              <a:t>: 98-32=66</a:t>
            </a:r>
          </a:p>
          <a:p>
            <a:r>
              <a:rPr lang="en-AU" dirty="0"/>
              <a:t>0.001×66=0.066 32−0.066=31.934 </a:t>
            </a:r>
          </a:p>
          <a:p>
            <a:r>
              <a:rPr lang="en-AU" dirty="0"/>
              <a:t>Therefore, the first interval becomes:</a:t>
            </a:r>
          </a:p>
          <a:p>
            <a:pPr rt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(31.934, 54.0]</a:t>
            </a:r>
          </a:p>
          <a:p>
            <a:pPr rtl="0"/>
            <a:endParaRPr lang="en-A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31.934</a:t>
            </a:r>
            <a:r>
              <a:rPr lang="en-AU" dirty="0"/>
              <a:t> is not a value in the data. It is an automatically adjusted boundary that ensures the minimum value 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</a:t>
            </a:r>
            <a:r>
              <a:rPr lang="en-AU" dirty="0"/>
              <a:t> belongs to the first bin.</a:t>
            </a:r>
            <a:endParaRPr lang="en-A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292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Both are </a:t>
            </a:r>
            <a:r>
              <a:rPr lang="en-AU" b="1" dirty="0"/>
              <a:t>figure-level Seaborn functions</a:t>
            </a:r>
            <a:r>
              <a:rPr lang="en-AU" dirty="0"/>
              <a:t>, but they are designed for different relationships: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sns.catplot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compares values across </a:t>
            </a:r>
            <a:r>
              <a:rPr lang="en-AU" b="1" dirty="0"/>
              <a:t>categories</a:t>
            </a:r>
            <a:r>
              <a:rPr lang="en-AU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A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sns.relplot</a:t>
            </a:r>
            <a:r>
              <a:rPr lang="en-A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AU" dirty="0"/>
              <a:t> shows relationships between </a:t>
            </a:r>
            <a:r>
              <a:rPr lang="en-AU" b="1" dirty="0"/>
              <a:t>numerical variables</a:t>
            </a:r>
            <a:r>
              <a:rPr lang="en-AU" dirty="0"/>
              <a:t>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551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535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12D8E-D471-A34E-AB17-24705BCE498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99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2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02097"/>
            <a:ext cx="10869248" cy="120549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4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4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22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76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96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4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6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9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23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1"/>
            <a:ext cx="12192000" cy="17890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94519"/>
            <a:ext cx="10869248" cy="12054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065467"/>
            <a:ext cx="10869248" cy="409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56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bg1"/>
          </a:solidFill>
          <a:latin typeface="Cambria" panose="02040503050406030204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Cambria" panose="0204050305040603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A26A151-13BF-4305-A6DC-9DC7C9877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FFDDA6-2CAE-438F-B0D6-FF4E710E2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129884" y="6324431"/>
            <a:ext cx="62116" cy="4289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06B261F-632C-43DC-8DC7-7723B3682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524C7F-EE50-42C5-9434-7C78CE044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F8BA2-5609-1185-67AB-D0B477AE4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122" y="365125"/>
            <a:ext cx="5406234" cy="243003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Data Analysis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4F7A9-0B69-50D3-EFD6-01EB73B91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054927"/>
            <a:ext cx="5022630" cy="31220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SIT112 | Intro to Data Science &amp; AI</a:t>
            </a:r>
          </a:p>
          <a:p>
            <a:r>
              <a:rPr lang="en-US">
                <a:solidFill>
                  <a:schemeClr val="bg1"/>
                </a:solidFill>
              </a:rPr>
              <a:t>Lecture </a:t>
            </a:r>
            <a:r>
              <a:rPr lang="en-US" dirty="0">
                <a:solidFill>
                  <a:schemeClr val="bg1"/>
                </a:solidFill>
              </a:rPr>
              <a:t>Week 7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27DDA6F5-26EC-28A4-45B4-8F5AB8D9F2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964" r="9242"/>
          <a:stretch/>
        </p:blipFill>
        <p:spPr>
          <a:xfrm>
            <a:off x="6083645" y="10"/>
            <a:ext cx="6108356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EB6CD3-1079-C315-AFA6-5381F1AB7B61}"/>
              </a:ext>
            </a:extLst>
          </p:cNvPr>
          <p:cNvSpPr txBox="1"/>
          <p:nvPr/>
        </p:nvSpPr>
        <p:spPr>
          <a:xfrm>
            <a:off x="484552" y="5054351"/>
            <a:ext cx="609600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Dr. Fatima Ansarizadeh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Lecturer in Applied AI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School of Information Technology, Deakin University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</a:rPr>
              <a:t>Email: f.ansarizadeh@deakin.edu.au</a:t>
            </a:r>
          </a:p>
        </p:txBody>
      </p:sp>
      <p:pic>
        <p:nvPicPr>
          <p:cNvPr id="2056" name="Picture 8" descr="Free Artificial Intelligence Brain illustration and picture">
            <a:extLst>
              <a:ext uri="{FF2B5EF4-FFF2-40B4-BE49-F238E27FC236}">
                <a16:creationId xmlns:a16="http://schemas.microsoft.com/office/drawing/2014/main" id="{2CAC7885-F5FC-9728-CD03-112A71453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321" y="1552489"/>
            <a:ext cx="6096000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38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130"/>
    </mc:Choice>
    <mc:Fallback xmlns="">
      <p:transition spd="slow" advTm="691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7023783-1BA7-4B53-8EDC-B7F22732F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B8B7D45-C71F-4FD6-BE9F-31CB24678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305878"/>
            <a:ext cx="12192000" cy="4552121"/>
            <a:chOff x="6096002" y="-9073"/>
            <a:chExt cx="6095998" cy="686707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0E55DB-2DD2-4990-952E-AF7499C79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131DE2E-D7A0-4137-B8A6-3F996F89A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BEECA9E-C489-4B62-9103-5A6D60EA2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2913"/>
            <a:ext cx="6095996" cy="23187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A757A-1DC5-4610-897D-1BF798A5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98495"/>
            <a:ext cx="5251230" cy="1601755"/>
          </a:xfrm>
        </p:spPr>
        <p:txBody>
          <a:bodyPr>
            <a:normAutofit/>
          </a:bodyPr>
          <a:lstStyle/>
          <a:p>
            <a:r>
              <a:rPr lang="en-US" sz="4400" dirty="0"/>
              <a:t>Objectives</a:t>
            </a:r>
          </a:p>
        </p:txBody>
      </p:sp>
      <p:pic>
        <p:nvPicPr>
          <p:cNvPr id="7" name="Graphic 6" descr="Open Folder">
            <a:extLst>
              <a:ext uri="{FF2B5EF4-FFF2-40B4-BE49-F238E27FC236}">
                <a16:creationId xmlns:a16="http://schemas.microsoft.com/office/drawing/2014/main" id="{19126D58-8FBC-653D-8295-1FBF59F14F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5363" y="136526"/>
            <a:ext cx="1973954" cy="19739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EBEF-C5EF-C27F-584B-2C710C594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148" y="3210019"/>
            <a:ext cx="11699309" cy="4322729"/>
          </a:xfrm>
        </p:spPr>
        <p:txBody>
          <a:bodyPr>
            <a:noAutofit/>
          </a:bodyPr>
          <a:lstStyle/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Melt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data </a:t>
            </a:r>
            <a:r>
              <a:rPr lang="en-US" sz="24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in two or more columns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Pivot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data in a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 create a </a:t>
            </a:r>
            <a:r>
              <a:rPr lang="en-US" sz="24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pivot table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the data.</a:t>
            </a: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Bin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data for a column.</a:t>
            </a: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 the rows with the </a:t>
            </a:r>
            <a:r>
              <a:rPr lang="en-US" sz="24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n largest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values from a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sz="24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ank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rows in a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largest or smallest values.</a:t>
            </a:r>
          </a:p>
          <a:p>
            <a:pPr marR="228600" lvl="0">
              <a:spcBef>
                <a:spcPts val="0"/>
              </a:spcBef>
              <a:spcAft>
                <a:spcPts val="600"/>
              </a:spcAft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62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069"/>
    </mc:Choice>
    <mc:Fallback xmlns="">
      <p:transition spd="slow" advTm="3806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7885099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How to Create and Plot Long Data</a:t>
            </a:r>
          </a:p>
        </p:txBody>
      </p:sp>
    </p:spTree>
    <p:extLst>
      <p:ext uri="{BB962C8B-B14F-4D97-AF65-F5344CB8AC3E}">
        <p14:creationId xmlns:p14="http://schemas.microsoft.com/office/powerpoint/2010/main" val="297992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9994"/>
    </mc:Choice>
    <mc:Fallback xmlns="">
      <p:transition spd="slow" advTm="18999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76A6-8484-6508-434F-915B25328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Melting Data in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626E9-D3C8-E47A-A97B-AF2D42C72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977" y="1943360"/>
            <a:ext cx="10753873" cy="4490436"/>
          </a:xfrm>
        </p:spPr>
        <p:txBody>
          <a:bodyPr/>
          <a:lstStyle/>
          <a:p>
            <a:r>
              <a:rPr lang="en-AU" b="1" dirty="0"/>
              <a:t>Melting</a:t>
            </a:r>
            <a:r>
              <a:rPr lang="en-AU" dirty="0"/>
              <a:t> reshapes a </a:t>
            </a:r>
            <a:r>
              <a:rPr lang="en-AU" dirty="0" err="1"/>
              <a:t>DataFrame</a:t>
            </a:r>
            <a:r>
              <a:rPr lang="en-AU" dirty="0"/>
              <a:t> from </a:t>
            </a:r>
            <a:r>
              <a:rPr lang="en-AU" b="1" dirty="0"/>
              <a:t>wide format</a:t>
            </a:r>
            <a:r>
              <a:rPr lang="en-AU" dirty="0"/>
              <a:t> to </a:t>
            </a:r>
            <a:r>
              <a:rPr lang="en-AU" b="1" dirty="0">
                <a:highlight>
                  <a:srgbClr val="00FFFF"/>
                </a:highlight>
              </a:rPr>
              <a:t>long</a:t>
            </a:r>
            <a:r>
              <a:rPr lang="en-AU" b="1" dirty="0"/>
              <a:t> format (more rows)</a:t>
            </a:r>
            <a:r>
              <a:rPr lang="en-AU" dirty="0"/>
              <a:t>. </a:t>
            </a:r>
          </a:p>
          <a:p>
            <a:r>
              <a:rPr lang="en-AU" dirty="0"/>
              <a:t>It takes several </a:t>
            </a:r>
            <a:r>
              <a:rPr lang="en-AU" dirty="0">
                <a:highlight>
                  <a:srgbClr val="FFFF00"/>
                </a:highlight>
              </a:rPr>
              <a:t>columns </a:t>
            </a:r>
            <a:r>
              <a:rPr lang="en-AU" dirty="0"/>
              <a:t>and stacks their names and values </a:t>
            </a:r>
            <a:r>
              <a:rPr lang="en-AU" dirty="0">
                <a:highlight>
                  <a:srgbClr val="FFFF00"/>
                </a:highlight>
              </a:rPr>
              <a:t>into rows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b="1" dirty="0"/>
              <a:t>Before melting: </a:t>
            </a:r>
            <a:r>
              <a:rPr lang="en-AU" b="1" dirty="0">
                <a:highlight>
                  <a:srgbClr val="00FF00"/>
                </a:highlight>
              </a:rPr>
              <a:t>wide</a:t>
            </a:r>
            <a:r>
              <a:rPr lang="en-AU" b="1" dirty="0"/>
              <a:t> format </a:t>
            </a:r>
          </a:p>
          <a:p>
            <a:r>
              <a:rPr lang="en-AU" dirty="0">
                <a:highlight>
                  <a:srgbClr val="00FF00"/>
                </a:highlight>
              </a:rPr>
              <a:t>Each column is a category</a:t>
            </a:r>
          </a:p>
          <a:p>
            <a:endParaRPr lang="en-A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076338-8F3F-63FD-DE6E-63D3F65B4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954110"/>
              </p:ext>
            </p:extLst>
          </p:nvPr>
        </p:nvGraphicFramePr>
        <p:xfrm>
          <a:off x="905164" y="4630884"/>
          <a:ext cx="3362036" cy="1188720"/>
        </p:xfrm>
        <a:graphic>
          <a:graphicData uri="http://schemas.openxmlformats.org/drawingml/2006/table">
            <a:tbl>
              <a:tblPr/>
              <a:tblGrid>
                <a:gridCol w="1136463">
                  <a:extLst>
                    <a:ext uri="{9D8B030D-6E8A-4147-A177-3AD203B41FA5}">
                      <a16:colId xmlns:a16="http://schemas.microsoft.com/office/drawing/2014/main" val="1615384261"/>
                    </a:ext>
                  </a:extLst>
                </a:gridCol>
                <a:gridCol w="1032287">
                  <a:extLst>
                    <a:ext uri="{9D8B030D-6E8A-4147-A177-3AD203B41FA5}">
                      <a16:colId xmlns:a16="http://schemas.microsoft.com/office/drawing/2014/main" val="433669115"/>
                    </a:ext>
                  </a:extLst>
                </a:gridCol>
                <a:gridCol w="1193286">
                  <a:extLst>
                    <a:ext uri="{9D8B030D-6E8A-4147-A177-3AD203B41FA5}">
                      <a16:colId xmlns:a16="http://schemas.microsoft.com/office/drawing/2014/main" val="728005217"/>
                    </a:ext>
                  </a:extLst>
                </a:gridCol>
              </a:tblGrid>
              <a:tr h="368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0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Maths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AU" sz="20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973510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916762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Sara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2786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E13EF5-3C6B-97D5-43E1-CEAC4DB75B05}"/>
              </a:ext>
            </a:extLst>
          </p:cNvPr>
          <p:cNvSpPr txBox="1"/>
          <p:nvPr/>
        </p:nvSpPr>
        <p:spPr>
          <a:xfrm>
            <a:off x="7592291" y="350010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dirty="0">
                <a:latin typeface="Cambria" panose="02040503050406030204" pitchFamily="18" charset="0"/>
              </a:rPr>
              <a:t>Apply </a:t>
            </a:r>
            <a:r>
              <a:rPr lang="en-AU" sz="2000" b="1" dirty="0" err="1">
                <a:latin typeface="Cambria" panose="02040503050406030204" pitchFamily="18" charset="0"/>
              </a:rPr>
              <a:t>pd.melt</a:t>
            </a:r>
            <a:r>
              <a:rPr lang="en-AU" sz="2000" b="1" dirty="0">
                <a:latin typeface="Cambria" panose="02040503050406030204" pitchFamily="18" charset="0"/>
              </a:rPr>
              <a:t>()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02FFE9-AF2E-7691-785D-508B53EA2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648533"/>
              </p:ext>
            </p:extLst>
          </p:nvPr>
        </p:nvGraphicFramePr>
        <p:xfrm>
          <a:off x="6495473" y="4188578"/>
          <a:ext cx="4858327" cy="1981200"/>
        </p:xfrm>
        <a:graphic>
          <a:graphicData uri="http://schemas.openxmlformats.org/drawingml/2006/table">
            <a:tbl>
              <a:tblPr/>
              <a:tblGrid>
                <a:gridCol w="1757459">
                  <a:extLst>
                    <a:ext uri="{9D8B030D-6E8A-4147-A177-3AD203B41FA5}">
                      <a16:colId xmlns:a16="http://schemas.microsoft.com/office/drawing/2014/main" val="933788192"/>
                    </a:ext>
                  </a:extLst>
                </a:gridCol>
                <a:gridCol w="1550434">
                  <a:extLst>
                    <a:ext uri="{9D8B030D-6E8A-4147-A177-3AD203B41FA5}">
                      <a16:colId xmlns:a16="http://schemas.microsoft.com/office/drawing/2014/main" val="2953721670"/>
                    </a:ext>
                  </a:extLst>
                </a:gridCol>
                <a:gridCol w="1550434">
                  <a:extLst>
                    <a:ext uri="{9D8B030D-6E8A-4147-A177-3AD203B41FA5}">
                      <a16:colId xmlns:a16="http://schemas.microsoft.com/office/drawing/2014/main" val="5842655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0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21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Maths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259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Sara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Maths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673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43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Sara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03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893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4AE3-BB05-2AFB-55E2-E88418714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77785"/>
            <a:ext cx="10869248" cy="1205491"/>
          </a:xfrm>
        </p:spPr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pd.melt</a:t>
            </a:r>
            <a:r>
              <a:rPr lang="en-US" dirty="0"/>
              <a:t>( ) works?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D3DD7-46FE-7912-CA14-0CC317ED3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078" y="4194371"/>
            <a:ext cx="2983862" cy="1004614"/>
          </a:xfrm>
        </p:spPr>
        <p:txBody>
          <a:bodyPr>
            <a:noAutofit/>
          </a:bodyPr>
          <a:lstStyle/>
          <a:p>
            <a:r>
              <a:rPr lang="en-AU" sz="1600" b="1" dirty="0" err="1">
                <a:highlight>
                  <a:srgbClr val="FFFF00"/>
                </a:highlight>
              </a:rPr>
              <a:t>id_vars</a:t>
            </a:r>
            <a:r>
              <a:rPr lang="en-AU" sz="1600" dirty="0"/>
              <a:t>=['Student']</a:t>
            </a:r>
            <a:br>
              <a:rPr lang="en-AU" sz="1600" dirty="0"/>
            </a:br>
            <a:r>
              <a:rPr lang="en-AU" sz="1600" dirty="0"/>
              <a:t>Keeps Student as an </a:t>
            </a:r>
            <a:r>
              <a:rPr lang="en-AU" sz="1600" b="1" dirty="0">
                <a:highlight>
                  <a:srgbClr val="FFFF00"/>
                </a:highlight>
              </a:rPr>
              <a:t>identifier</a:t>
            </a:r>
            <a:r>
              <a:rPr lang="en-AU" sz="1600" dirty="0"/>
              <a:t>. Its values are </a:t>
            </a:r>
            <a:r>
              <a:rPr lang="en-AU" sz="1600" b="1" dirty="0">
                <a:highlight>
                  <a:srgbClr val="FFFF00"/>
                </a:highlight>
              </a:rPr>
              <a:t>repeated</a:t>
            </a:r>
            <a:r>
              <a:rPr lang="en-AU" sz="1600" dirty="0"/>
              <a:t> when necessary.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F2E185-A5D6-CAF5-BBB8-92583D431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598822"/>
              </p:ext>
            </p:extLst>
          </p:nvPr>
        </p:nvGraphicFramePr>
        <p:xfrm>
          <a:off x="484552" y="2507773"/>
          <a:ext cx="3362036" cy="1188720"/>
        </p:xfrm>
        <a:graphic>
          <a:graphicData uri="http://schemas.openxmlformats.org/drawingml/2006/table">
            <a:tbl>
              <a:tblPr/>
              <a:tblGrid>
                <a:gridCol w="1136463">
                  <a:extLst>
                    <a:ext uri="{9D8B030D-6E8A-4147-A177-3AD203B41FA5}">
                      <a16:colId xmlns:a16="http://schemas.microsoft.com/office/drawing/2014/main" val="1615384261"/>
                    </a:ext>
                  </a:extLst>
                </a:gridCol>
                <a:gridCol w="1032287">
                  <a:extLst>
                    <a:ext uri="{9D8B030D-6E8A-4147-A177-3AD203B41FA5}">
                      <a16:colId xmlns:a16="http://schemas.microsoft.com/office/drawing/2014/main" val="433669115"/>
                    </a:ext>
                  </a:extLst>
                </a:gridCol>
                <a:gridCol w="1193286">
                  <a:extLst>
                    <a:ext uri="{9D8B030D-6E8A-4147-A177-3AD203B41FA5}">
                      <a16:colId xmlns:a16="http://schemas.microsoft.com/office/drawing/2014/main" val="728005217"/>
                    </a:ext>
                  </a:extLst>
                </a:gridCol>
              </a:tblGrid>
              <a:tr h="368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0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Maths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buNone/>
                      </a:pPr>
                      <a:r>
                        <a:rPr lang="en-AU" sz="20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973510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916762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Sara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27863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B4CF6B-8DB0-EC75-9AC7-3C90B8B90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430610"/>
              </p:ext>
            </p:extLst>
          </p:nvPr>
        </p:nvGraphicFramePr>
        <p:xfrm>
          <a:off x="6938819" y="2241363"/>
          <a:ext cx="4858327" cy="1981200"/>
        </p:xfrm>
        <a:graphic>
          <a:graphicData uri="http://schemas.openxmlformats.org/drawingml/2006/table">
            <a:tbl>
              <a:tblPr/>
              <a:tblGrid>
                <a:gridCol w="1757459">
                  <a:extLst>
                    <a:ext uri="{9D8B030D-6E8A-4147-A177-3AD203B41FA5}">
                      <a16:colId xmlns:a16="http://schemas.microsoft.com/office/drawing/2014/main" val="933788192"/>
                    </a:ext>
                  </a:extLst>
                </a:gridCol>
                <a:gridCol w="1550434">
                  <a:extLst>
                    <a:ext uri="{9D8B030D-6E8A-4147-A177-3AD203B41FA5}">
                      <a16:colId xmlns:a16="http://schemas.microsoft.com/office/drawing/2014/main" val="2953721670"/>
                    </a:ext>
                  </a:extLst>
                </a:gridCol>
                <a:gridCol w="1550434">
                  <a:extLst>
                    <a:ext uri="{9D8B030D-6E8A-4147-A177-3AD203B41FA5}">
                      <a16:colId xmlns:a16="http://schemas.microsoft.com/office/drawing/2014/main" val="5842655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Subject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000" b="1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21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Maths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259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Sara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Maths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673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Ali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43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Sara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AU" sz="20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803246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220AA9BA-1222-DFC2-F41D-152804EA7FF1}"/>
              </a:ext>
            </a:extLst>
          </p:cNvPr>
          <p:cNvSpPr/>
          <p:nvPr/>
        </p:nvSpPr>
        <p:spPr>
          <a:xfrm>
            <a:off x="4347750" y="2507773"/>
            <a:ext cx="2089906" cy="118872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Long_df = </a:t>
            </a:r>
            <a:r>
              <a:rPr lang="en-US" sz="1400" b="1" dirty="0" err="1">
                <a:solidFill>
                  <a:schemeClr val="tx1"/>
                </a:solidFill>
              </a:rPr>
              <a:t>pd.melt</a:t>
            </a:r>
            <a:r>
              <a:rPr lang="en-US" sz="1400" b="1" dirty="0">
                <a:solidFill>
                  <a:schemeClr val="tx1"/>
                </a:solidFill>
              </a:rPr>
              <a:t> (</a:t>
            </a:r>
            <a:r>
              <a:rPr lang="en-US" sz="1400" b="1" dirty="0" err="1">
                <a:solidFill>
                  <a:schemeClr val="tx1"/>
                </a:solidFill>
              </a:rPr>
              <a:t>df</a:t>
            </a:r>
            <a:r>
              <a:rPr lang="en-US" sz="1400" b="1" dirty="0">
                <a:solidFill>
                  <a:schemeClr val="tx1"/>
                </a:solidFill>
              </a:rPr>
              <a:t>,...)</a:t>
            </a:r>
            <a:endParaRPr lang="en-AU" sz="14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1B1498-6A81-D4FF-066B-16256EFC3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505" y="4467962"/>
            <a:ext cx="4170575" cy="22614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5B00FC-BA7D-FA59-EC83-604AE989ACA7}"/>
              </a:ext>
            </a:extLst>
          </p:cNvPr>
          <p:cNvSpPr txBox="1"/>
          <p:nvPr/>
        </p:nvSpPr>
        <p:spPr>
          <a:xfrm>
            <a:off x="484552" y="5598676"/>
            <a:ext cx="321499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700" b="1" dirty="0" err="1">
                <a:highlight>
                  <a:srgbClr val="FFFF00"/>
                </a:highlight>
                <a:latin typeface="Cambria" panose="02040503050406030204" pitchFamily="18" charset="0"/>
              </a:rPr>
              <a:t>value_vars</a:t>
            </a:r>
            <a:r>
              <a:rPr lang="en-AU" sz="1700" dirty="0">
                <a:latin typeface="Cambria" panose="02040503050406030204" pitchFamily="18" charset="0"/>
              </a:rPr>
              <a:t>=['Maths', 'Science']</a:t>
            </a:r>
            <a:br>
              <a:rPr lang="en-AU" sz="1700" dirty="0">
                <a:latin typeface="Cambria" panose="02040503050406030204" pitchFamily="18" charset="0"/>
              </a:rPr>
            </a:br>
            <a:r>
              <a:rPr lang="en-AU" sz="1700" dirty="0">
                <a:latin typeface="Cambria" panose="02040503050406030204" pitchFamily="18" charset="0"/>
              </a:rPr>
              <a:t>Specifies the </a:t>
            </a:r>
            <a:r>
              <a:rPr lang="en-AU" sz="1700" dirty="0">
                <a:highlight>
                  <a:srgbClr val="FFFF00"/>
                </a:highlight>
                <a:latin typeface="Cambria" panose="02040503050406030204" pitchFamily="18" charset="0"/>
              </a:rPr>
              <a:t>columns that should be </a:t>
            </a:r>
            <a:r>
              <a:rPr lang="en-AU" sz="1700" b="1" dirty="0">
                <a:highlight>
                  <a:srgbClr val="FFFF00"/>
                </a:highlight>
                <a:latin typeface="Cambria" panose="02040503050406030204" pitchFamily="18" charset="0"/>
              </a:rPr>
              <a:t>converted into rows</a:t>
            </a:r>
            <a:r>
              <a:rPr lang="en-AU" sz="1700" dirty="0"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9F5937-C331-C3D5-E2AE-CDAA9572C801}"/>
              </a:ext>
            </a:extLst>
          </p:cNvPr>
          <p:cNvSpPr txBox="1"/>
          <p:nvPr/>
        </p:nvSpPr>
        <p:spPr>
          <a:xfrm>
            <a:off x="7832080" y="4597561"/>
            <a:ext cx="352172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700" b="1" dirty="0" err="1">
                <a:highlight>
                  <a:srgbClr val="FFFF00"/>
                </a:highlight>
                <a:latin typeface="Cambria" panose="02040503050406030204" pitchFamily="18" charset="0"/>
              </a:rPr>
              <a:t>var_name</a:t>
            </a:r>
            <a:r>
              <a:rPr lang="en-AU" sz="1700" dirty="0">
                <a:latin typeface="Cambria" panose="02040503050406030204" pitchFamily="18" charset="0"/>
              </a:rPr>
              <a:t>='Subject'</a:t>
            </a:r>
            <a:br>
              <a:rPr lang="en-AU" sz="1700" dirty="0">
                <a:latin typeface="Cambria" panose="02040503050406030204" pitchFamily="18" charset="0"/>
              </a:rPr>
            </a:br>
            <a:r>
              <a:rPr lang="en-AU" sz="1700" dirty="0">
                <a:latin typeface="Cambria" panose="02040503050406030204" pitchFamily="18" charset="0"/>
              </a:rPr>
              <a:t>Names the </a:t>
            </a:r>
            <a:r>
              <a:rPr lang="en-AU" sz="1700" b="1" dirty="0">
                <a:highlight>
                  <a:srgbClr val="FFFF00"/>
                </a:highlight>
                <a:latin typeface="Cambria" panose="02040503050406030204" pitchFamily="18" charset="0"/>
              </a:rPr>
              <a:t>new column </a:t>
            </a:r>
            <a:r>
              <a:rPr lang="en-AU" sz="1700" dirty="0">
                <a:highlight>
                  <a:srgbClr val="FFFF00"/>
                </a:highlight>
                <a:latin typeface="Cambria" panose="02040503050406030204" pitchFamily="18" charset="0"/>
              </a:rPr>
              <a:t>containing the</a:t>
            </a:r>
            <a:r>
              <a:rPr lang="en-AU" sz="1700" b="1" dirty="0">
                <a:highlight>
                  <a:srgbClr val="FFFF00"/>
                </a:highlight>
                <a:latin typeface="Cambria" panose="02040503050406030204" pitchFamily="18" charset="0"/>
              </a:rPr>
              <a:t> old column names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92DB1A-7ED1-4CCC-067E-D7583CCBA9CA}"/>
              </a:ext>
            </a:extLst>
          </p:cNvPr>
          <p:cNvSpPr txBox="1"/>
          <p:nvPr/>
        </p:nvSpPr>
        <p:spPr>
          <a:xfrm>
            <a:off x="7810631" y="5678740"/>
            <a:ext cx="369787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700" b="1" dirty="0" err="1">
                <a:highlight>
                  <a:srgbClr val="FFFF00"/>
                </a:highlight>
                <a:latin typeface="Cambria" panose="02040503050406030204" pitchFamily="18" charset="0"/>
              </a:rPr>
              <a:t>value_name</a:t>
            </a:r>
            <a:r>
              <a:rPr lang="en-AU" sz="1700" dirty="0">
                <a:latin typeface="Cambria" panose="02040503050406030204" pitchFamily="18" charset="0"/>
              </a:rPr>
              <a:t>='Score'</a:t>
            </a:r>
            <a:br>
              <a:rPr lang="en-AU" sz="1700" dirty="0">
                <a:latin typeface="Cambria" panose="02040503050406030204" pitchFamily="18" charset="0"/>
              </a:rPr>
            </a:br>
            <a:r>
              <a:rPr lang="en-AU" sz="1700" dirty="0">
                <a:latin typeface="Cambria" panose="02040503050406030204" pitchFamily="18" charset="0"/>
              </a:rPr>
              <a:t>Names the </a:t>
            </a:r>
            <a:r>
              <a:rPr lang="en-AU" sz="1700" b="1" dirty="0">
                <a:highlight>
                  <a:srgbClr val="FFFF00"/>
                </a:highlight>
                <a:latin typeface="Cambria" panose="02040503050406030204" pitchFamily="18" charset="0"/>
              </a:rPr>
              <a:t>new column </a:t>
            </a:r>
            <a:r>
              <a:rPr lang="en-AU" sz="1700" dirty="0">
                <a:highlight>
                  <a:srgbClr val="FFFF00"/>
                </a:highlight>
                <a:latin typeface="Cambria" panose="02040503050406030204" pitchFamily="18" charset="0"/>
              </a:rPr>
              <a:t>containing the </a:t>
            </a:r>
            <a:r>
              <a:rPr lang="en-AU" sz="1700" b="1" dirty="0">
                <a:highlight>
                  <a:srgbClr val="FFFF00"/>
                </a:highlight>
                <a:latin typeface="Cambria" panose="02040503050406030204" pitchFamily="18" charset="0"/>
              </a:rPr>
              <a:t>original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071F8-B443-74BE-6CDF-35DEAB67FA35}"/>
              </a:ext>
            </a:extLst>
          </p:cNvPr>
          <p:cNvSpPr txBox="1"/>
          <p:nvPr/>
        </p:nvSpPr>
        <p:spPr>
          <a:xfrm>
            <a:off x="4347750" y="3380113"/>
            <a:ext cx="2089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Black" panose="020F0502020204030204" pitchFamily="34" charset="0"/>
              </a:rPr>
              <a:t>id, var, value</a:t>
            </a:r>
            <a:endParaRPr lang="en-AU" dirty="0">
              <a:latin typeface="Aptos Black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01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2BB90-8FE8-8250-0607-C3970E7EE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3355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Melting Columns to Create </a:t>
            </a:r>
            <a:br>
              <a:rPr lang="en-US" sz="3200" dirty="0"/>
            </a:br>
            <a:r>
              <a:rPr lang="en-US" sz="3200" dirty="0"/>
              <a:t>Long Data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D8D16C5-C361-F041-B616-9933E22E2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219" y="139222"/>
            <a:ext cx="8839202" cy="657955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93C8607-DC0F-A9B8-301C-09463AE5EBCF}"/>
              </a:ext>
            </a:extLst>
          </p:cNvPr>
          <p:cNvSpPr/>
          <p:nvPr/>
        </p:nvSpPr>
        <p:spPr>
          <a:xfrm>
            <a:off x="5313145" y="1058779"/>
            <a:ext cx="2492944" cy="327259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F2F5AE-8F02-EB4C-4204-394C75C86D74}"/>
              </a:ext>
            </a:extLst>
          </p:cNvPr>
          <p:cNvSpPr/>
          <p:nvPr/>
        </p:nvSpPr>
        <p:spPr>
          <a:xfrm>
            <a:off x="3272590" y="4129657"/>
            <a:ext cx="3022332" cy="327259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AE6D3C-9691-C4AA-2064-7072E596047D}"/>
              </a:ext>
            </a:extLst>
          </p:cNvPr>
          <p:cNvSpPr/>
          <p:nvPr/>
        </p:nvSpPr>
        <p:spPr>
          <a:xfrm>
            <a:off x="3272590" y="5421774"/>
            <a:ext cx="3022332" cy="327259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81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7317"/>
    </mc:Choice>
    <mc:Fallback xmlns="">
      <p:transition spd="slow" advTm="52731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E2382-FA6C-70AB-9E89-709E282CA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Plotting Melted Columns (Cont.) </a:t>
            </a:r>
          </a:p>
        </p:txBody>
      </p:sp>
      <p:grpSp>
        <p:nvGrpSpPr>
          <p:cNvPr id="22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491AE3C-0C2E-DBE0-CE26-4C94A12F9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842" y="295605"/>
            <a:ext cx="7459578" cy="57998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43C4AF-AD0C-5FB7-181E-B6653BF419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493" r="62344"/>
          <a:stretch/>
        </p:blipFill>
        <p:spPr>
          <a:xfrm>
            <a:off x="9108707" y="2042202"/>
            <a:ext cx="3083293" cy="277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87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184"/>
    </mc:Choice>
    <mc:Fallback xmlns="">
      <p:transition spd="slow" advTm="11318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61A35-4674-35E7-29CB-2108EC237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83565"/>
            <a:ext cx="10869248" cy="1205491"/>
          </a:xfrm>
        </p:spPr>
        <p:txBody>
          <a:bodyPr/>
          <a:lstStyle/>
          <a:p>
            <a:r>
              <a:rPr lang="en-AU" dirty="0" err="1"/>
              <a:t>sns.relplot</a:t>
            </a:r>
            <a:r>
              <a:rPr lang="en-AU" dirty="0"/>
              <a:t>(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201F7-8A32-8CE8-F632-3E989FB1D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825" y="2141721"/>
            <a:ext cx="10869248" cy="4096363"/>
          </a:xfrm>
        </p:spPr>
        <p:txBody>
          <a:bodyPr/>
          <a:lstStyle/>
          <a:p>
            <a:r>
              <a:rPr lang="en-AU" dirty="0"/>
              <a:t>It visualises </a:t>
            </a:r>
            <a:r>
              <a:rPr lang="en-AU" b="1" dirty="0">
                <a:highlight>
                  <a:srgbClr val="FFFF00"/>
                </a:highlight>
              </a:rPr>
              <a:t>relationships</a:t>
            </a:r>
            <a:r>
              <a:rPr lang="en-AU" b="1" dirty="0"/>
              <a:t> </a:t>
            </a:r>
            <a:r>
              <a:rPr lang="en-AU" dirty="0"/>
              <a:t>between variables. </a:t>
            </a:r>
          </a:p>
          <a:p>
            <a:r>
              <a:rPr lang="en-AU" dirty="0"/>
              <a:t>It creates either </a:t>
            </a:r>
            <a:r>
              <a:rPr lang="en-AU" b="1" dirty="0">
                <a:highlight>
                  <a:srgbClr val="FFFF00"/>
                </a:highlight>
              </a:rPr>
              <a:t>scatter plots </a:t>
            </a:r>
            <a:r>
              <a:rPr lang="en-AU" dirty="0"/>
              <a:t>or </a:t>
            </a:r>
            <a:r>
              <a:rPr lang="en-AU" b="1" dirty="0">
                <a:highlight>
                  <a:srgbClr val="FFFF00"/>
                </a:highlight>
              </a:rPr>
              <a:t>line plots </a:t>
            </a:r>
            <a:r>
              <a:rPr lang="en-AU" dirty="0"/>
              <a:t>and can split the data into </a:t>
            </a:r>
            <a:r>
              <a:rPr lang="en-AU" b="1" dirty="0">
                <a:highlight>
                  <a:srgbClr val="FFFF00"/>
                </a:highlight>
              </a:rPr>
              <a:t>multiple subplots</a:t>
            </a:r>
            <a:r>
              <a:rPr lang="en-AU" dirty="0"/>
              <a:t>.</a:t>
            </a:r>
          </a:p>
          <a:p>
            <a:r>
              <a:rPr lang="en-AU" dirty="0"/>
              <a:t>By </a:t>
            </a:r>
            <a:r>
              <a:rPr lang="en-AU" b="1" dirty="0">
                <a:highlight>
                  <a:srgbClr val="FFFF00"/>
                </a:highlight>
              </a:rPr>
              <a:t>default</a:t>
            </a:r>
            <a:r>
              <a:rPr lang="en-AU" dirty="0"/>
              <a:t>, </a:t>
            </a:r>
            <a:r>
              <a:rPr lang="en-AU" dirty="0" err="1"/>
              <a:t>relplot</a:t>
            </a:r>
            <a:r>
              <a:rPr lang="en-AU" dirty="0"/>
              <a:t>( ) creates a </a:t>
            </a:r>
            <a:r>
              <a:rPr lang="en-AU" b="1" dirty="0">
                <a:highlight>
                  <a:srgbClr val="FFFF00"/>
                </a:highlight>
              </a:rPr>
              <a:t>scatter</a:t>
            </a:r>
            <a:r>
              <a:rPr lang="en-AU" dirty="0"/>
              <a:t> plot.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03D7E-9910-A37F-3579-C74E63D7F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88" y="4714265"/>
            <a:ext cx="2089514" cy="14714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8A029C-F283-D8B9-34D3-A7C6A5A19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302" y="4470989"/>
            <a:ext cx="2089514" cy="17147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27AD58-DDC1-B12F-8746-3C9684816828}"/>
              </a:ext>
            </a:extLst>
          </p:cNvPr>
          <p:cNvSpPr txBox="1"/>
          <p:nvPr/>
        </p:nvSpPr>
        <p:spPr>
          <a:xfrm>
            <a:off x="3030283" y="3870853"/>
            <a:ext cx="23155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Cambria" panose="02040503050406030204" pitchFamily="18" charset="0"/>
              </a:rPr>
              <a:t>Create a line plot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E0ED94-A63F-E19F-A132-5E132CADBE6D}"/>
              </a:ext>
            </a:extLst>
          </p:cNvPr>
          <p:cNvSpPr txBox="1"/>
          <p:nvPr/>
        </p:nvSpPr>
        <p:spPr>
          <a:xfrm>
            <a:off x="5934432" y="3647051"/>
            <a:ext cx="20042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Cambria" panose="02040503050406030204" pitchFamily="18" charset="0"/>
              </a:rPr>
              <a:t>Use </a:t>
            </a:r>
            <a:r>
              <a:rPr lang="en-AU" sz="2000" dirty="0">
                <a:highlight>
                  <a:srgbClr val="00FFFF"/>
                </a:highlight>
                <a:latin typeface="Cambria" panose="02040503050406030204" pitchFamily="18" charset="0"/>
              </a:rPr>
              <a:t>colour</a:t>
            </a:r>
            <a:r>
              <a:rPr lang="en-AU" sz="2000" dirty="0">
                <a:latin typeface="Cambria" panose="02040503050406030204" pitchFamily="18" charset="0"/>
              </a:rPr>
              <a:t> for </a:t>
            </a:r>
            <a:r>
              <a:rPr lang="en-AU" sz="2000" dirty="0">
                <a:highlight>
                  <a:srgbClr val="00FFFF"/>
                </a:highlight>
                <a:latin typeface="Cambria" panose="02040503050406030204" pitchFamily="18" charset="0"/>
              </a:rPr>
              <a:t>another variable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EC53A4-953B-C561-77B7-00C864A21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344" y="4344801"/>
            <a:ext cx="2450839" cy="1840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4B4DF3E-AC81-14CA-5EFB-81B912640F1A}"/>
              </a:ext>
            </a:extLst>
          </p:cNvPr>
          <p:cNvSpPr txBox="1"/>
          <p:nvPr/>
        </p:nvSpPr>
        <p:spPr>
          <a:xfrm>
            <a:off x="8923985" y="3465852"/>
            <a:ext cx="1913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mbria" panose="02040503050406030204" pitchFamily="18" charset="0"/>
              </a:rPr>
              <a:t>Create separate </a:t>
            </a:r>
            <a:r>
              <a:rPr lang="en-AU" sz="2000" dirty="0">
                <a:highlight>
                  <a:srgbClr val="00FFFF"/>
                </a:highlight>
                <a:latin typeface="Cambria" panose="02040503050406030204" pitchFamily="18" charset="0"/>
              </a:rPr>
              <a:t>subplots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B05F203-BCD6-4A26-13B9-0E199BBACB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4711" y="4203015"/>
            <a:ext cx="2689089" cy="198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69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498BC-B6FB-ECF9-4E3C-93A2640B2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84582"/>
            <a:ext cx="10869248" cy="120549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Sns.relplot</a:t>
            </a:r>
            <a:r>
              <a:rPr lang="en-US" dirty="0"/>
              <a:t>( ) parameters and their purposes</a:t>
            </a:r>
            <a:endParaRPr lang="en-AU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9C9445-4F8D-4E70-6BC2-96D7C374F0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1022681"/>
              </p:ext>
            </p:extLst>
          </p:nvPr>
        </p:nvGraphicFramePr>
        <p:xfrm>
          <a:off x="484552" y="3122612"/>
          <a:ext cx="11281428" cy="2345315"/>
        </p:xfrm>
        <a:graphic>
          <a:graphicData uri="http://schemas.openxmlformats.org/drawingml/2006/table">
            <a:tbl>
              <a:tblPr/>
              <a:tblGrid>
                <a:gridCol w="918224">
                  <a:extLst>
                    <a:ext uri="{9D8B030D-6E8A-4147-A177-3AD203B41FA5}">
                      <a16:colId xmlns:a16="http://schemas.microsoft.com/office/drawing/2014/main" val="718323906"/>
                    </a:ext>
                  </a:extLst>
                </a:gridCol>
                <a:gridCol w="794327">
                  <a:extLst>
                    <a:ext uri="{9D8B030D-6E8A-4147-A177-3AD203B41FA5}">
                      <a16:colId xmlns:a16="http://schemas.microsoft.com/office/drawing/2014/main" val="3611411679"/>
                    </a:ext>
                  </a:extLst>
                </a:gridCol>
                <a:gridCol w="738910">
                  <a:extLst>
                    <a:ext uri="{9D8B030D-6E8A-4147-A177-3AD203B41FA5}">
                      <a16:colId xmlns:a16="http://schemas.microsoft.com/office/drawing/2014/main" val="778282376"/>
                    </a:ext>
                  </a:extLst>
                </a:gridCol>
                <a:gridCol w="831272">
                  <a:extLst>
                    <a:ext uri="{9D8B030D-6E8A-4147-A177-3AD203B41FA5}">
                      <a16:colId xmlns:a16="http://schemas.microsoft.com/office/drawing/2014/main" val="2200653007"/>
                    </a:ext>
                  </a:extLst>
                </a:gridCol>
                <a:gridCol w="1126837">
                  <a:extLst>
                    <a:ext uri="{9D8B030D-6E8A-4147-A177-3AD203B41FA5}">
                      <a16:colId xmlns:a16="http://schemas.microsoft.com/office/drawing/2014/main" val="2145786738"/>
                    </a:ext>
                  </a:extLst>
                </a:gridCol>
                <a:gridCol w="942109">
                  <a:extLst>
                    <a:ext uri="{9D8B030D-6E8A-4147-A177-3AD203B41FA5}">
                      <a16:colId xmlns:a16="http://schemas.microsoft.com/office/drawing/2014/main" val="550446040"/>
                    </a:ext>
                  </a:extLst>
                </a:gridCol>
                <a:gridCol w="905163">
                  <a:extLst>
                    <a:ext uri="{9D8B030D-6E8A-4147-A177-3AD203B41FA5}">
                      <a16:colId xmlns:a16="http://schemas.microsoft.com/office/drawing/2014/main" val="3715372601"/>
                    </a:ext>
                  </a:extLst>
                </a:gridCol>
                <a:gridCol w="877455">
                  <a:extLst>
                    <a:ext uri="{9D8B030D-6E8A-4147-A177-3AD203B41FA5}">
                      <a16:colId xmlns:a16="http://schemas.microsoft.com/office/drawing/2014/main" val="1718044625"/>
                    </a:ext>
                  </a:extLst>
                </a:gridCol>
                <a:gridCol w="868218">
                  <a:extLst>
                    <a:ext uri="{9D8B030D-6E8A-4147-A177-3AD203B41FA5}">
                      <a16:colId xmlns:a16="http://schemas.microsoft.com/office/drawing/2014/main" val="735232056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val="132386918"/>
                    </a:ext>
                  </a:extLst>
                </a:gridCol>
                <a:gridCol w="1209964">
                  <a:extLst>
                    <a:ext uri="{9D8B030D-6E8A-4147-A177-3AD203B41FA5}">
                      <a16:colId xmlns:a16="http://schemas.microsoft.com/office/drawing/2014/main" val="254541706"/>
                    </a:ext>
                  </a:extLst>
                </a:gridCol>
                <a:gridCol w="1182258">
                  <a:extLst>
                    <a:ext uri="{9D8B030D-6E8A-4147-A177-3AD203B41FA5}">
                      <a16:colId xmlns:a16="http://schemas.microsoft.com/office/drawing/2014/main" val="2512320265"/>
                    </a:ext>
                  </a:extLst>
                </a:gridCol>
              </a:tblGrid>
              <a:tr h="806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 dirty="0"/>
                        <a:t>Param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latin typeface="Courier New" panose="02070309020205020404" pitchFamily="49" charset="0"/>
                        </a:rPr>
                        <a:t>data</a:t>
                      </a:r>
                      <a:endParaRPr lang="en-AU" sz="1400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latin typeface="Courier New" panose="02070309020205020404" pitchFamily="49" charset="0"/>
                        </a:rPr>
                        <a:t>x</a:t>
                      </a:r>
                      <a:endParaRPr lang="en-AU" sz="1400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 dirty="0">
                          <a:latin typeface="Courier New" panose="02070309020205020404" pitchFamily="49" charset="0"/>
                        </a:rPr>
                        <a:t>y</a:t>
                      </a:r>
                      <a:endParaRPr lang="en-AU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latin typeface="Courier New" panose="02070309020205020404" pitchFamily="49" charset="0"/>
                        </a:rPr>
                        <a:t>kind</a:t>
                      </a:r>
                      <a:endParaRPr lang="en-AU" sz="1400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latin typeface="Courier New" panose="02070309020205020404" pitchFamily="49" charset="0"/>
                        </a:rPr>
                        <a:t>hue</a:t>
                      </a:r>
                      <a:endParaRPr lang="en-AU" sz="1400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latin typeface="Courier New" panose="02070309020205020404" pitchFamily="49" charset="0"/>
                        </a:rPr>
                        <a:t>style</a:t>
                      </a:r>
                      <a:endParaRPr lang="en-AU" sz="1400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latin typeface="Courier New" panose="02070309020205020404" pitchFamily="49" charset="0"/>
                        </a:rPr>
                        <a:t>size</a:t>
                      </a:r>
                      <a:endParaRPr lang="en-AU" sz="1400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latin typeface="Courier New" panose="02070309020205020404" pitchFamily="49" charset="0"/>
                        </a:rPr>
                        <a:t>col</a:t>
                      </a:r>
                      <a:endParaRPr lang="en-AU" sz="1400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latin typeface="Courier New" panose="02070309020205020404" pitchFamily="49" charset="0"/>
                        </a:rPr>
                        <a:t>row</a:t>
                      </a:r>
                      <a:endParaRPr lang="en-AU" sz="1400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latin typeface="Courier New" panose="02070309020205020404" pitchFamily="49" charset="0"/>
                        </a:rPr>
                        <a:t>col_wrap</a:t>
                      </a:r>
                      <a:endParaRPr lang="en-AU" sz="1400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 dirty="0" err="1">
                          <a:latin typeface="Courier New" panose="02070309020205020404" pitchFamily="49" charset="0"/>
                        </a:rPr>
                        <a:t>facet_kws</a:t>
                      </a:r>
                      <a:endParaRPr lang="en-AU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633812"/>
                  </a:ext>
                </a:extLst>
              </a:tr>
              <a:tr h="1539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DataFrame containing the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/>
                        <a:t>Horizontal-axis 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Vertical-axis 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Creates a scatter or line plot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/>
                        <a:t>Represents a variable using colour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/>
                        <a:t>Uses marker shapes or line styles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Uses different point sizes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Creates subplots across columns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Creates subplots across 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/>
                        <a:t>Wraps column facets onto multiple 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200" dirty="0"/>
                        <a:t>Controls shared axes and other facet settings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2422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40D490A-8538-D6B8-C228-B1DF70C3952E}"/>
              </a:ext>
            </a:extLst>
          </p:cNvPr>
          <p:cNvSpPr txBox="1"/>
          <p:nvPr/>
        </p:nvSpPr>
        <p:spPr>
          <a:xfrm>
            <a:off x="905164" y="2355272"/>
            <a:ext cx="348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sns.relplot</a:t>
            </a:r>
            <a:r>
              <a:rPr lang="en-US" b="1" dirty="0"/>
              <a:t>(x, y, kind, hue,…. )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47939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E2382-FA6C-70AB-9E89-709E282CA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760608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Plotting Melted Columns</a:t>
            </a:r>
          </a:p>
        </p:txBody>
      </p:sp>
      <p:grpSp>
        <p:nvGrpSpPr>
          <p:cNvPr id="22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23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E25DCE1-A6F7-8FA4-21D7-10D6BE877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19" y="189803"/>
            <a:ext cx="8819405" cy="55218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680CD-614C-DC2B-0710-8E79C5CDBD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493" r="62344"/>
          <a:stretch/>
        </p:blipFill>
        <p:spPr>
          <a:xfrm>
            <a:off x="220193" y="4565226"/>
            <a:ext cx="2480839" cy="223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5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5050"/>
    </mc:Choice>
    <mc:Fallback xmlns="">
      <p:transition spd="slow" advTm="29505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9572042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How to Group and Aggregate the Data</a:t>
            </a:r>
          </a:p>
        </p:txBody>
      </p:sp>
    </p:spTree>
    <p:extLst>
      <p:ext uri="{BB962C8B-B14F-4D97-AF65-F5344CB8AC3E}">
        <p14:creationId xmlns:p14="http://schemas.microsoft.com/office/powerpoint/2010/main" val="42330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45"/>
    </mc:Choice>
    <mc:Fallback xmlns="">
      <p:transition spd="slow" advTm="1544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94595-4A03-4291-770D-907209BBD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How </a:t>
            </a:r>
            <a:r>
              <a:rPr lang="en-AU" dirty="0" err="1"/>
              <a:t>groupby</a:t>
            </a:r>
            <a:r>
              <a:rPr lang="en-AU" dirty="0"/>
              <a:t>() Orders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7AC74-D956-84D3-0031-B738DCF7F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443" y="2178356"/>
            <a:ext cx="10130801" cy="4096363"/>
          </a:xfrm>
        </p:spPr>
        <p:txBody>
          <a:bodyPr>
            <a:normAutofit/>
          </a:bodyPr>
          <a:lstStyle/>
          <a:p>
            <a:r>
              <a:rPr lang="en-AU" sz="2400" dirty="0"/>
              <a:t>By default, Pandas </a:t>
            </a:r>
            <a:r>
              <a:rPr lang="en-AU" sz="2400" b="1" dirty="0" err="1"/>
              <a:t>groupby</a:t>
            </a:r>
            <a:r>
              <a:rPr lang="en-AU" sz="2400" b="1" dirty="0"/>
              <a:t>()</a:t>
            </a:r>
            <a:r>
              <a:rPr lang="en-AU" sz="2400" dirty="0"/>
              <a:t> sorts group keys in </a:t>
            </a:r>
            <a:r>
              <a:rPr lang="en-AU" sz="2400" b="1" dirty="0"/>
              <a:t>ascending</a:t>
            </a:r>
            <a:r>
              <a:rPr lang="en-AU" sz="2400" dirty="0"/>
              <a:t> order because the default is:</a:t>
            </a:r>
          </a:p>
          <a:p>
            <a:r>
              <a:rPr lang="en-AU" sz="2400" dirty="0"/>
              <a:t>                                       </a:t>
            </a:r>
            <a:r>
              <a:rPr lang="en-AU" sz="2400" dirty="0" err="1"/>
              <a:t>df.groupby</a:t>
            </a:r>
            <a:r>
              <a:rPr lang="en-AU" sz="2400" dirty="0"/>
              <a:t>('column', </a:t>
            </a:r>
            <a:r>
              <a:rPr lang="en-AU" sz="2400" dirty="0">
                <a:highlight>
                  <a:srgbClr val="FFFF00"/>
                </a:highlight>
              </a:rPr>
              <a:t>sort</a:t>
            </a:r>
            <a:r>
              <a:rPr lang="en-AU" sz="2400" b="1" dirty="0">
                <a:highlight>
                  <a:srgbClr val="FFFF00"/>
                </a:highlight>
              </a:rPr>
              <a:t>=True</a:t>
            </a:r>
            <a:r>
              <a:rPr lang="en-AU" sz="2400" dirty="0"/>
              <a:t>)</a:t>
            </a:r>
          </a:p>
          <a:p>
            <a:endParaRPr lang="en-AU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2400" dirty="0">
                <a:highlight>
                  <a:srgbClr val="FFFF00"/>
                </a:highlight>
              </a:rPr>
              <a:t>Text</a:t>
            </a:r>
            <a:r>
              <a:rPr lang="en-AU" sz="2400" dirty="0"/>
              <a:t> values: </a:t>
            </a:r>
            <a:r>
              <a:rPr lang="en-AU" sz="2400" dirty="0">
                <a:highlight>
                  <a:srgbClr val="FFFF00"/>
                </a:highlight>
              </a:rPr>
              <a:t>alphabetical </a:t>
            </a:r>
            <a:r>
              <a:rPr lang="en-AU" sz="2400" dirty="0"/>
              <a:t>order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2400" dirty="0">
                <a:highlight>
                  <a:srgbClr val="FFFF00"/>
                </a:highlight>
              </a:rPr>
              <a:t>Numerical </a:t>
            </a:r>
            <a:r>
              <a:rPr lang="en-AU" sz="2400" dirty="0"/>
              <a:t>values: </a:t>
            </a:r>
            <a:r>
              <a:rPr lang="en-AU" sz="2400" dirty="0">
                <a:highlight>
                  <a:srgbClr val="FFFF00"/>
                </a:highlight>
              </a:rPr>
              <a:t>smallest to largest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2400" dirty="0">
                <a:highlight>
                  <a:srgbClr val="FFFF00"/>
                </a:highlight>
              </a:rPr>
              <a:t>Datetime </a:t>
            </a:r>
            <a:r>
              <a:rPr lang="en-AU" sz="2400" dirty="0"/>
              <a:t>values: </a:t>
            </a:r>
            <a:r>
              <a:rPr lang="en-AU" sz="2400" dirty="0">
                <a:highlight>
                  <a:srgbClr val="FFFF00"/>
                </a:highlight>
              </a:rPr>
              <a:t>earliest to latest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15833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A6A046B-51D7-713E-E915-CE6713E23361}"/>
              </a:ext>
            </a:extLst>
          </p:cNvPr>
          <p:cNvSpPr/>
          <p:nvPr/>
        </p:nvSpPr>
        <p:spPr>
          <a:xfrm>
            <a:off x="5181600" y="620889"/>
            <a:ext cx="3228622" cy="16368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0AC4D9-D334-F5B5-DF3D-ED56BEFBA5C6}"/>
              </a:ext>
            </a:extLst>
          </p:cNvPr>
          <p:cNvSpPr/>
          <p:nvPr/>
        </p:nvSpPr>
        <p:spPr>
          <a:xfrm>
            <a:off x="5181600" y="541867"/>
            <a:ext cx="3318933" cy="19191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CCDBC-1F24-68FF-90B2-913C7018E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Working with a </a:t>
            </a:r>
            <a:r>
              <a:rPr lang="en-US" sz="2400" dirty="0" err="1"/>
              <a:t>DataFrame</a:t>
            </a:r>
            <a:r>
              <a:rPr lang="en-US" sz="2400" dirty="0"/>
              <a:t> </a:t>
            </a:r>
            <a:r>
              <a:rPr lang="en-US" sz="2400" dirty="0" err="1"/>
              <a:t>GroupBy</a:t>
            </a:r>
            <a:r>
              <a:rPr lang="en-US" sz="2400" dirty="0"/>
              <a:t> Object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CF3795D-E28E-A5B1-F70C-0967B0100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945" y="146756"/>
            <a:ext cx="8945834" cy="550841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44E93C-61AB-CA39-9F48-6FEE5D9A7D14}"/>
              </a:ext>
            </a:extLst>
          </p:cNvPr>
          <p:cNvSpPr/>
          <p:nvPr/>
        </p:nvSpPr>
        <p:spPr>
          <a:xfrm>
            <a:off x="5181600" y="620889"/>
            <a:ext cx="3280564" cy="1636889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9760BE9-77D0-B385-22BA-70D2D872CF96}"/>
              </a:ext>
            </a:extLst>
          </p:cNvPr>
          <p:cNvSpPr/>
          <p:nvPr/>
        </p:nvSpPr>
        <p:spPr>
          <a:xfrm>
            <a:off x="5847644" y="2833511"/>
            <a:ext cx="2562578" cy="395111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EB0294A-F54D-C5A8-96BD-EC590CBB306F}"/>
              </a:ext>
            </a:extLst>
          </p:cNvPr>
          <p:cNvSpPr/>
          <p:nvPr/>
        </p:nvSpPr>
        <p:spPr>
          <a:xfrm>
            <a:off x="3341511" y="620889"/>
            <a:ext cx="1016000" cy="1727200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013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8053"/>
    </mc:Choice>
    <mc:Fallback xmlns="">
      <p:transition spd="slow" advTm="26805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CCDBC-1F24-68FF-90B2-913C7018E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/>
              <a:t>Group &amp; Apply a Single Aggregate Method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8BD4076-F0B5-C9A5-6BD7-003055247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219" y="179092"/>
            <a:ext cx="8851560" cy="543092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BB5DE4-6531-9A7D-E5D8-9281654794BC}"/>
              </a:ext>
            </a:extLst>
          </p:cNvPr>
          <p:cNvSpPr/>
          <p:nvPr/>
        </p:nvSpPr>
        <p:spPr>
          <a:xfrm>
            <a:off x="5294489" y="1117601"/>
            <a:ext cx="3194755" cy="1727200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BA295A-E9D5-FAE4-F26E-053722AE5A93}"/>
              </a:ext>
            </a:extLst>
          </p:cNvPr>
          <p:cNvSpPr/>
          <p:nvPr/>
        </p:nvSpPr>
        <p:spPr>
          <a:xfrm>
            <a:off x="3488267" y="1219200"/>
            <a:ext cx="936977" cy="1524000"/>
          </a:xfrm>
          <a:prstGeom prst="round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589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3002"/>
    </mc:Choice>
    <mc:Fallback xmlns="">
      <p:transition spd="slow" advTm="17300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CCDBC-1F24-68FF-90B2-913C7018E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771373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/>
              <a:t>Group &amp; Apply a Single Aggregate Method 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9023DEE-2B3A-EC1C-2C0C-19AA74024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815" y="585216"/>
            <a:ext cx="9013953" cy="265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9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570"/>
    </mc:Choice>
    <mc:Fallback xmlns="">
      <p:transition spd="slow" advTm="22657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CCDBC-1F24-68FF-90B2-913C7018E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/>
              <a:t>Group &amp; Apply a Single Aggregate Method 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3A49353-1A6C-4FC4-A452-7829CEE92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667" y="397275"/>
            <a:ext cx="9012658" cy="520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60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965"/>
    </mc:Choice>
    <mc:Fallback xmlns="">
      <p:transition spd="slow" advTm="27096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02BA5-8EF5-3237-61E3-D57213A19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340675"/>
            <a:ext cx="10869248" cy="1205491"/>
          </a:xfrm>
        </p:spPr>
        <p:txBody>
          <a:bodyPr>
            <a:normAutofit fontScale="90000"/>
          </a:bodyPr>
          <a:lstStyle/>
          <a:p>
            <a:r>
              <a:rPr lang="en-AU" dirty="0"/>
              <a:t>How to apply multiple aggregate methods</a:t>
            </a: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81BC6-C9E5-1574-EF17-14C2149A0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133200"/>
            <a:ext cx="5363092" cy="4096363"/>
          </a:xfrm>
        </p:spPr>
        <p:txBody>
          <a:bodyPr/>
          <a:lstStyle/>
          <a:p>
            <a:r>
              <a:rPr lang="en-AU" dirty="0"/>
              <a:t>After grouping a </a:t>
            </a:r>
            <a:r>
              <a:rPr lang="en-AU" dirty="0" err="1"/>
              <a:t>DataFrame</a:t>
            </a:r>
            <a:r>
              <a:rPr lang="en-AU" dirty="0"/>
              <a:t>, use </a:t>
            </a:r>
            <a:r>
              <a:rPr lang="en-AU" dirty="0">
                <a:highlight>
                  <a:srgbClr val="FFFF00"/>
                </a:highlight>
              </a:rPr>
              <a:t>.</a:t>
            </a:r>
            <a:r>
              <a:rPr lang="en-AU" b="1" dirty="0" err="1">
                <a:highlight>
                  <a:srgbClr val="FFFF00"/>
                </a:highlight>
              </a:rPr>
              <a:t>agg</a:t>
            </a:r>
            <a:r>
              <a:rPr lang="en-AU" b="1" dirty="0">
                <a:highlight>
                  <a:srgbClr val="FFFF00"/>
                </a:highlight>
              </a:rPr>
              <a:t>()   </a:t>
            </a:r>
            <a:r>
              <a:rPr lang="en-AU" dirty="0"/>
              <a:t>to apply </a:t>
            </a:r>
            <a:r>
              <a:rPr lang="en-AU" dirty="0">
                <a:highlight>
                  <a:srgbClr val="FFFF00"/>
                </a:highlight>
              </a:rPr>
              <a:t>several aggregation methods</a:t>
            </a:r>
            <a:r>
              <a:rPr lang="en-AU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858472-0F22-2EB0-0FBF-2C5882668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19" y="3429000"/>
            <a:ext cx="4244627" cy="21280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264739-B0BA-1704-3C8E-5B1307A54ECF}"/>
              </a:ext>
            </a:extLst>
          </p:cNvPr>
          <p:cNvSpPr txBox="1"/>
          <p:nvPr/>
        </p:nvSpPr>
        <p:spPr>
          <a:xfrm>
            <a:off x="6096000" y="2176834"/>
            <a:ext cx="45246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>
                <a:latin typeface="Cambria" panose="02040503050406030204" pitchFamily="18" charset="0"/>
              </a:rPr>
              <a:t>Different methods for different columns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FBF03A-8A3F-B0C9-4DD7-9BE0C8649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76526"/>
            <a:ext cx="5398466" cy="17744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DB7C8B-2014-B07F-A3D8-DE39DB922331}"/>
              </a:ext>
            </a:extLst>
          </p:cNvPr>
          <p:cNvSpPr txBox="1"/>
          <p:nvPr/>
        </p:nvSpPr>
        <p:spPr>
          <a:xfrm>
            <a:off x="6130354" y="4910672"/>
            <a:ext cx="4940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mbria" panose="02040503050406030204" pitchFamily="18" charset="0"/>
              </a:rPr>
              <a:t>Dictionary applies only the specified methods to each column.</a:t>
            </a:r>
          </a:p>
        </p:txBody>
      </p:sp>
    </p:spTree>
    <p:extLst>
      <p:ext uri="{BB962C8B-B14F-4D97-AF65-F5344CB8AC3E}">
        <p14:creationId xmlns:p14="http://schemas.microsoft.com/office/powerpoint/2010/main" val="1525155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CCDBC-1F24-68FF-90B2-913C7018E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73179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 pitchFamily="18" charset="0"/>
                <a:ea typeface="+mj-ea"/>
                <a:cs typeface="+mj-cs"/>
              </a:rPr>
              <a:t>Group &amp; Apply Multiple Aggregate Methods</a:t>
            </a:r>
            <a:endParaRPr lang="en-US" sz="28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856A4AE-88B4-8E2C-40DC-58A117DCE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966" y="1037474"/>
            <a:ext cx="8969813" cy="332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1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6810"/>
    </mc:Choice>
    <mc:Fallback xmlns="">
      <p:transition spd="slow" advTm="27681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CCDBC-1F24-68FF-90B2-913C7018E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901777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 pitchFamily="18" charset="0"/>
                <a:ea typeface="+mj-ea"/>
                <a:cs typeface="+mj-cs"/>
              </a:rPr>
              <a:t>Group &amp; Apply Multiple Aggregate Methods (Cont.)</a:t>
            </a:r>
            <a:endParaRPr lang="en-US" sz="28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CC3528C-CB2C-1B64-4075-5C5A6CD51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797" y="147593"/>
            <a:ext cx="6486763" cy="634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9312"/>
    </mc:Choice>
    <mc:Fallback xmlns="">
      <p:transition spd="slow" advTm="229312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9572042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How to Create and Use Pivot Tables</a:t>
            </a:r>
          </a:p>
        </p:txBody>
      </p:sp>
    </p:spTree>
    <p:extLst>
      <p:ext uri="{BB962C8B-B14F-4D97-AF65-F5344CB8AC3E}">
        <p14:creationId xmlns:p14="http://schemas.microsoft.com/office/powerpoint/2010/main" val="394510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94"/>
    </mc:Choice>
    <mc:Fallback xmlns="">
      <p:transition spd="slow" advTm="10794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4C939-E222-C4ED-1811-4A1D0A3BB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How to use the pivot( 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90C5D-842B-1D1E-A41F-3F5929F40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AU" sz="2400" dirty="0"/>
              <a:t>pivot() </a:t>
            </a:r>
            <a:r>
              <a:rPr lang="en-AU" sz="2400" dirty="0">
                <a:highlight>
                  <a:srgbClr val="00FF00"/>
                </a:highlight>
              </a:rPr>
              <a:t>spreads the unique values </a:t>
            </a:r>
            <a:r>
              <a:rPr lang="en-AU" sz="2400" dirty="0"/>
              <a:t>from one column across new column headers.</a:t>
            </a:r>
          </a:p>
          <a:p>
            <a:r>
              <a:rPr lang="en-AU" sz="2400" dirty="0"/>
              <a:t>So, it makes a long table into a wide table.</a:t>
            </a:r>
          </a:p>
          <a:p>
            <a:endParaRPr lang="en-AU" sz="2400" dirty="0"/>
          </a:p>
          <a:p>
            <a:r>
              <a:rPr lang="en-AU" sz="2400" dirty="0"/>
              <a:t>pivot() is used to </a:t>
            </a:r>
            <a:r>
              <a:rPr lang="en-AU" sz="2400" b="1" dirty="0"/>
              <a:t>reshape </a:t>
            </a:r>
            <a:r>
              <a:rPr lang="en-AU" sz="2400" dirty="0"/>
              <a:t>data </a:t>
            </a:r>
            <a:r>
              <a:rPr lang="en-AU" sz="2400" b="1" dirty="0">
                <a:highlight>
                  <a:srgbClr val="FFFF00"/>
                </a:highlight>
              </a:rPr>
              <a:t>from long format to wide format</a:t>
            </a:r>
            <a:r>
              <a:rPr lang="en-AU" sz="2400" dirty="0"/>
              <a:t>. </a:t>
            </a:r>
          </a:p>
          <a:p>
            <a:r>
              <a:rPr lang="en-AU" sz="2400" dirty="0"/>
              <a:t>It </a:t>
            </a:r>
            <a:r>
              <a:rPr lang="en-AU" sz="2400" b="1" dirty="0">
                <a:highlight>
                  <a:srgbClr val="FFFF00"/>
                </a:highlight>
              </a:rPr>
              <a:t>reorganises</a:t>
            </a:r>
            <a:r>
              <a:rPr lang="en-AU" sz="2400" dirty="0"/>
              <a:t> your </a:t>
            </a:r>
            <a:r>
              <a:rPr lang="en-AU" sz="2400" dirty="0" err="1"/>
              <a:t>DataFrame</a:t>
            </a:r>
            <a:r>
              <a:rPr lang="en-AU" sz="2400" dirty="0"/>
              <a:t> </a:t>
            </a:r>
            <a:r>
              <a:rPr lang="en-AU" sz="2400" b="1" dirty="0">
                <a:highlight>
                  <a:srgbClr val="FFFF00"/>
                </a:highlight>
              </a:rPr>
              <a:t>without performing calculations</a:t>
            </a:r>
            <a:r>
              <a:rPr lang="en-AU" sz="2400" dirty="0"/>
              <a:t>.</a:t>
            </a:r>
          </a:p>
          <a:p>
            <a:endParaRPr lang="en-AU" sz="2400" dirty="0"/>
          </a:p>
          <a:p>
            <a:r>
              <a:rPr lang="en-AU" sz="2400" dirty="0"/>
              <a:t>                                               pivot() </a:t>
            </a:r>
            <a:r>
              <a:rPr lang="en-AU" sz="2400" b="1" dirty="0">
                <a:highlight>
                  <a:srgbClr val="00FFFF"/>
                </a:highlight>
              </a:rPr>
              <a:t>doesn't calculate; it rearranges</a:t>
            </a:r>
            <a:r>
              <a:rPr lang="en-A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6309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40E8A8-CAE6-0E54-30BC-A57A574A8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816888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Using pivot()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034F075-9496-E497-33AA-8876C7ACC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830" y="258349"/>
            <a:ext cx="7072969" cy="611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16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989"/>
    </mc:Choice>
    <mc:Fallback xmlns="">
      <p:transition spd="slow" advTm="171989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40E8A8-CAE6-0E54-30BC-A57A574A8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Using pivot() 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32AC46F-A053-8D23-8F29-923E8BE9E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836" y="260725"/>
            <a:ext cx="6216430" cy="649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55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048"/>
    </mc:Choice>
    <mc:Fallback xmlns="">
      <p:transition spd="slow" advTm="38048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D84C0-46D5-9203-7902-FA2FBE47B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93424"/>
            <a:ext cx="10869248" cy="1205491"/>
          </a:xfrm>
        </p:spPr>
        <p:txBody>
          <a:bodyPr>
            <a:normAutofit/>
          </a:bodyPr>
          <a:lstStyle/>
          <a:p>
            <a:r>
              <a:rPr lang="en-AU" dirty="0"/>
              <a:t>Pandas .</a:t>
            </a:r>
            <a:r>
              <a:rPr lang="en-AU" dirty="0" err="1"/>
              <a:t>pivot_table</a:t>
            </a:r>
            <a:r>
              <a:rPr lang="en-AU" dirty="0"/>
              <a:t>(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B0F55-109C-8904-C473-7B455B10E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76" y="1931355"/>
            <a:ext cx="10518688" cy="3299013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AU" dirty="0"/>
              <a:t>.</a:t>
            </a:r>
            <a:r>
              <a:rPr lang="en-AU" dirty="0" err="1"/>
              <a:t>pivot_table</a:t>
            </a:r>
            <a:r>
              <a:rPr lang="en-AU" dirty="0"/>
              <a:t>( ) is used to </a:t>
            </a:r>
            <a:r>
              <a:rPr lang="en-AU" b="1" dirty="0">
                <a:highlight>
                  <a:srgbClr val="FFFF00"/>
                </a:highlight>
              </a:rPr>
              <a:t>summarise</a:t>
            </a:r>
            <a:r>
              <a:rPr lang="en-AU" b="1" dirty="0"/>
              <a:t> and </a:t>
            </a:r>
            <a:r>
              <a:rPr lang="en-AU" b="1" dirty="0">
                <a:highlight>
                  <a:srgbClr val="FFFF00"/>
                </a:highlight>
              </a:rPr>
              <a:t>reshape</a:t>
            </a:r>
            <a:r>
              <a:rPr lang="en-AU" b="1" dirty="0"/>
              <a:t> data at the same time</a:t>
            </a:r>
            <a:r>
              <a:rPr lang="en-AU" dirty="0"/>
              <a:t>.</a:t>
            </a:r>
          </a:p>
          <a:p>
            <a:endParaRPr lang="en-AU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AU" dirty="0"/>
              <a:t>The easiest way to remember it is:</a:t>
            </a:r>
          </a:p>
          <a:p>
            <a:r>
              <a:rPr lang="en-AU" b="1" dirty="0"/>
              <a:t>                                                 </a:t>
            </a:r>
            <a:r>
              <a:rPr lang="en-AU" b="1" dirty="0" err="1">
                <a:highlight>
                  <a:srgbClr val="00FFFF"/>
                </a:highlight>
              </a:rPr>
              <a:t>pivot_table</a:t>
            </a:r>
            <a:r>
              <a:rPr lang="en-AU" b="1" dirty="0">
                <a:highlight>
                  <a:srgbClr val="00FFFF"/>
                </a:highlight>
              </a:rPr>
              <a:t>( ) = reshape + calculate</a:t>
            </a:r>
            <a:endParaRPr lang="en-AU" dirty="0">
              <a:highlight>
                <a:srgbClr val="00FFFF"/>
              </a:highlight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AU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AU" dirty="0"/>
              <a:t>It uses                                                  (default is ‘mean’)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AU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AU" dirty="0"/>
              <a:t>Unlike pivot( ), </a:t>
            </a:r>
            <a:r>
              <a:rPr lang="en-AU" dirty="0" err="1"/>
              <a:t>pivot_table</a:t>
            </a:r>
            <a:r>
              <a:rPr lang="en-AU" dirty="0"/>
              <a:t>( ) knows how to deal with </a:t>
            </a:r>
            <a:r>
              <a:rPr lang="en-AU" b="1" dirty="0">
                <a:highlight>
                  <a:srgbClr val="00FF00"/>
                </a:highlight>
              </a:rPr>
              <a:t>multiple values </a:t>
            </a:r>
            <a:r>
              <a:rPr lang="en-AU" b="1" dirty="0"/>
              <a:t>for the same combination</a:t>
            </a:r>
            <a:r>
              <a:rPr lang="en-AU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BC35B9-F5E1-8CC4-CA5B-CE4C85E7F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373" y="4256815"/>
            <a:ext cx="2402861" cy="60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941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60E2-52BC-4208-6CE6-6ADFEA43F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0510C-DDF0-2BFA-5365-DF070CD92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797" y="2313822"/>
            <a:ext cx="9743181" cy="409636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/>
              <a:t>Use pivot() to </a:t>
            </a:r>
            <a:r>
              <a:rPr lang="en-AU" sz="2400" dirty="0">
                <a:highlight>
                  <a:srgbClr val="00FF00"/>
                </a:highlight>
              </a:rPr>
              <a:t>reorganise</a:t>
            </a:r>
            <a:r>
              <a:rPr lang="en-AU" sz="2400" dirty="0"/>
              <a:t>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/>
              <a:t>Use </a:t>
            </a:r>
            <a:r>
              <a:rPr lang="en-AU" sz="2400" dirty="0" err="1"/>
              <a:t>pivot_table</a:t>
            </a:r>
            <a:r>
              <a:rPr lang="en-AU" sz="2400" dirty="0"/>
              <a:t>() to </a:t>
            </a:r>
            <a:r>
              <a:rPr lang="en-AU" sz="2400" dirty="0">
                <a:highlight>
                  <a:srgbClr val="00FF00"/>
                </a:highlight>
              </a:rPr>
              <a:t>reorganise AND summarise </a:t>
            </a:r>
            <a:r>
              <a:rPr lang="en-AU" sz="2400" dirty="0"/>
              <a:t>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/>
              <a:t>Use pivot() when every combination has a </a:t>
            </a:r>
            <a:r>
              <a:rPr lang="en-AU" sz="2400" dirty="0">
                <a:highlight>
                  <a:srgbClr val="00FFFF"/>
                </a:highlight>
              </a:rPr>
              <a:t>unique value </a:t>
            </a:r>
            <a:r>
              <a:rPr lang="en-AU" sz="2400" dirty="0"/>
              <a:t>and you simply want to change the layout.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/>
              <a:t>Use </a:t>
            </a:r>
            <a:r>
              <a:rPr lang="en-AU" sz="2400" dirty="0" err="1"/>
              <a:t>pivot_table</a:t>
            </a:r>
            <a:r>
              <a:rPr lang="en-AU" sz="2400" dirty="0"/>
              <a:t>() when you may have </a:t>
            </a:r>
            <a:r>
              <a:rPr lang="en-AU" sz="2400" dirty="0">
                <a:highlight>
                  <a:srgbClr val="00FFFF"/>
                </a:highlight>
              </a:rPr>
              <a:t>MULTIPLE values </a:t>
            </a:r>
            <a:r>
              <a:rPr lang="en-AU" sz="2400" dirty="0"/>
              <a:t>and need to summarise them.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55289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40E8A8-CAE6-0E54-30BC-A57A574A8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2" y="397275"/>
            <a:ext cx="2727608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Using </a:t>
            </a:r>
            <a:r>
              <a:rPr lang="en-US" sz="3200" dirty="0" err="1"/>
              <a:t>pivot_table</a:t>
            </a:r>
            <a:r>
              <a:rPr lang="en-US" sz="3200" dirty="0"/>
              <a:t>()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3572049-2A7D-4D3C-D007-95F6C1907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882" y="118533"/>
            <a:ext cx="6574366" cy="66209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556BB5-7DA8-C9EE-1ACB-B75924EF07DF}"/>
              </a:ext>
            </a:extLst>
          </p:cNvPr>
          <p:cNvSpPr/>
          <p:nvPr/>
        </p:nvSpPr>
        <p:spPr>
          <a:xfrm>
            <a:off x="8668120" y="625674"/>
            <a:ext cx="1116521" cy="327259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45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727"/>
    </mc:Choice>
    <mc:Fallback xmlns="">
      <p:transition spd="slow" advTm="90727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9572042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How to Work with Bins</a:t>
            </a:r>
          </a:p>
        </p:txBody>
      </p:sp>
    </p:spTree>
    <p:extLst>
      <p:ext uri="{BB962C8B-B14F-4D97-AF65-F5344CB8AC3E}">
        <p14:creationId xmlns:p14="http://schemas.microsoft.com/office/powerpoint/2010/main" val="3984155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021"/>
    </mc:Choice>
    <mc:Fallback xmlns="">
      <p:transition spd="slow" advTm="2802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C39D6-1ECC-F231-3E9E-6CB486750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7" y="150574"/>
            <a:ext cx="10869248" cy="1205491"/>
          </a:xfrm>
        </p:spPr>
        <p:txBody>
          <a:bodyPr/>
          <a:lstStyle/>
          <a:p>
            <a:r>
              <a:rPr lang="en-US" dirty="0"/>
              <a:t>What is binning?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960CB-B5EC-B585-191A-85E9A557F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138" y="2234561"/>
            <a:ext cx="9707198" cy="601533"/>
          </a:xfrm>
        </p:spPr>
        <p:txBody>
          <a:bodyPr>
            <a:normAutofit/>
          </a:bodyPr>
          <a:lstStyle/>
          <a:p>
            <a:r>
              <a:rPr lang="en-AU" dirty="0"/>
              <a:t>Binning converts </a:t>
            </a:r>
            <a:r>
              <a:rPr lang="en-AU" b="1" dirty="0">
                <a:highlight>
                  <a:srgbClr val="FFFF00"/>
                </a:highlight>
              </a:rPr>
              <a:t>continuous</a:t>
            </a:r>
            <a:r>
              <a:rPr lang="en-AU" b="1" dirty="0"/>
              <a:t> numerical values</a:t>
            </a:r>
            <a:r>
              <a:rPr lang="en-AU" dirty="0"/>
              <a:t> into meaningful </a:t>
            </a:r>
            <a:r>
              <a:rPr lang="en-AU" b="1" dirty="0">
                <a:highlight>
                  <a:srgbClr val="FFFF00"/>
                </a:highlight>
              </a:rPr>
              <a:t>categories </a:t>
            </a:r>
            <a:r>
              <a:rPr lang="en-AU" b="1" dirty="0"/>
              <a:t>or ranges</a:t>
            </a:r>
            <a:r>
              <a:rPr lang="en-AU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C08CF-6A3F-03AF-D51F-9505A12F7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209" y="2882840"/>
            <a:ext cx="9754127" cy="2301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B0F89F-EDC4-D052-3BA8-19A1021BB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199" y="5231121"/>
            <a:ext cx="2284432" cy="148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094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15472-37B5-8C53-8BB5-9D24E3827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827" y="317972"/>
            <a:ext cx="10869248" cy="1205491"/>
          </a:xfrm>
        </p:spPr>
        <p:txBody>
          <a:bodyPr>
            <a:normAutofit fontScale="90000"/>
          </a:bodyPr>
          <a:lstStyle/>
          <a:p>
            <a:r>
              <a:rPr lang="en-AU" dirty="0"/>
              <a:t>Why do we bin data?</a:t>
            </a:r>
            <a:br>
              <a:rPr lang="en-AU" dirty="0"/>
            </a:br>
            <a:r>
              <a:rPr lang="en-AU" dirty="0"/>
              <a:t>Easier to understand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4D4F6-463E-D156-2AE7-3E7E513A4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3" y="2136274"/>
            <a:ext cx="10492579" cy="4093447"/>
          </a:xfrm>
        </p:spPr>
        <p:txBody>
          <a:bodyPr>
            <a:noAutofit/>
          </a:bodyPr>
          <a:lstStyle/>
          <a:p>
            <a:r>
              <a:rPr lang="en-AU" b="1" dirty="0"/>
              <a:t>Make continuous data easier to </a:t>
            </a:r>
            <a:r>
              <a:rPr lang="en-AU" b="1" dirty="0">
                <a:highlight>
                  <a:srgbClr val="FFFF00"/>
                </a:highlight>
              </a:rPr>
              <a:t>understand</a:t>
            </a:r>
          </a:p>
          <a:p>
            <a:r>
              <a:rPr lang="en-AU" dirty="0"/>
              <a:t>Instead of interpreting every exact value:</a:t>
            </a:r>
          </a:p>
          <a:p>
            <a:r>
              <a:rPr lang="en-AU" b="1" dirty="0"/>
              <a:t>Score = 82 → 🏅 Distinction</a:t>
            </a:r>
            <a:endParaRPr lang="en-AU" dirty="0"/>
          </a:p>
          <a:p>
            <a:r>
              <a:rPr lang="en-AU" dirty="0"/>
              <a:t>The number </a:t>
            </a:r>
            <a:r>
              <a:rPr lang="en-AU" b="1" dirty="0"/>
              <a:t>82</a:t>
            </a:r>
            <a:r>
              <a:rPr lang="en-AU" dirty="0"/>
              <a:t> is converted into a </a:t>
            </a:r>
            <a:r>
              <a:rPr lang="en-AU" dirty="0">
                <a:highlight>
                  <a:srgbClr val="FFFF00"/>
                </a:highlight>
              </a:rPr>
              <a:t>meaningful category</a:t>
            </a:r>
            <a:r>
              <a:rPr lang="en-AU" dirty="0"/>
              <a:t>, so the result is easier to interpret quickly.</a:t>
            </a:r>
          </a:p>
          <a:p>
            <a:endParaRPr lang="en-AU" b="1" dirty="0"/>
          </a:p>
          <a:p>
            <a:r>
              <a:rPr lang="en-AU" b="1" dirty="0"/>
              <a:t>Raw numerical data</a:t>
            </a:r>
            <a:r>
              <a:rPr lang="en-AU" dirty="0"/>
              <a:t> → </a:t>
            </a:r>
            <a:r>
              <a:rPr lang="en-AU" b="1" dirty="0"/>
              <a:t>Binning</a:t>
            </a:r>
            <a:r>
              <a:rPr lang="en-AU" dirty="0"/>
              <a:t> → </a:t>
            </a:r>
            <a:r>
              <a:rPr lang="en-AU" b="1" dirty="0">
                <a:highlight>
                  <a:srgbClr val="FFFF00"/>
                </a:highlight>
              </a:rPr>
              <a:t>Meaningful category</a:t>
            </a:r>
          </a:p>
          <a:p>
            <a:r>
              <a:rPr lang="en-AU" dirty="0"/>
              <a:t>82 → </a:t>
            </a:r>
            <a:r>
              <a:rPr lang="en-AU" dirty="0" err="1"/>
              <a:t>pd.cut</a:t>
            </a:r>
            <a:r>
              <a:rPr lang="en-AU" dirty="0"/>
              <a:t>() → </a:t>
            </a:r>
            <a:r>
              <a:rPr lang="en-AU" b="1" dirty="0"/>
              <a:t>Distinction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826854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C667F-3707-9883-25A9-BECE85800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877" y="93424"/>
            <a:ext cx="10869248" cy="1205491"/>
          </a:xfrm>
        </p:spPr>
        <p:txBody>
          <a:bodyPr/>
          <a:lstStyle/>
          <a:p>
            <a:r>
              <a:rPr lang="en-AU" dirty="0"/>
              <a:t>Make groups easier to compare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2AAC3-203F-1EA3-97DC-8E00C56E1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76" y="1922592"/>
            <a:ext cx="10869248" cy="4935408"/>
          </a:xfrm>
        </p:spPr>
        <p:txBody>
          <a:bodyPr>
            <a:normAutofit/>
          </a:bodyPr>
          <a:lstStyle/>
          <a:p>
            <a:r>
              <a:rPr lang="en-AU" dirty="0"/>
              <a:t>Suppose fire sizes are binned into </a:t>
            </a:r>
            <a:r>
              <a:rPr lang="en-AU" b="1" dirty="0"/>
              <a:t>Small, Medium, and Large</a:t>
            </a:r>
            <a:r>
              <a:rPr lang="en-AU" dirty="0"/>
              <a:t>. We can then count how many observations fall into each category: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After binning, questions such as “How many fires were small?” become easy to answer.</a:t>
            </a:r>
          </a:p>
          <a:p>
            <a:r>
              <a:rPr lang="en-AU" b="1" dirty="0"/>
              <a:t>Continuous values → Categories → Count/</a:t>
            </a:r>
            <a:r>
              <a:rPr lang="en-AU" b="1" dirty="0">
                <a:highlight>
                  <a:srgbClr val="FFFF00"/>
                </a:highlight>
              </a:rPr>
              <a:t>compare</a:t>
            </a:r>
            <a:r>
              <a:rPr lang="en-AU" b="1" dirty="0"/>
              <a:t> groups → Easier insights</a:t>
            </a:r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4D3F8-AE80-46CF-9C97-E11ECD53D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237" y="2943696"/>
            <a:ext cx="4353374" cy="19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3156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3BE0F-8152-36BE-0760-FAB85686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Create clearer visualisations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E6304-CA51-23E1-E044-B705DBFAA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065467"/>
            <a:ext cx="10869248" cy="4611558"/>
          </a:xfrm>
        </p:spPr>
        <p:txBody>
          <a:bodyPr/>
          <a:lstStyle/>
          <a:p>
            <a:r>
              <a:rPr lang="en-AU" dirty="0"/>
              <a:t>Once numerical values are converted into categories, we can create a simple </a:t>
            </a:r>
            <a:r>
              <a:rPr lang="en-AU" b="1" dirty="0"/>
              <a:t>bar plot</a:t>
            </a:r>
            <a:r>
              <a:rPr lang="en-AU" dirty="0"/>
              <a:t> and immediately see the distribution.</a:t>
            </a:r>
          </a:p>
          <a:p>
            <a:r>
              <a:rPr lang="en-AU" dirty="0"/>
              <a:t>                            Fire sizes after binning:</a:t>
            </a:r>
          </a:p>
          <a:p>
            <a:endParaRPr lang="en-AU" b="1" dirty="0"/>
          </a:p>
          <a:p>
            <a:endParaRPr lang="en-AU" b="1" dirty="0"/>
          </a:p>
          <a:p>
            <a:endParaRPr lang="en-AU" dirty="0"/>
          </a:p>
          <a:p>
            <a:r>
              <a:rPr lang="en-AU" dirty="0"/>
              <a:t>Instead of looking at a long list such as 12, 48, 65, 130, 275, 420, 900..., you can quickly see the </a:t>
            </a:r>
            <a:r>
              <a:rPr lang="en-AU" b="1" dirty="0">
                <a:highlight>
                  <a:srgbClr val="FFFF00"/>
                </a:highlight>
              </a:rPr>
              <a:t>distribution across categories</a:t>
            </a:r>
            <a:r>
              <a:rPr lang="en-AU" dirty="0">
                <a:highlight>
                  <a:srgbClr val="FFFF00"/>
                </a:highlight>
              </a:rPr>
              <a:t>.</a:t>
            </a:r>
            <a:endParaRPr lang="en-AU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D1E482-BF59-D57D-0F34-5C3DF6025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885" y="2956264"/>
            <a:ext cx="3725195" cy="169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816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0434-C071-6D8B-8FA1-59456CD9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Reduce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17908-ABC3-F7FD-0C92-EF0172AD3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76" y="2030189"/>
            <a:ext cx="10869248" cy="4096363"/>
          </a:xfrm>
        </p:spPr>
        <p:txBody>
          <a:bodyPr/>
          <a:lstStyle/>
          <a:p>
            <a:r>
              <a:rPr lang="en-AU" dirty="0"/>
              <a:t>Binning can also </a:t>
            </a:r>
            <a:r>
              <a:rPr lang="en-AU" b="1" dirty="0">
                <a:highlight>
                  <a:srgbClr val="FFFF00"/>
                </a:highlight>
              </a:rPr>
              <a:t>remove unnecessary differences between very similar values</a:t>
            </a:r>
            <a:r>
              <a:rPr lang="en-AU" dirty="0"/>
              <a:t>. </a:t>
            </a:r>
          </a:p>
          <a:p>
            <a:r>
              <a:rPr lang="en-AU" dirty="0"/>
              <a:t>Sometimes a small numerical difference does not change the meaning of the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0B6988-004B-BAA4-CA00-4B7801F31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316" y="3163122"/>
            <a:ext cx="8173367" cy="280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553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FCA93-AFD4-73D8-F71C-EA6D1B10C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Bins of Equal Size</a:t>
            </a:r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52E1AC-652E-5B06-437A-03C189E8488E}"/>
              </a:ext>
            </a:extLst>
          </p:cNvPr>
          <p:cNvSpPr/>
          <p:nvPr/>
        </p:nvSpPr>
        <p:spPr>
          <a:xfrm>
            <a:off x="5674730" y="3074195"/>
            <a:ext cx="842540" cy="1274910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8978A6-B512-A4ED-1BFD-A23BBCC11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50" y="1816608"/>
            <a:ext cx="11141900" cy="504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6002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481E-E9BF-6DA7-3209-DDA7A13F5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interpret bins?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4BFF5-DBED-51CC-804C-368CC2E61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3186867"/>
            <a:ext cx="4126340" cy="16487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E35EF5-4355-E97B-16C5-3A5E00E5B9BE}"/>
              </a:ext>
            </a:extLst>
          </p:cNvPr>
          <p:cNvSpPr txBox="1"/>
          <p:nvPr/>
        </p:nvSpPr>
        <p:spPr>
          <a:xfrm>
            <a:off x="4900749" y="2310515"/>
            <a:ext cx="6453051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tx1"/>
                </a:solidFill>
              </a:rPr>
              <a:t>The first number is the index label of the original row in </a:t>
            </a:r>
            <a:r>
              <a:rPr lang="en-AU" b="1" dirty="0" err="1">
                <a:solidFill>
                  <a:schemeClr val="tx1"/>
                </a:solidFill>
              </a:rPr>
              <a:t>fires_filtered</a:t>
            </a:r>
            <a:r>
              <a:rPr lang="en-AU" b="1" dirty="0">
                <a:solidFill>
                  <a:schemeClr val="tx1"/>
                </a:solidFill>
              </a:rPr>
              <a:t>. It is not the number of acres burned.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EEBBFF-CBAF-EA93-188F-A81F8CC56574}"/>
              </a:ext>
            </a:extLst>
          </p:cNvPr>
          <p:cNvSpPr txBox="1"/>
          <p:nvPr/>
        </p:nvSpPr>
        <p:spPr>
          <a:xfrm>
            <a:off x="5159475" y="3358311"/>
            <a:ext cx="61003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The second one is the </a:t>
            </a:r>
            <a:r>
              <a:rPr lang="en-AU" b="1" dirty="0">
                <a:latin typeface="Cambria" panose="02040503050406030204" pitchFamily="18" charset="0"/>
                <a:ea typeface="Cambria" panose="02040503050406030204" pitchFamily="18" charset="0"/>
              </a:rPr>
              <a:t>bin interval</a:t>
            </a: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 assigned to that row: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-296.103 is the lower boundary.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76535.75 is the upper boundary.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( means the lower boundary is </a:t>
            </a:r>
            <a:r>
              <a:rPr lang="en-AU" b="1" dirty="0">
                <a:latin typeface="Cambria" panose="02040503050406030204" pitchFamily="18" charset="0"/>
                <a:ea typeface="Cambria" panose="02040503050406030204" pitchFamily="18" charset="0"/>
              </a:rPr>
              <a:t>excluded</a:t>
            </a: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] means the upper boundary is </a:t>
            </a:r>
            <a:r>
              <a:rPr lang="en-AU" b="1" dirty="0">
                <a:latin typeface="Cambria" panose="02040503050406030204" pitchFamily="18" charset="0"/>
                <a:ea typeface="Cambria" panose="02040503050406030204" pitchFamily="18" charset="0"/>
              </a:rPr>
              <a:t>included</a:t>
            </a: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5A7F06-8B83-444A-9256-C5F2EF8B5885}"/>
              </a:ext>
            </a:extLst>
          </p:cNvPr>
          <p:cNvSpPr/>
          <p:nvPr/>
        </p:nvSpPr>
        <p:spPr>
          <a:xfrm>
            <a:off x="4732095" y="3201712"/>
            <a:ext cx="6348549" cy="1827489"/>
          </a:xfrm>
          <a:prstGeom prst="roundRect">
            <a:avLst/>
          </a:prstGeom>
          <a:noFill/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23122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132B6-3384-FB57-4B20-DBBDEF0A4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Understanding interval boundaries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B4676-46F1-15C0-DA8A-E1B187A88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712" y="2073145"/>
            <a:ext cx="10152928" cy="2880596"/>
          </a:xfrm>
        </p:spPr>
        <p:txBody>
          <a:bodyPr>
            <a:noAutofit/>
          </a:bodyPr>
          <a:lstStyle/>
          <a:p>
            <a:r>
              <a:rPr lang="en-AU" sz="2400" dirty="0"/>
              <a:t>By default, </a:t>
            </a:r>
            <a:r>
              <a:rPr lang="en-AU" sz="2400" b="1" dirty="0"/>
              <a:t>`</a:t>
            </a:r>
            <a:r>
              <a:rPr lang="en-AU" sz="2400" b="1" dirty="0" err="1"/>
              <a:t>pd.cut</a:t>
            </a:r>
            <a:r>
              <a:rPr lang="en-AU" sz="2400" b="1" dirty="0"/>
              <a:t>()` </a:t>
            </a:r>
            <a:r>
              <a:rPr lang="en-AU" sz="2400" dirty="0"/>
              <a:t>creates intervals that are </a:t>
            </a:r>
            <a:r>
              <a:rPr lang="en-AU" sz="2400" b="1" dirty="0">
                <a:highlight>
                  <a:srgbClr val="FFFF00"/>
                </a:highlight>
              </a:rPr>
              <a:t>open</a:t>
            </a:r>
            <a:r>
              <a:rPr lang="en-AU" sz="2400" b="1" dirty="0"/>
              <a:t> on the </a:t>
            </a:r>
            <a:r>
              <a:rPr lang="en-AU" sz="2400" b="1" dirty="0">
                <a:highlight>
                  <a:srgbClr val="FFFF00"/>
                </a:highlight>
              </a:rPr>
              <a:t>left</a:t>
            </a:r>
            <a:r>
              <a:rPr lang="en-AU" sz="2400" b="1" dirty="0"/>
              <a:t> and </a:t>
            </a:r>
            <a:r>
              <a:rPr lang="en-AU" sz="2400" b="1" dirty="0">
                <a:highlight>
                  <a:srgbClr val="00FFFF"/>
                </a:highlight>
              </a:rPr>
              <a:t>closed</a:t>
            </a:r>
            <a:r>
              <a:rPr lang="en-AU" sz="2400" b="1" dirty="0"/>
              <a:t> on the </a:t>
            </a:r>
            <a:r>
              <a:rPr lang="en-AU" sz="2400" b="1" dirty="0">
                <a:highlight>
                  <a:srgbClr val="00FFFF"/>
                </a:highlight>
              </a:rPr>
              <a:t>right</a:t>
            </a:r>
            <a:r>
              <a:rPr lang="en-AU" sz="2400" dirty="0"/>
              <a:t>:</a:t>
            </a:r>
          </a:p>
          <a:p>
            <a:r>
              <a:rPr lang="en-AU" sz="2400" b="1" dirty="0"/>
              <a:t>                                                                   </a:t>
            </a:r>
            <a:r>
              <a:rPr lang="en-AU" sz="2400" b="1" dirty="0">
                <a:highlight>
                  <a:srgbClr val="FFFF00"/>
                </a:highlight>
              </a:rPr>
              <a:t>(</a:t>
            </a:r>
            <a:r>
              <a:rPr lang="en-AU" sz="2400" dirty="0"/>
              <a:t>0, 100</a:t>
            </a:r>
            <a:r>
              <a:rPr lang="en-AU" sz="2400" b="1" dirty="0">
                <a:highlight>
                  <a:srgbClr val="00FFFF"/>
                </a:highlight>
              </a:rPr>
              <a:t>]</a:t>
            </a:r>
          </a:p>
          <a:p>
            <a:r>
              <a:rPr lang="en-AU" sz="2400" dirty="0"/>
              <a:t>This means:</a:t>
            </a:r>
          </a:p>
          <a:p>
            <a:r>
              <a:rPr lang="en-AU" sz="2400" dirty="0">
                <a:highlight>
                  <a:srgbClr val="FFFF00"/>
                </a:highlight>
              </a:rPr>
              <a:t>greater than 0 </a:t>
            </a:r>
            <a:r>
              <a:rPr lang="en-AU" sz="2400" dirty="0"/>
              <a:t>and </a:t>
            </a:r>
            <a:r>
              <a:rPr lang="en-AU" sz="2400" dirty="0">
                <a:highlight>
                  <a:srgbClr val="00FFFF"/>
                </a:highlight>
              </a:rPr>
              <a:t>less than or equal to 100</a:t>
            </a:r>
          </a:p>
          <a:p>
            <a:endParaRPr lang="en-A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78406-B3E7-400C-13A9-148BCD380218}"/>
              </a:ext>
            </a:extLst>
          </p:cNvPr>
          <p:cNvSpPr txBox="1"/>
          <p:nvPr/>
        </p:nvSpPr>
        <p:spPr>
          <a:xfrm>
            <a:off x="3897298" y="5175682"/>
            <a:ext cx="46303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latin typeface="Cambria" panose="02040503050406030204" pitchFamily="18" charset="0"/>
              </a:rPr>
              <a:t>So:</a:t>
            </a:r>
          </a:p>
          <a:p>
            <a:pPr lvl="1"/>
            <a:r>
              <a:rPr lang="en-AU" sz="2400" dirty="0">
                <a:latin typeface="Cambria" panose="02040503050406030204" pitchFamily="18" charset="0"/>
              </a:rPr>
              <a:t>100 belongs to the first bin. </a:t>
            </a:r>
          </a:p>
          <a:p>
            <a:pPr lvl="1"/>
            <a:r>
              <a:rPr lang="en-AU" sz="2400" dirty="0">
                <a:latin typeface="Cambria" panose="02040503050406030204" pitchFamily="18" charset="0"/>
              </a:rPr>
              <a:t>101 belongs to the second bin</a:t>
            </a:r>
            <a:r>
              <a:rPr lang="en-AU" sz="2200" dirty="0"/>
              <a:t>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669757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C026E6-1BD6-737B-C98C-3D850FB842A3}"/>
              </a:ext>
            </a:extLst>
          </p:cNvPr>
          <p:cNvSpPr/>
          <p:nvPr/>
        </p:nvSpPr>
        <p:spPr>
          <a:xfrm>
            <a:off x="2299671" y="5007519"/>
            <a:ext cx="7232984" cy="15483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CECD4F-F105-EC0C-3375-B676400FE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Pandas allocate bins?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771DC-7182-EFF7-7A6D-B5718B359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1880801"/>
            <a:ext cx="10639168" cy="4096363"/>
          </a:xfrm>
        </p:spPr>
        <p:txBody>
          <a:bodyPr>
            <a:normAutofit/>
          </a:bodyPr>
          <a:lstStyle/>
          <a:p>
            <a:r>
              <a:rPr lang="en-AU" sz="2400" dirty="0"/>
              <a:t>When bins=4, Pandas finds the </a:t>
            </a:r>
            <a:r>
              <a:rPr lang="en-AU" sz="2400" b="1" dirty="0">
                <a:highlight>
                  <a:srgbClr val="00FFFF"/>
                </a:highlight>
              </a:rPr>
              <a:t>minimum and maximum</a:t>
            </a:r>
            <a:r>
              <a:rPr lang="en-AU" sz="2400" dirty="0"/>
              <a:t>; </a:t>
            </a:r>
          </a:p>
          <a:p>
            <a:pPr lvl="0"/>
            <a:r>
              <a:rPr lang="en-AU" sz="2400" dirty="0">
                <a:highlight>
                  <a:srgbClr val="00FFFF"/>
                </a:highlight>
              </a:rPr>
              <a:t>divides</a:t>
            </a:r>
            <a:r>
              <a:rPr lang="en-AU" sz="2400" dirty="0"/>
              <a:t> that range into four </a:t>
            </a:r>
            <a:r>
              <a:rPr lang="en-AU" sz="2400" dirty="0">
                <a:highlight>
                  <a:srgbClr val="00FFFF"/>
                </a:highlight>
              </a:rPr>
              <a:t>equal-width intervals</a:t>
            </a:r>
            <a:r>
              <a:rPr lang="en-AU" sz="2400" dirty="0"/>
              <a:t>; </a:t>
            </a:r>
          </a:p>
          <a:p>
            <a:pPr lvl="0"/>
            <a:r>
              <a:rPr lang="en-AU" sz="2400" dirty="0">
                <a:highlight>
                  <a:srgbClr val="FFFF00"/>
                </a:highlight>
              </a:rPr>
              <a:t>slightly extends the boundary </a:t>
            </a:r>
            <a:r>
              <a:rPr lang="en-AU" sz="2400" dirty="0"/>
              <a:t>by approximately </a:t>
            </a:r>
            <a:r>
              <a:rPr lang="en-AU" sz="2400" b="1" dirty="0">
                <a:highlight>
                  <a:srgbClr val="FFFF00"/>
                </a:highlight>
              </a:rPr>
              <a:t>0.1% of the range</a:t>
            </a:r>
            <a:r>
              <a:rPr lang="en-AU" sz="2400" dirty="0">
                <a:highlight>
                  <a:srgbClr val="FFFF00"/>
                </a:highlight>
              </a:rPr>
              <a:t> </a:t>
            </a:r>
            <a:r>
              <a:rPr lang="en-AU" sz="2400" dirty="0">
                <a:highlight>
                  <a:srgbClr val="00FF00"/>
                </a:highlight>
              </a:rPr>
              <a:t>so the minimum value is included. </a:t>
            </a:r>
          </a:p>
          <a:p>
            <a:r>
              <a:rPr lang="en-AU" sz="2400" dirty="0"/>
              <a:t>If your </a:t>
            </a:r>
            <a:r>
              <a:rPr lang="en-AU" sz="2400" b="1" dirty="0"/>
              <a:t>dataset contains a very large maximum fire size</a:t>
            </a:r>
            <a:r>
              <a:rPr lang="en-AU" sz="2400" dirty="0"/>
              <a:t>, </a:t>
            </a:r>
            <a:r>
              <a:rPr lang="en-AU" sz="2400" b="1" dirty="0"/>
              <a:t>even 0.1% of the range is large enough to push the first boundary below zero:</a:t>
            </a:r>
          </a:p>
          <a:p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2EFA67-9887-826F-87CE-0A5B00377F75}"/>
              </a:ext>
            </a:extLst>
          </p:cNvPr>
          <p:cNvSpPr txBox="1"/>
          <p:nvPr/>
        </p:nvSpPr>
        <p:spPr>
          <a:xfrm>
            <a:off x="2385015" y="54641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(-296.103, 76535.75]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98D8A4-C071-43C2-F96F-C6A349E46D02}"/>
              </a:ext>
            </a:extLst>
          </p:cNvPr>
          <p:cNvSpPr txBox="1"/>
          <p:nvPr/>
        </p:nvSpPr>
        <p:spPr>
          <a:xfrm>
            <a:off x="5065731" y="5181493"/>
            <a:ext cx="44669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This interval means:</a:t>
            </a:r>
          </a:p>
          <a:p>
            <a:pPr>
              <a:buNone/>
            </a:pP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−296.103&lt;acres burned≤76535.75 </a:t>
            </a:r>
          </a:p>
          <a:p>
            <a:pPr>
              <a:buNone/>
            </a:pP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It does not mean that the selected fires have negative sizes</a:t>
            </a:r>
          </a:p>
        </p:txBody>
      </p:sp>
    </p:spTree>
    <p:extLst>
      <p:ext uri="{BB962C8B-B14F-4D97-AF65-F5344CB8AC3E}">
        <p14:creationId xmlns:p14="http://schemas.microsoft.com/office/powerpoint/2010/main" val="118328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5F429F2-AE0F-551B-CEC0-690BD81F2718}"/>
              </a:ext>
            </a:extLst>
          </p:cNvPr>
          <p:cNvSpPr/>
          <p:nvPr/>
        </p:nvSpPr>
        <p:spPr>
          <a:xfrm>
            <a:off x="1351531" y="5210718"/>
            <a:ext cx="5206344" cy="10819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09CC3-2226-CD67-48AF-23B80C3CF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108220"/>
            <a:ext cx="10869248" cy="1205491"/>
          </a:xfrm>
        </p:spPr>
        <p:txBody>
          <a:bodyPr/>
          <a:lstStyle/>
          <a:p>
            <a:r>
              <a:rPr lang="en-US" dirty="0"/>
              <a:t>Custom Bins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86A104-70CE-9805-BE01-1BCA2C5C7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5703" y="2566971"/>
            <a:ext cx="5608451" cy="3998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DED1D6-D95C-7502-D03A-628010699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703" y="2949148"/>
            <a:ext cx="2507740" cy="4647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E97C8F-DD82-76E8-C323-F57048093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703" y="3361438"/>
            <a:ext cx="1792166" cy="10595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67ED15-F542-C08E-8996-C469656C99DA}"/>
              </a:ext>
            </a:extLst>
          </p:cNvPr>
          <p:cNvSpPr txBox="1"/>
          <p:nvPr/>
        </p:nvSpPr>
        <p:spPr>
          <a:xfrm>
            <a:off x="2998140" y="3712167"/>
            <a:ext cx="39764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These boundaries are mathematically equal, but values such as </a:t>
            </a:r>
            <a:r>
              <a:rPr lang="en-AU" b="1" dirty="0">
                <a:latin typeface="Cambria" panose="02040503050406030204" pitchFamily="18" charset="0"/>
                <a:ea typeface="Cambria" panose="02040503050406030204" pitchFamily="18" charset="0"/>
              </a:rPr>
              <a:t>54 and 76 do not necessarily correspond to meaningful academic grades</a:t>
            </a:r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592D29-F0CF-4651-4A51-F94E5B798D11}"/>
              </a:ext>
            </a:extLst>
          </p:cNvPr>
          <p:cNvSpPr txBox="1"/>
          <p:nvPr/>
        </p:nvSpPr>
        <p:spPr>
          <a:xfrm>
            <a:off x="7601374" y="2047648"/>
            <a:ext cx="38424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Manually</a:t>
            </a:r>
            <a:r>
              <a:rPr lang="en-AU" b="1" dirty="0">
                <a:latin typeface="Cambria" panose="02040503050406030204" pitchFamily="18" charset="0"/>
                <a:ea typeface="Cambria" panose="02040503050406030204" pitchFamily="18" charset="0"/>
              </a:rPr>
              <a:t> selected </a:t>
            </a:r>
            <a:r>
              <a:rPr lang="en-AU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meaningful</a:t>
            </a:r>
            <a:r>
              <a:rPr lang="en-AU" b="1" dirty="0">
                <a:latin typeface="Cambria" panose="02040503050406030204" pitchFamily="18" charset="0"/>
                <a:ea typeface="Cambria" panose="02040503050406030204" pitchFamily="18" charset="0"/>
              </a:rPr>
              <a:t> boundaries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C21C13-63AC-402B-6995-E88BC3E23BAF}"/>
              </a:ext>
            </a:extLst>
          </p:cNvPr>
          <p:cNvSpPr txBox="1"/>
          <p:nvPr/>
        </p:nvSpPr>
        <p:spPr>
          <a:xfrm>
            <a:off x="1008076" y="2098477"/>
            <a:ext cx="2182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Automatic</a:t>
            </a:r>
            <a:r>
              <a:rPr lang="en-AU" b="1" dirty="0">
                <a:latin typeface="Cambria" panose="02040503050406030204" pitchFamily="18" charset="0"/>
                <a:ea typeface="Cambria" panose="02040503050406030204" pitchFamily="18" charset="0"/>
              </a:rPr>
              <a:t> Bins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56F962-7594-3E16-EE4E-B21B3A5C032C}"/>
              </a:ext>
            </a:extLst>
          </p:cNvPr>
          <p:cNvSpPr txBox="1"/>
          <p:nvPr/>
        </p:nvSpPr>
        <p:spPr>
          <a:xfrm>
            <a:off x="1420039" y="5290009"/>
            <a:ext cx="50693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Automatic bins divide the numerical range evenly; </a:t>
            </a:r>
          </a:p>
          <a:p>
            <a:r>
              <a:rPr lang="en-AU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Manual bins divide it according to meaningful real-world rules.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1E0C214-432A-5B5A-A75B-2A2E39CB20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1374" y="2739026"/>
            <a:ext cx="3842479" cy="388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8077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D2420-7BDA-8871-1020-B208C9C73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Creating Custom Bins</a:t>
            </a:r>
            <a:br>
              <a:rPr lang="en-US" sz="3200" dirty="0"/>
            </a:br>
            <a:r>
              <a:rPr lang="en-US" sz="3200" dirty="0"/>
              <a:t>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53E464B-CDA5-5484-7D40-814C88EE0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761" y="0"/>
            <a:ext cx="9204239" cy="616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778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5658"/>
    </mc:Choice>
    <mc:Fallback xmlns="">
      <p:transition spd="slow" advTm="255658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4D2420-7BDA-8871-1020-B208C9C73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Creating Custom Bins</a:t>
            </a:r>
            <a:br>
              <a:rPr lang="en-US" sz="3200" dirty="0"/>
            </a:br>
            <a:r>
              <a:rPr lang="en-US" sz="3200" dirty="0"/>
              <a:t>(Cont.)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503FA68-9E12-EBFB-6EBB-75C74B60C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18" y="205364"/>
            <a:ext cx="8591381" cy="628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2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266"/>
    </mc:Choice>
    <mc:Fallback xmlns="">
      <p:transition spd="slow" advTm="80266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D80F7-9A9B-8E76-A6FE-BF706B59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1" y="93424"/>
            <a:ext cx="10869248" cy="1205491"/>
          </a:xfrm>
        </p:spPr>
        <p:txBody>
          <a:bodyPr/>
          <a:lstStyle/>
          <a:p>
            <a:r>
              <a:rPr lang="en-US" dirty="0" err="1"/>
              <a:t>pd.qcut</a:t>
            </a:r>
            <a:r>
              <a:rPr lang="en-US" dirty="0"/>
              <a:t>( 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2656E-4961-A05C-7DC7-CF52E4D47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960" y="1966091"/>
            <a:ext cx="11482548" cy="4567873"/>
          </a:xfrm>
        </p:spPr>
        <p:txBody>
          <a:bodyPr>
            <a:normAutofit/>
          </a:bodyPr>
          <a:lstStyle/>
          <a:p>
            <a:r>
              <a:rPr lang="en-AU" dirty="0" err="1"/>
              <a:t>pd.cut</a:t>
            </a:r>
            <a:r>
              <a:rPr lang="en-AU" dirty="0"/>
              <a:t>(bins=4) creates </a:t>
            </a:r>
            <a:r>
              <a:rPr lang="en-AU" b="1" dirty="0">
                <a:highlight>
                  <a:srgbClr val="00FF00"/>
                </a:highlight>
              </a:rPr>
              <a:t>equal-width ranges</a:t>
            </a:r>
            <a:r>
              <a:rPr lang="en-AU" dirty="0"/>
              <a:t>; </a:t>
            </a:r>
          </a:p>
          <a:p>
            <a:r>
              <a:rPr lang="en-AU" dirty="0"/>
              <a:t>If data is highly </a:t>
            </a:r>
            <a:r>
              <a:rPr lang="en-AU" dirty="0">
                <a:highlight>
                  <a:srgbClr val="FFFF00"/>
                </a:highlight>
              </a:rPr>
              <a:t>skewed</a:t>
            </a:r>
            <a:r>
              <a:rPr lang="en-AU" dirty="0"/>
              <a:t>, equal-width bins may place </a:t>
            </a:r>
            <a:r>
              <a:rPr lang="en-AU" dirty="0">
                <a:highlight>
                  <a:srgbClr val="FFFF00"/>
                </a:highlight>
              </a:rPr>
              <a:t>most observations in one bin</a:t>
            </a:r>
            <a:r>
              <a:rPr lang="en-AU" dirty="0"/>
              <a:t>.</a:t>
            </a:r>
          </a:p>
          <a:p>
            <a:r>
              <a:rPr lang="en-AU" dirty="0" err="1"/>
              <a:t>pd.qcut</a:t>
            </a:r>
            <a:r>
              <a:rPr lang="en-AU" dirty="0"/>
              <a:t>(q=4) creates bins containing approximately </a:t>
            </a:r>
            <a:r>
              <a:rPr lang="en-AU" dirty="0">
                <a:highlight>
                  <a:srgbClr val="FFFF00"/>
                </a:highlight>
              </a:rPr>
              <a:t>equal numbers of observations</a:t>
            </a:r>
            <a:r>
              <a:rPr lang="en-AU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D4083-F173-EF45-A034-E1FE92711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443" y="3554804"/>
            <a:ext cx="7925180" cy="308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983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D696F-A7D2-25B2-FC33-85BDE2878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02097"/>
            <a:ext cx="9547722" cy="1205491"/>
          </a:xfrm>
        </p:spPr>
        <p:txBody>
          <a:bodyPr>
            <a:normAutofit fontScale="90000"/>
          </a:bodyPr>
          <a:lstStyle/>
          <a:p>
            <a:r>
              <a:rPr lang="en-US" dirty="0"/>
              <a:t>Creating Bins with Equally Distributed Data Points </a:t>
            </a:r>
            <a:endParaRPr lang="en-AU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26E4B23-0789-4B01-624B-80CD9C967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8927" y="1848749"/>
            <a:ext cx="10312695" cy="500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733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B4D72-B57A-3EF6-96D3-800810835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Plotting the Binned Data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2B1C5B0-6AF0-0AC9-2BA0-2F3A50B4F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067" y="99565"/>
            <a:ext cx="8924712" cy="66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72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805"/>
    </mc:Choice>
    <mc:Fallback xmlns="">
      <p:transition spd="slow" advTm="162805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B436-4DF1-1FE1-151E-64597ABB6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93424"/>
            <a:ext cx="10869248" cy="1205491"/>
          </a:xfrm>
        </p:spPr>
        <p:txBody>
          <a:bodyPr/>
          <a:lstStyle/>
          <a:p>
            <a:r>
              <a:rPr lang="en-AU" dirty="0" err="1"/>
              <a:t>sns.catplot</a:t>
            </a:r>
            <a:r>
              <a:rPr lang="en-AU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3B958-B493-DCD5-A11E-1ADE16679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951" y="2304657"/>
            <a:ext cx="10193183" cy="409636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 err="1"/>
              <a:t>sns.catplot</a:t>
            </a:r>
            <a:r>
              <a:rPr lang="en-AU" sz="2400" dirty="0"/>
              <a:t>() is a Seaborn function for visualising relationships involving at least one </a:t>
            </a:r>
            <a:r>
              <a:rPr lang="en-AU" sz="2400" b="1" dirty="0"/>
              <a:t>categorical variable.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 err="1"/>
              <a:t>catplot</a:t>
            </a:r>
            <a:r>
              <a:rPr lang="en-AU" sz="2400" dirty="0"/>
              <a:t>() is a </a:t>
            </a:r>
            <a:r>
              <a:rPr lang="en-AU" sz="2400" b="1" dirty="0"/>
              <a:t>figure-level function</a:t>
            </a:r>
            <a:r>
              <a:rPr lang="en-AU" sz="2400" dirty="0"/>
              <a:t>, making it easier to create multiple subplots using col and row.</a:t>
            </a:r>
          </a:p>
        </p:txBody>
      </p:sp>
    </p:spTree>
    <p:extLst>
      <p:ext uri="{BB962C8B-B14F-4D97-AF65-F5344CB8AC3E}">
        <p14:creationId xmlns:p14="http://schemas.microsoft.com/office/powerpoint/2010/main" val="19116178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F87B63FE-3AC2-C03F-5C84-376CF2BBC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109" b="8621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26C9F-24EB-EDCE-3456-4830A636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9" y="4850597"/>
            <a:ext cx="9572042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More Skills for Data Analysis</a:t>
            </a:r>
          </a:p>
        </p:txBody>
      </p:sp>
    </p:spTree>
    <p:extLst>
      <p:ext uri="{BB962C8B-B14F-4D97-AF65-F5344CB8AC3E}">
        <p14:creationId xmlns:p14="http://schemas.microsoft.com/office/powerpoint/2010/main" val="273822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25"/>
    </mc:Choice>
    <mc:Fallback xmlns="">
      <p:transition spd="slow" advTm="10325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0DF92-A0DB-CB20-5144-F4F16A9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Get the </a:t>
            </a:r>
            <a:br>
              <a:rPr lang="en-US" sz="3200" dirty="0"/>
            </a:br>
            <a:r>
              <a:rPr lang="en-US" sz="3200" dirty="0"/>
              <a:t>Top N Rows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98518D6-2151-D7F8-FBA8-B583D18A1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8" y="16421"/>
            <a:ext cx="5325293" cy="3396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A09A4F-B607-E468-49C9-F51F8AEBF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8" y="3427559"/>
            <a:ext cx="5710031" cy="3429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6019B2-6A22-75CF-6264-A55A77555739}"/>
              </a:ext>
            </a:extLst>
          </p:cNvPr>
          <p:cNvSpPr/>
          <p:nvPr/>
        </p:nvSpPr>
        <p:spPr>
          <a:xfrm>
            <a:off x="6096001" y="5521911"/>
            <a:ext cx="633274" cy="843378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A7D8C3-98E3-C8A1-D83B-007483929C5F}"/>
              </a:ext>
            </a:extLst>
          </p:cNvPr>
          <p:cNvSpPr/>
          <p:nvPr/>
        </p:nvSpPr>
        <p:spPr>
          <a:xfrm>
            <a:off x="7784405" y="5521911"/>
            <a:ext cx="826934" cy="843378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A9FF4A-2BA0-388E-CBA1-A7EA16A8D172}"/>
              </a:ext>
            </a:extLst>
          </p:cNvPr>
          <p:cNvSpPr/>
          <p:nvPr/>
        </p:nvSpPr>
        <p:spPr>
          <a:xfrm>
            <a:off x="5779359" y="870402"/>
            <a:ext cx="633274" cy="2467602"/>
          </a:xfrm>
          <a:prstGeom prst="round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228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0416"/>
    </mc:Choice>
    <mc:Fallback xmlns="">
      <p:transition spd="slow" advTm="180416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19EAE5D-7698-692E-20E0-37FC44C2BBDD}"/>
              </a:ext>
            </a:extLst>
          </p:cNvPr>
          <p:cNvSpPr/>
          <p:nvPr/>
        </p:nvSpPr>
        <p:spPr>
          <a:xfrm>
            <a:off x="1530268" y="3406648"/>
            <a:ext cx="7955387" cy="54095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BF701A-241B-18B5-00A7-17D85759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82169"/>
            <a:ext cx="10869248" cy="1205491"/>
          </a:xfrm>
        </p:spPr>
        <p:txBody>
          <a:bodyPr/>
          <a:lstStyle/>
          <a:p>
            <a:r>
              <a:rPr lang="en-AU" dirty="0" err="1"/>
              <a:t>df.pct_change</a:t>
            </a:r>
            <a:r>
              <a:rPr lang="en-AU" dirty="0"/>
              <a:t>(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53A7E-DBD7-26BF-1BB3-BBB68DB96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131" y="1899417"/>
            <a:ext cx="10869248" cy="4096363"/>
          </a:xfrm>
        </p:spPr>
        <p:txBody>
          <a:bodyPr>
            <a:normAutofit/>
          </a:bodyPr>
          <a:lstStyle/>
          <a:p>
            <a:r>
              <a:rPr lang="en-AU" dirty="0"/>
              <a:t>It calculates the </a:t>
            </a:r>
            <a:r>
              <a:rPr lang="en-AU" b="1" dirty="0"/>
              <a:t>percentage change between a value and its previous value</a:t>
            </a:r>
            <a:r>
              <a:rPr lang="en-AU" dirty="0"/>
              <a:t> in a Pandas Series or </a:t>
            </a:r>
            <a:r>
              <a:rPr lang="en-AU" dirty="0" err="1"/>
              <a:t>DataFrame</a:t>
            </a:r>
            <a:r>
              <a:rPr lang="en-AU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918465-C06F-9F4E-3EA3-4A8A961A4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376" y="2438937"/>
            <a:ext cx="6072255" cy="8552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2A469B-0F1A-1888-3F80-79DE34120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713" y="4060063"/>
            <a:ext cx="4752466" cy="1379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7A244B-5EC6-5F24-31E4-596A39629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2713" y="5407781"/>
            <a:ext cx="1677210" cy="14502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27014F-D633-E322-5A08-C8E15F6D27F7}"/>
              </a:ext>
            </a:extLst>
          </p:cNvPr>
          <p:cNvSpPr txBox="1"/>
          <p:nvPr/>
        </p:nvSpPr>
        <p:spPr>
          <a:xfrm>
            <a:off x="3989923" y="5761490"/>
            <a:ext cx="683674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AU" sz="2000" dirty="0">
                <a:latin typeface="Cambria" panose="02040503050406030204" pitchFamily="18" charset="0"/>
              </a:rPr>
              <a:t>From 100 to 120: (120 − 100) / 100 = 0.20 → </a:t>
            </a:r>
            <a:r>
              <a:rPr lang="en-AU" sz="2000" b="1" dirty="0">
                <a:latin typeface="Cambria" panose="02040503050406030204" pitchFamily="18" charset="0"/>
              </a:rPr>
              <a:t>20% increase </a:t>
            </a:r>
          </a:p>
          <a:p>
            <a:pPr lvl="0"/>
            <a:r>
              <a:rPr lang="en-AU" sz="2000" dirty="0">
                <a:latin typeface="Cambria" panose="02040503050406030204" pitchFamily="18" charset="0"/>
              </a:rPr>
              <a:t>From 120 to 90: (90 − 120) / 120 = −0.25 → </a:t>
            </a:r>
            <a:r>
              <a:rPr lang="en-AU" sz="2000" b="1" dirty="0">
                <a:latin typeface="Cambria" panose="02040503050406030204" pitchFamily="18" charset="0"/>
              </a:rPr>
              <a:t>25% decrease </a:t>
            </a:r>
          </a:p>
          <a:p>
            <a:pPr lvl="0"/>
            <a:r>
              <a:rPr lang="en-AU" sz="2000" dirty="0">
                <a:latin typeface="Cambria" panose="02040503050406030204" pitchFamily="18" charset="0"/>
              </a:rPr>
              <a:t>From 90 to 135: (135 − 90) / 90 = 0.50 → </a:t>
            </a:r>
            <a:r>
              <a:rPr lang="en-AU" sz="2000" b="1" dirty="0">
                <a:latin typeface="Cambria" panose="02040503050406030204" pitchFamily="18" charset="0"/>
              </a:rPr>
              <a:t>50% increase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190A41-A28A-C4B3-2F62-4905CC00B623}"/>
              </a:ext>
            </a:extLst>
          </p:cNvPr>
          <p:cNvSpPr txBox="1"/>
          <p:nvPr/>
        </p:nvSpPr>
        <p:spPr>
          <a:xfrm>
            <a:off x="1530268" y="3477068"/>
            <a:ext cx="85629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>
                <a:latin typeface="Cambria" panose="02040503050406030204" pitchFamily="18" charset="0"/>
              </a:rPr>
              <a:t>The </a:t>
            </a:r>
            <a:r>
              <a:rPr lang="en-AU" sz="2000" dirty="0">
                <a:highlight>
                  <a:srgbClr val="FFFF00"/>
                </a:highlight>
                <a:latin typeface="Cambria" panose="02040503050406030204" pitchFamily="18" charset="0"/>
              </a:rPr>
              <a:t>first</a:t>
            </a:r>
            <a:r>
              <a:rPr lang="en-AU" sz="2000" dirty="0">
                <a:latin typeface="Cambria" panose="02040503050406030204" pitchFamily="18" charset="0"/>
              </a:rPr>
              <a:t> result is </a:t>
            </a:r>
            <a:r>
              <a:rPr lang="en-AU" sz="2000" dirty="0" err="1">
                <a:highlight>
                  <a:srgbClr val="FFFF00"/>
                </a:highlight>
                <a:latin typeface="Cambria" panose="02040503050406030204" pitchFamily="18" charset="0"/>
              </a:rPr>
              <a:t>NaN</a:t>
            </a:r>
            <a:r>
              <a:rPr lang="en-AU" sz="2000" dirty="0">
                <a:latin typeface="Cambria" panose="02040503050406030204" pitchFamily="18" charset="0"/>
              </a:rPr>
              <a:t> because there is no earlier value to compare with</a:t>
            </a:r>
            <a:r>
              <a:rPr lang="en-A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26079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0DF92-A0DB-CB20-5144-F4F16A9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Calculate Percent Change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786165A-370D-D4AF-8D1A-8E9ED49DE9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0375"/>
          <a:stretch/>
        </p:blipFill>
        <p:spPr>
          <a:xfrm>
            <a:off x="3194219" y="397275"/>
            <a:ext cx="7772400" cy="1474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BBA54F-3155-9A61-EC63-DA64E91C2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8798" y="1871558"/>
            <a:ext cx="2627821" cy="457394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EAC16F5-AA75-0CE2-F982-D91E57C4376F}"/>
              </a:ext>
            </a:extLst>
          </p:cNvPr>
          <p:cNvCxnSpPr/>
          <p:nvPr/>
        </p:nvCxnSpPr>
        <p:spPr>
          <a:xfrm>
            <a:off x="6096000" y="3186467"/>
            <a:ext cx="1962912" cy="0"/>
          </a:xfrm>
          <a:prstGeom prst="straightConnector1">
            <a:avLst/>
          </a:prstGeom>
          <a:ln w="1047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0EA0FC5-EF0B-9ABD-62BE-78B8AAA69671}"/>
              </a:ext>
            </a:extLst>
          </p:cNvPr>
          <p:cNvSpPr/>
          <p:nvPr/>
        </p:nvSpPr>
        <p:spPr>
          <a:xfrm>
            <a:off x="8431138" y="2154089"/>
            <a:ext cx="2535480" cy="1963775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D9C674-D970-6448-F644-987044314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219" y="1871555"/>
            <a:ext cx="2529555" cy="422345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F95D8B7-38F8-2A0A-ADF4-F9E23F60A4BF}"/>
              </a:ext>
            </a:extLst>
          </p:cNvPr>
          <p:cNvSpPr/>
          <p:nvPr/>
        </p:nvSpPr>
        <p:spPr>
          <a:xfrm>
            <a:off x="3188294" y="2193693"/>
            <a:ext cx="2474723" cy="1963775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2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5258"/>
    </mc:Choice>
    <mc:Fallback xmlns="">
      <p:transition spd="slow" advTm="185258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DBD2-6E3B-3A33-9C81-3BB4F30D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93424"/>
            <a:ext cx="10869248" cy="1205491"/>
          </a:xfrm>
        </p:spPr>
        <p:txBody>
          <a:bodyPr/>
          <a:lstStyle/>
          <a:p>
            <a:r>
              <a:rPr lang="en-AU" dirty="0" err="1"/>
              <a:t>df.column.rank</a:t>
            </a:r>
            <a:r>
              <a:rPr lang="en-AU" dirty="0"/>
              <a:t>(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60817-8D58-A971-3BD2-F35B72D27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824" y="2305613"/>
            <a:ext cx="10869248" cy="409636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/>
              <a:t>.rank() assigns a </a:t>
            </a:r>
            <a:r>
              <a:rPr lang="en-AU" sz="2400" b="1" dirty="0"/>
              <a:t>rank or position</a:t>
            </a:r>
            <a:r>
              <a:rPr lang="en-AU" sz="2400" dirty="0"/>
              <a:t> to each value in a Pandas Series or </a:t>
            </a:r>
            <a:r>
              <a:rPr lang="en-AU" sz="2400" dirty="0" err="1"/>
              <a:t>DataFrame</a:t>
            </a:r>
            <a:r>
              <a:rPr lang="en-AU" sz="24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/>
              <a:t>By default, the </a:t>
            </a:r>
            <a:r>
              <a:rPr lang="en-AU" sz="2400" b="1" dirty="0">
                <a:highlight>
                  <a:srgbClr val="FFFF00"/>
                </a:highlight>
              </a:rPr>
              <a:t>smallest</a:t>
            </a:r>
            <a:r>
              <a:rPr lang="en-AU" sz="2400" dirty="0"/>
              <a:t> value receives </a:t>
            </a:r>
            <a:r>
              <a:rPr lang="en-AU" sz="2400" b="1" dirty="0">
                <a:highlight>
                  <a:srgbClr val="FFFF00"/>
                </a:highlight>
              </a:rPr>
              <a:t>rank 1</a:t>
            </a:r>
            <a:r>
              <a:rPr lang="en-AU" sz="24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AU" sz="2400" dirty="0"/>
              <a:t>To give the </a:t>
            </a:r>
            <a:r>
              <a:rPr lang="en-AU" sz="2400" b="1" dirty="0">
                <a:highlight>
                  <a:srgbClr val="00FFFF"/>
                </a:highlight>
              </a:rPr>
              <a:t>largest value rank 1</a:t>
            </a:r>
            <a:r>
              <a:rPr lang="en-AU" sz="2400" dirty="0"/>
              <a:t>, use:   </a:t>
            </a:r>
            <a:r>
              <a:rPr lang="en-AU" sz="2400" dirty="0" err="1"/>
              <a:t>df.column.rank</a:t>
            </a:r>
            <a:r>
              <a:rPr lang="en-AU" sz="2400" dirty="0"/>
              <a:t>(</a:t>
            </a:r>
            <a:r>
              <a:rPr lang="en-AU" sz="2400" dirty="0">
                <a:highlight>
                  <a:srgbClr val="00FFFF"/>
                </a:highlight>
              </a:rPr>
              <a:t>ascending=False</a:t>
            </a:r>
            <a:r>
              <a:rPr lang="en-AU" sz="2400" dirty="0"/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172990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0DF92-A0DB-CB20-5144-F4F16A9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Ranking Rows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2C81369-9500-997C-E526-12EE088A7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838" y="260952"/>
            <a:ext cx="7775581" cy="633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2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053"/>
    </mc:Choice>
    <mc:Fallback xmlns="">
      <p:transition spd="slow" advTm="256053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63BDCF-4797-A9C4-0DB8-D9196A2DEE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552" y="676591"/>
            <a:ext cx="10869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What happens when values are equal?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4D3A9F-F43A-F5EA-37E1-583F6E1247E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31545" y="1857171"/>
            <a:ext cx="10622255" cy="129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method</a:t>
            </a:r>
            <a:r>
              <a:rPr lang="en-US" dirty="0"/>
              <a:t> parameter in the rank() method specifies </a:t>
            </a:r>
            <a:r>
              <a:rPr lang="en-US" dirty="0">
                <a:highlight>
                  <a:srgbClr val="FFFF00"/>
                </a:highlight>
              </a:rPr>
              <a:t>how to handle </a:t>
            </a:r>
            <a:r>
              <a:rPr lang="en-US" b="1" dirty="0">
                <a:highlight>
                  <a:srgbClr val="FFFF00"/>
                </a:highlight>
              </a:rPr>
              <a:t>ties</a:t>
            </a:r>
            <a:r>
              <a:rPr lang="en-US" dirty="0"/>
              <a:t>, i.e., situations where </a:t>
            </a:r>
            <a:r>
              <a:rPr lang="en-US" b="1" dirty="0">
                <a:highlight>
                  <a:srgbClr val="FFFF00"/>
                </a:highlight>
              </a:rPr>
              <a:t>two or more elements have the same value</a:t>
            </a:r>
            <a:r>
              <a:rPr lang="en-US" dirty="0"/>
              <a:t>. </a:t>
            </a:r>
          </a:p>
          <a:p>
            <a:endParaRPr lang="en-AU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8F8C2FA-7FF8-500C-BDB0-328168222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626774"/>
              </p:ext>
            </p:extLst>
          </p:nvPr>
        </p:nvGraphicFramePr>
        <p:xfrm>
          <a:off x="6788367" y="3151756"/>
          <a:ext cx="2925820" cy="2103120"/>
        </p:xfrm>
        <a:graphic>
          <a:graphicData uri="http://schemas.openxmlformats.org/drawingml/2006/table">
            <a:tbl>
              <a:tblPr/>
              <a:tblGrid>
                <a:gridCol w="1462910">
                  <a:extLst>
                    <a:ext uri="{9D8B030D-6E8A-4147-A177-3AD203B41FA5}">
                      <a16:colId xmlns:a16="http://schemas.microsoft.com/office/drawing/2014/main" val="3532861534"/>
                    </a:ext>
                  </a:extLst>
                </a:gridCol>
                <a:gridCol w="1462910">
                  <a:extLst>
                    <a:ext uri="{9D8B030D-6E8A-4147-A177-3AD203B41FA5}">
                      <a16:colId xmlns:a16="http://schemas.microsoft.com/office/drawing/2014/main" val="39031277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Original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AU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525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731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625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647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AU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042603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FA5584E-E9AF-14FF-B55B-F626B1B76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28" y="3019105"/>
            <a:ext cx="3788388" cy="8920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6F35A85-6175-EB80-AEC3-0B921032D896}"/>
              </a:ext>
            </a:extLst>
          </p:cNvPr>
          <p:cNvSpPr txBox="1"/>
          <p:nvPr/>
        </p:nvSpPr>
        <p:spPr>
          <a:xfrm>
            <a:off x="1403787" y="4123326"/>
            <a:ext cx="441368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sz="2000" dirty="0">
                <a:latin typeface="Cambria" panose="02040503050406030204" pitchFamily="18" charset="0"/>
              </a:rPr>
              <a:t>The two 80 values are tied. They occupy positions 2 and 3, so the default </a:t>
            </a:r>
            <a:r>
              <a:rPr lang="en-AU" sz="2000" dirty="0">
                <a:highlight>
                  <a:srgbClr val="FFFF00"/>
                </a:highlight>
                <a:latin typeface="Cambria" panose="02040503050406030204" pitchFamily="18" charset="0"/>
              </a:rPr>
              <a:t>method='average' </a:t>
            </a:r>
            <a:r>
              <a:rPr lang="en-AU" sz="2000" dirty="0">
                <a:latin typeface="Cambria" panose="02040503050406030204" pitchFamily="18" charset="0"/>
              </a:rPr>
              <a:t>gives both:</a:t>
            </a:r>
          </a:p>
          <a:p>
            <a:pPr>
              <a:buNone/>
            </a:pPr>
            <a:r>
              <a:rPr lang="en-AU" sz="2000" dirty="0">
                <a:latin typeface="Cambria" panose="02040503050406030204" pitchFamily="18" charset="0"/>
              </a:rPr>
              <a:t>                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073ED2-BD56-0A50-B4A7-5DAEFF58B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554" y="5311632"/>
            <a:ext cx="1516535" cy="86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8422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0DF92-A0DB-CB20-5144-F4F16A99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19" y="400543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Ranking Rows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064203F-C169-64BF-3F14-4DE3E732B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415" y="237329"/>
            <a:ext cx="8968364" cy="3278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BC3CDD-ED96-1186-7A72-87AC2FE4A600}"/>
              </a:ext>
            </a:extLst>
          </p:cNvPr>
          <p:cNvSpPr txBox="1"/>
          <p:nvPr/>
        </p:nvSpPr>
        <p:spPr>
          <a:xfrm>
            <a:off x="3194219" y="4073405"/>
            <a:ext cx="83516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</a:rPr>
              <a:t>In this case, </a:t>
            </a:r>
            <a:r>
              <a:rPr lang="en-US" b="1" dirty="0">
                <a:highlight>
                  <a:srgbClr val="FFFF00"/>
                </a:highlight>
                <a:latin typeface="Cambria" panose="02040503050406030204" pitchFamily="18" charset="0"/>
              </a:rPr>
              <a:t>method='max' </a:t>
            </a:r>
            <a:r>
              <a:rPr lang="en-US" dirty="0">
                <a:latin typeface="Cambria" panose="02040503050406030204" pitchFamily="18" charset="0"/>
              </a:rPr>
              <a:t>means that the </a:t>
            </a:r>
            <a:r>
              <a:rPr lang="en-US" dirty="0">
                <a:highlight>
                  <a:srgbClr val="FFFF00"/>
                </a:highlight>
                <a:latin typeface="Cambria" panose="02040503050406030204" pitchFamily="18" charset="0"/>
              </a:rPr>
              <a:t>largest rank is assigned to the tied values</a:t>
            </a:r>
            <a:r>
              <a:rPr lang="en-US" dirty="0">
                <a:latin typeface="Cambria" panose="02040503050406030204" pitchFamily="18" charset="0"/>
              </a:rPr>
              <a:t>. If two elements have the same value, they </a:t>
            </a:r>
            <a:r>
              <a:rPr lang="en-AU" dirty="0">
                <a:latin typeface="Cambria" panose="02040503050406030204" pitchFamily="18" charset="0"/>
              </a:rPr>
              <a:t>are both assigned the highest rank</a:t>
            </a:r>
            <a:r>
              <a:rPr lang="en-US" dirty="0">
                <a:latin typeface="Cambria" panose="02040503050406030204" pitchFamily="18" charset="0"/>
              </a:rPr>
              <a:t>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1D2C78-80C3-1D81-82D5-13097A2362B5}"/>
              </a:ext>
            </a:extLst>
          </p:cNvPr>
          <p:cNvSpPr/>
          <p:nvPr/>
        </p:nvSpPr>
        <p:spPr>
          <a:xfrm>
            <a:off x="7925549" y="2522874"/>
            <a:ext cx="489859" cy="598715"/>
          </a:xfrm>
          <a:prstGeom prst="rect">
            <a:avLst/>
          </a:prstGeom>
          <a:solidFill>
            <a:srgbClr val="92D050">
              <a:alpha val="9000"/>
            </a:srgb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8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165"/>
    </mc:Choice>
    <mc:Fallback xmlns="">
      <p:transition spd="slow" advTm="154165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3F5F-2B13-28BD-3ECD-8AB6AFE2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AA102-EDE6-9B55-37B7-018D15104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science from scratch: first principles with Python, Joel Grus, O'Reilly Media,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for Data Analysis: Data Wrangling with Pandas, NumPy, and </a:t>
            </a:r>
            <a:r>
              <a:rPr lang="en-US" dirty="0" err="1"/>
              <a:t>IPython</a:t>
            </a:r>
            <a:r>
              <a:rPr lang="en-US" dirty="0"/>
              <a:t>, Wes McKinney, O'Reilly Media, 3rd edition, 2022.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Data Science Handbook: Essential Tools for Working with Data, Jake </a:t>
            </a:r>
            <a:r>
              <a:rPr lang="en-US" dirty="0" err="1"/>
              <a:t>Vanderplas</a:t>
            </a:r>
            <a:r>
              <a:rPr lang="en-US" dirty="0"/>
              <a:t>, O'Reilly Media, 2022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Murach’s</a:t>
            </a:r>
            <a:r>
              <a:rPr lang="en-US" dirty="0"/>
              <a:t> Python for Data Analysis, Scott McCoy, Mike </a:t>
            </a:r>
            <a:r>
              <a:rPr lang="en-US" dirty="0" err="1"/>
              <a:t>Murach</a:t>
            </a:r>
            <a:r>
              <a:rPr lang="en-US" dirty="0"/>
              <a:t> &amp; Associates, Incorporated, 2021.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Intro to Python for Computer Science and Data Science: Learning to Program with AI, Big Data and The Cloud, Paul </a:t>
            </a:r>
            <a:r>
              <a:rPr lang="en-US" dirty="0" err="1"/>
              <a:t>Deitel</a:t>
            </a:r>
            <a:r>
              <a:rPr lang="en-US" dirty="0"/>
              <a:t>, Pearson Education Limited, 2021.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ChatGPT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93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70"/>
    </mc:Choice>
    <mc:Fallback xmlns="">
      <p:transition spd="slow" advTm="657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Rectangle 309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01" name="Slide Background">
            <a:extLst>
              <a:ext uri="{FF2B5EF4-FFF2-40B4-BE49-F238E27FC236}">
                <a16:creationId xmlns:a16="http://schemas.microsoft.com/office/drawing/2014/main" id="{B874FC77-B1AD-4469-830E-1F1D54FB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1879D-F756-F7EC-BF8D-7396BD0C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30" y="4850597"/>
            <a:ext cx="5741086" cy="1374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latin typeface="+mj-lt"/>
              </a:rPr>
              <a:t>End of lecture …</a:t>
            </a:r>
          </a:p>
        </p:txBody>
      </p:sp>
      <p:pic>
        <p:nvPicPr>
          <p:cNvPr id="3" name="Picture 4" descr="Free Meeting Modern photo and picture">
            <a:extLst>
              <a:ext uri="{FF2B5EF4-FFF2-40B4-BE49-F238E27FC236}">
                <a16:creationId xmlns:a16="http://schemas.microsoft.com/office/drawing/2014/main" id="{E87ED6FD-3B2B-53B2-272A-46E3D4A04D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 bwMode="auto">
          <a:xfrm>
            <a:off x="20" y="10"/>
            <a:ext cx="12191979" cy="6857988"/>
          </a:xfrm>
          <a:prstGeom prst="rect">
            <a:avLst/>
          </a:prstGeom>
          <a:noFill/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3" name="Rectangle 3102">
            <a:extLst>
              <a:ext uri="{FF2B5EF4-FFF2-40B4-BE49-F238E27FC236}">
                <a16:creationId xmlns:a16="http://schemas.microsoft.com/office/drawing/2014/main" id="{A6834A66-723F-4B47-BF01-F6D4B2A1B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6027"/>
            <a:ext cx="12192000" cy="228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A3CA45-132C-6431-649F-B82F58242D0A}"/>
              </a:ext>
            </a:extLst>
          </p:cNvPr>
          <p:cNvSpPr txBox="1">
            <a:spLocks/>
          </p:cNvSpPr>
          <p:nvPr/>
        </p:nvSpPr>
        <p:spPr>
          <a:xfrm>
            <a:off x="475130" y="5002997"/>
            <a:ext cx="5741086" cy="13747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Cambria" panose="02040503050406030204" pitchFamily="18" charset="0"/>
                <a:ea typeface="+mj-ea"/>
                <a:cs typeface="+mj-cs"/>
              </a:defRPr>
            </a:lvl1pPr>
          </a:lstStyle>
          <a:p>
            <a:r>
              <a:rPr lang="en-US" sz="3600"/>
              <a:t>End of lecture …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3912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21"/>
    </mc:Choice>
    <mc:Fallback xmlns="">
      <p:transition spd="slow" advTm="7221"/>
    </mc:Fallback>
  </mc:AlternateContent>
</p:sld>
</file>

<file path=ppt/theme/theme1.xml><?xml version="1.0" encoding="utf-8"?>
<a:theme xmlns:a="http://schemas.openxmlformats.org/drawingml/2006/main" name="MatrixVTI">
  <a:themeElements>
    <a:clrScheme name="AnalogousFromDarkSeedLeftStep">
      <a:dk1>
        <a:srgbClr val="000000"/>
      </a:dk1>
      <a:lt1>
        <a:srgbClr val="FFFFFF"/>
      </a:lt1>
      <a:dk2>
        <a:srgbClr val="2F1B2F"/>
      </a:dk2>
      <a:lt2>
        <a:srgbClr val="F0F3F2"/>
      </a:lt2>
      <a:accent1>
        <a:srgbClr val="E72989"/>
      </a:accent1>
      <a:accent2>
        <a:srgbClr val="D517C6"/>
      </a:accent2>
      <a:accent3>
        <a:srgbClr val="A629E7"/>
      </a:accent3>
      <a:accent4>
        <a:srgbClr val="542AD8"/>
      </a:accent4>
      <a:accent5>
        <a:srgbClr val="294AE7"/>
      </a:accent5>
      <a:accent6>
        <a:srgbClr val="1787D5"/>
      </a:accent6>
      <a:hlink>
        <a:srgbClr val="3F40BF"/>
      </a:hlink>
      <a:folHlink>
        <a:srgbClr val="7F7F7F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{92A7E645-25A4-9944-AA59-369BA7A7B2F7}tf10001070</Template>
  <TotalTime>29337</TotalTime>
  <Words>2177</Words>
  <Application>Microsoft Office PowerPoint</Application>
  <PresentationFormat>Widescreen</PresentationFormat>
  <Paragraphs>334</Paragraphs>
  <Slides>53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3" baseType="lpstr">
      <vt:lpstr>Aptos Black</vt:lpstr>
      <vt:lpstr>Arial</vt:lpstr>
      <vt:lpstr>Avenir Next LT Pro</vt:lpstr>
      <vt:lpstr>Bahnschrift</vt:lpstr>
      <vt:lpstr>Calibri</vt:lpstr>
      <vt:lpstr>Cambria</vt:lpstr>
      <vt:lpstr>Courier New</vt:lpstr>
      <vt:lpstr>Times New Roman</vt:lpstr>
      <vt:lpstr>Wingdings</vt:lpstr>
      <vt:lpstr>MatrixVTI</vt:lpstr>
      <vt:lpstr>Data Analysis</vt:lpstr>
      <vt:lpstr>Objectives</vt:lpstr>
      <vt:lpstr>How to Create and Plot Long Data</vt:lpstr>
      <vt:lpstr>Melting Data in Pandas</vt:lpstr>
      <vt:lpstr>How pd.melt( ) works?</vt:lpstr>
      <vt:lpstr>Melting Columns to Create  Long Data</vt:lpstr>
      <vt:lpstr>Plotting Melted Columns (Cont.) </vt:lpstr>
      <vt:lpstr>sns.relplot( )</vt:lpstr>
      <vt:lpstr>Sns.relplot( ) parameters and their purposes</vt:lpstr>
      <vt:lpstr>Plotting Melted Columns</vt:lpstr>
      <vt:lpstr>How to Group and Aggregate the Data</vt:lpstr>
      <vt:lpstr>How groupby() Orders Groups</vt:lpstr>
      <vt:lpstr>Working with a DataFrame GroupBy Object</vt:lpstr>
      <vt:lpstr>Group &amp; Apply a Single Aggregate Method</vt:lpstr>
      <vt:lpstr>Group &amp; Apply a Single Aggregate Method (Cont.)</vt:lpstr>
      <vt:lpstr>Group &amp; Apply a Single Aggregate Method (Cont.)</vt:lpstr>
      <vt:lpstr>How to apply multiple aggregate methods  </vt:lpstr>
      <vt:lpstr>Group &amp; Apply Multiple Aggregate Methods</vt:lpstr>
      <vt:lpstr>Group &amp; Apply Multiple Aggregate Methods (Cont.)</vt:lpstr>
      <vt:lpstr>How to Create and Use Pivot Tables</vt:lpstr>
      <vt:lpstr>How to use the pivot( ) method</vt:lpstr>
      <vt:lpstr>Using pivot()</vt:lpstr>
      <vt:lpstr>Using pivot() (Cont.)</vt:lpstr>
      <vt:lpstr>Pandas .pivot_table( )</vt:lpstr>
      <vt:lpstr>Takeaway </vt:lpstr>
      <vt:lpstr>Using pivot_table()</vt:lpstr>
      <vt:lpstr>How to Work with Bins</vt:lpstr>
      <vt:lpstr>What is binning?</vt:lpstr>
      <vt:lpstr>Why do we bin data? Easier to understand</vt:lpstr>
      <vt:lpstr>Make groups easier to compare</vt:lpstr>
      <vt:lpstr>Create clearer visualisations</vt:lpstr>
      <vt:lpstr>Reduce noise</vt:lpstr>
      <vt:lpstr>Creating Bins of Equal Size</vt:lpstr>
      <vt:lpstr>How to interpret bins?</vt:lpstr>
      <vt:lpstr>Understanding interval boundaries</vt:lpstr>
      <vt:lpstr>How Pandas allocate bins?</vt:lpstr>
      <vt:lpstr>Custom Bins</vt:lpstr>
      <vt:lpstr>Creating Custom Bins (Cont.)</vt:lpstr>
      <vt:lpstr>Creating Custom Bins (Cont.)</vt:lpstr>
      <vt:lpstr>pd.qcut( )</vt:lpstr>
      <vt:lpstr>Creating Bins with Equally Distributed Data Points </vt:lpstr>
      <vt:lpstr>Plotting the Binned Data</vt:lpstr>
      <vt:lpstr>sns.catplot()</vt:lpstr>
      <vt:lpstr>More Skills for Data Analysis</vt:lpstr>
      <vt:lpstr>Get the  Top N Rows</vt:lpstr>
      <vt:lpstr>df.pct_change( )</vt:lpstr>
      <vt:lpstr>Calculate Percent Change</vt:lpstr>
      <vt:lpstr>df.column.rank( )</vt:lpstr>
      <vt:lpstr>Ranking Rows</vt:lpstr>
      <vt:lpstr>What happens when values are equal?</vt:lpstr>
      <vt:lpstr>Ranking Rows</vt:lpstr>
      <vt:lpstr>References</vt:lpstr>
      <vt:lpstr>End of lecture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Science</dc:title>
  <dc:creator>Davoud Mougouei</dc:creator>
  <cp:lastModifiedBy>Fatima Ansarizadeh</cp:lastModifiedBy>
  <cp:revision>986</cp:revision>
  <dcterms:created xsi:type="dcterms:W3CDTF">2023-02-28T21:57:24Z</dcterms:created>
  <dcterms:modified xsi:type="dcterms:W3CDTF">2026-08-24T00:42:29Z</dcterms:modified>
</cp:coreProperties>
</file>