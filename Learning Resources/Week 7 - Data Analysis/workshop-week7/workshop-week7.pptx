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035"/>
  </p:normalViewPr>
  <p:slideViewPr>
    <p:cSldViewPr snapToGrid="0">
      <p:cViewPr varScale="1">
        <p:scale>
          <a:sx n="127" d="100"/>
          <a:sy n="127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C569E7-DA93-4CBC-8743-3D24EF4C5B1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640B877-C1C6-EB42-A02B-72DB37A64350}">
      <dgm:prSet/>
      <dgm:spPr/>
      <dgm:t>
        <a:bodyPr/>
        <a:lstStyle/>
        <a:p>
          <a:pPr algn="ctr" rtl="0"/>
          <a:r>
            <a:rPr lang="en-US" dirty="0"/>
            <a:t>Pass Task P6</a:t>
          </a:r>
        </a:p>
      </dgm:t>
    </dgm:pt>
    <dgm:pt modelId="{AE510010-DFCF-5B4A-9452-18A3365768B7}" type="parTrans" cxnId="{87D753B1-6FC9-E747-8B46-3C2D4ADEB7B1}">
      <dgm:prSet/>
      <dgm:spPr/>
      <dgm:t>
        <a:bodyPr/>
        <a:lstStyle/>
        <a:p>
          <a:endParaRPr lang="en-US"/>
        </a:p>
      </dgm:t>
    </dgm:pt>
    <dgm:pt modelId="{8232862E-24A7-524E-B10F-91F16D37C990}" type="sibTrans" cxnId="{87D753B1-6FC9-E747-8B46-3C2D4ADEB7B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A5B2DDA-5E6A-4C83-89A2-39C6F36B55B7}">
      <dgm:prSet/>
      <dgm:spPr/>
      <dgm:t>
        <a:bodyPr/>
        <a:lstStyle/>
        <a:p>
          <a:pPr algn="ctr"/>
          <a:r>
            <a:rPr lang="en-US" baseline="0" dirty="0"/>
            <a:t>Lecture Week 6 Recap</a:t>
          </a:r>
          <a:endParaRPr lang="en-US" dirty="0"/>
        </a:p>
      </dgm:t>
    </dgm:pt>
    <dgm:pt modelId="{A71E2B2C-A9A6-4BE7-9912-DAABFDEC38B0}" type="sibTrans" cxnId="{7F596439-81B8-4475-8778-D9983C87B56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4BA5488-B5CC-4B6E-91BB-7DFB0B3FC6FE}" type="parTrans" cxnId="{7F596439-81B8-4475-8778-D9983C87B560}">
      <dgm:prSet/>
      <dgm:spPr/>
      <dgm:t>
        <a:bodyPr/>
        <a:lstStyle/>
        <a:p>
          <a:endParaRPr lang="en-US"/>
        </a:p>
      </dgm:t>
    </dgm:pt>
    <dgm:pt modelId="{BBD443F2-1B8F-4D4F-AE85-D048381FE9B4}">
      <dgm:prSet/>
      <dgm:spPr/>
      <dgm:t>
        <a:bodyPr/>
        <a:lstStyle/>
        <a:p>
          <a:pPr algn="ctr" rtl="0"/>
          <a:r>
            <a:rPr lang="en-US" dirty="0"/>
            <a:t>Distinction Task D1</a:t>
          </a:r>
        </a:p>
      </dgm:t>
    </dgm:pt>
    <dgm:pt modelId="{9B4B4397-271E-524F-950B-F3A35DCED81A}" type="parTrans" cxnId="{F35DEE33-8815-FD4E-BB0B-F766BDE6D9D6}">
      <dgm:prSet/>
      <dgm:spPr/>
      <dgm:t>
        <a:bodyPr/>
        <a:lstStyle/>
        <a:p>
          <a:endParaRPr lang="en-US"/>
        </a:p>
      </dgm:t>
    </dgm:pt>
    <dgm:pt modelId="{EE933412-5BE0-DB40-A851-0555DD7C65FF}" type="sibTrans" cxnId="{F35DEE33-8815-FD4E-BB0B-F766BDE6D9D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517FD12-7F7C-214A-A19A-02E18B38E65C}" type="pres">
      <dgm:prSet presAssocID="{6CC569E7-DA93-4CBC-8743-3D24EF4C5B15}" presName="Name0" presStyleCnt="0">
        <dgm:presLayoutVars>
          <dgm:animLvl val="lvl"/>
          <dgm:resizeHandles val="exact"/>
        </dgm:presLayoutVars>
      </dgm:prSet>
      <dgm:spPr/>
    </dgm:pt>
    <dgm:pt modelId="{5FDE3727-5493-3D4D-B3E7-4938D450398D}" type="pres">
      <dgm:prSet presAssocID="{AA5B2DDA-5E6A-4C83-89A2-39C6F36B55B7}" presName="compositeNode" presStyleCnt="0">
        <dgm:presLayoutVars>
          <dgm:bulletEnabled val="1"/>
        </dgm:presLayoutVars>
      </dgm:prSet>
      <dgm:spPr/>
    </dgm:pt>
    <dgm:pt modelId="{8BF265E7-90F6-0440-B45A-182BB8428235}" type="pres">
      <dgm:prSet presAssocID="{AA5B2DDA-5E6A-4C83-89A2-39C6F36B55B7}" presName="bgRect" presStyleLbl="bgAccFollowNode1" presStyleIdx="0" presStyleCnt="3"/>
      <dgm:spPr/>
    </dgm:pt>
    <dgm:pt modelId="{AC296FDF-FC97-9C47-BC24-BED29EB41706}" type="pres">
      <dgm:prSet presAssocID="{A71E2B2C-A9A6-4BE7-9912-DAABFDEC38B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87A8DA1-186B-AC47-916C-6CBC4252A083}" type="pres">
      <dgm:prSet presAssocID="{AA5B2DDA-5E6A-4C83-89A2-39C6F36B55B7}" presName="bottomLine" presStyleLbl="alignNode1" presStyleIdx="1" presStyleCnt="6">
        <dgm:presLayoutVars/>
      </dgm:prSet>
      <dgm:spPr/>
    </dgm:pt>
    <dgm:pt modelId="{2049F8D1-FBBB-0D48-BD7E-822F7038907D}" type="pres">
      <dgm:prSet presAssocID="{AA5B2DDA-5E6A-4C83-89A2-39C6F36B55B7}" presName="nodeText" presStyleLbl="bgAccFollowNode1" presStyleIdx="0" presStyleCnt="3">
        <dgm:presLayoutVars>
          <dgm:bulletEnabled val="1"/>
        </dgm:presLayoutVars>
      </dgm:prSet>
      <dgm:spPr/>
    </dgm:pt>
    <dgm:pt modelId="{1259D2ED-C84F-C743-9221-B73D83077FCA}" type="pres">
      <dgm:prSet presAssocID="{A71E2B2C-A9A6-4BE7-9912-DAABFDEC38B0}" presName="sibTrans" presStyleCnt="0"/>
      <dgm:spPr/>
    </dgm:pt>
    <dgm:pt modelId="{DF0699D7-F17B-054B-BF31-0D503A4858DB}" type="pres">
      <dgm:prSet presAssocID="{6640B877-C1C6-EB42-A02B-72DB37A64350}" presName="compositeNode" presStyleCnt="0">
        <dgm:presLayoutVars>
          <dgm:bulletEnabled val="1"/>
        </dgm:presLayoutVars>
      </dgm:prSet>
      <dgm:spPr/>
    </dgm:pt>
    <dgm:pt modelId="{248F62C1-56F7-7C40-A19F-929BAB8D53B7}" type="pres">
      <dgm:prSet presAssocID="{6640B877-C1C6-EB42-A02B-72DB37A64350}" presName="bgRect" presStyleLbl="bgAccFollowNode1" presStyleIdx="1" presStyleCnt="3"/>
      <dgm:spPr/>
    </dgm:pt>
    <dgm:pt modelId="{ADFA3982-9683-C14C-BFA5-3596E3C4775B}" type="pres">
      <dgm:prSet presAssocID="{8232862E-24A7-524E-B10F-91F16D37C990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407320BD-E7F4-E049-B8AF-A12FE9D7BB03}" type="pres">
      <dgm:prSet presAssocID="{6640B877-C1C6-EB42-A02B-72DB37A64350}" presName="bottomLine" presStyleLbl="alignNode1" presStyleIdx="3" presStyleCnt="6">
        <dgm:presLayoutVars/>
      </dgm:prSet>
      <dgm:spPr/>
    </dgm:pt>
    <dgm:pt modelId="{34278D76-149F-834C-9BDD-A0A64F27FF23}" type="pres">
      <dgm:prSet presAssocID="{6640B877-C1C6-EB42-A02B-72DB37A64350}" presName="nodeText" presStyleLbl="bgAccFollowNode1" presStyleIdx="1" presStyleCnt="3">
        <dgm:presLayoutVars>
          <dgm:bulletEnabled val="1"/>
        </dgm:presLayoutVars>
      </dgm:prSet>
      <dgm:spPr/>
    </dgm:pt>
    <dgm:pt modelId="{E544DC3C-D12C-6D4F-A042-110637305595}" type="pres">
      <dgm:prSet presAssocID="{8232862E-24A7-524E-B10F-91F16D37C990}" presName="sibTrans" presStyleCnt="0"/>
      <dgm:spPr/>
    </dgm:pt>
    <dgm:pt modelId="{B16391AC-6923-2540-B758-FEB52552F2CC}" type="pres">
      <dgm:prSet presAssocID="{BBD443F2-1B8F-4D4F-AE85-D048381FE9B4}" presName="compositeNode" presStyleCnt="0">
        <dgm:presLayoutVars>
          <dgm:bulletEnabled val="1"/>
        </dgm:presLayoutVars>
      </dgm:prSet>
      <dgm:spPr/>
    </dgm:pt>
    <dgm:pt modelId="{5545DD2B-5B2B-F243-9951-6DB8C3D06DA3}" type="pres">
      <dgm:prSet presAssocID="{BBD443F2-1B8F-4D4F-AE85-D048381FE9B4}" presName="bgRect" presStyleLbl="bgAccFollowNode1" presStyleIdx="2" presStyleCnt="3"/>
      <dgm:spPr/>
    </dgm:pt>
    <dgm:pt modelId="{D89AF14D-0D26-D040-B85A-8F1DB95089F7}" type="pres">
      <dgm:prSet presAssocID="{EE933412-5BE0-DB40-A851-0555DD7C65F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1281552-215D-6B44-8DB0-E9B66C1895C1}" type="pres">
      <dgm:prSet presAssocID="{BBD443F2-1B8F-4D4F-AE85-D048381FE9B4}" presName="bottomLine" presStyleLbl="alignNode1" presStyleIdx="5" presStyleCnt="6">
        <dgm:presLayoutVars/>
      </dgm:prSet>
      <dgm:spPr/>
    </dgm:pt>
    <dgm:pt modelId="{6A8F4762-70B4-5441-828A-0527B5AB1112}" type="pres">
      <dgm:prSet presAssocID="{BBD443F2-1B8F-4D4F-AE85-D048381FE9B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A511A17-70CA-9846-9A5D-38DD4F15D2C8}" type="presOf" srcId="{BBD443F2-1B8F-4D4F-AE85-D048381FE9B4}" destId="{6A8F4762-70B4-5441-828A-0527B5AB1112}" srcOrd="1" destOrd="0" presId="urn:microsoft.com/office/officeart/2016/7/layout/BasicLinearProcessNumbered"/>
    <dgm:cxn modelId="{F35DEE33-8815-FD4E-BB0B-F766BDE6D9D6}" srcId="{6CC569E7-DA93-4CBC-8743-3D24EF4C5B15}" destId="{BBD443F2-1B8F-4D4F-AE85-D048381FE9B4}" srcOrd="2" destOrd="0" parTransId="{9B4B4397-271E-524F-950B-F3A35DCED81A}" sibTransId="{EE933412-5BE0-DB40-A851-0555DD7C65FF}"/>
    <dgm:cxn modelId="{7F596439-81B8-4475-8778-D9983C87B560}" srcId="{6CC569E7-DA93-4CBC-8743-3D24EF4C5B15}" destId="{AA5B2DDA-5E6A-4C83-89A2-39C6F36B55B7}" srcOrd="0" destOrd="0" parTransId="{74BA5488-B5CC-4B6E-91BB-7DFB0B3FC6FE}" sibTransId="{A71E2B2C-A9A6-4BE7-9912-DAABFDEC38B0}"/>
    <dgm:cxn modelId="{8A4ED23E-9AE4-214F-9604-9457815F5130}" type="presOf" srcId="{6640B877-C1C6-EB42-A02B-72DB37A64350}" destId="{34278D76-149F-834C-9BDD-A0A64F27FF23}" srcOrd="1" destOrd="0" presId="urn:microsoft.com/office/officeart/2016/7/layout/BasicLinearProcessNumbered"/>
    <dgm:cxn modelId="{6975A84E-7BF7-0246-AF20-D791437D55A7}" type="presOf" srcId="{AA5B2DDA-5E6A-4C83-89A2-39C6F36B55B7}" destId="{2049F8D1-FBBB-0D48-BD7E-822F7038907D}" srcOrd="1" destOrd="0" presId="urn:microsoft.com/office/officeart/2016/7/layout/BasicLinearProcessNumbered"/>
    <dgm:cxn modelId="{E1A81655-F1C5-C548-8A78-AFFD65B78A6B}" type="presOf" srcId="{AA5B2DDA-5E6A-4C83-89A2-39C6F36B55B7}" destId="{8BF265E7-90F6-0440-B45A-182BB8428235}" srcOrd="0" destOrd="0" presId="urn:microsoft.com/office/officeart/2016/7/layout/BasicLinearProcessNumbered"/>
    <dgm:cxn modelId="{193FD068-7AD5-F24B-8A0A-704B33530D03}" type="presOf" srcId="{6640B877-C1C6-EB42-A02B-72DB37A64350}" destId="{248F62C1-56F7-7C40-A19F-929BAB8D53B7}" srcOrd="0" destOrd="0" presId="urn:microsoft.com/office/officeart/2016/7/layout/BasicLinearProcessNumbered"/>
    <dgm:cxn modelId="{794AC26F-4C1B-3648-A89F-5D3F3F0D2CE3}" type="presOf" srcId="{8232862E-24A7-524E-B10F-91F16D37C990}" destId="{ADFA3982-9683-C14C-BFA5-3596E3C4775B}" srcOrd="0" destOrd="0" presId="urn:microsoft.com/office/officeart/2016/7/layout/BasicLinearProcessNumbered"/>
    <dgm:cxn modelId="{08B6D272-4358-C942-BD36-7A604B9B5DC0}" type="presOf" srcId="{BBD443F2-1B8F-4D4F-AE85-D048381FE9B4}" destId="{5545DD2B-5B2B-F243-9951-6DB8C3D06DA3}" srcOrd="0" destOrd="0" presId="urn:microsoft.com/office/officeart/2016/7/layout/BasicLinearProcessNumbered"/>
    <dgm:cxn modelId="{D483CE76-FBDD-724F-B9BA-2092A8ADC95A}" type="presOf" srcId="{EE933412-5BE0-DB40-A851-0555DD7C65FF}" destId="{D89AF14D-0D26-D040-B85A-8F1DB95089F7}" srcOrd="0" destOrd="0" presId="urn:microsoft.com/office/officeart/2016/7/layout/BasicLinearProcessNumbered"/>
    <dgm:cxn modelId="{87D753B1-6FC9-E747-8B46-3C2D4ADEB7B1}" srcId="{6CC569E7-DA93-4CBC-8743-3D24EF4C5B15}" destId="{6640B877-C1C6-EB42-A02B-72DB37A64350}" srcOrd="1" destOrd="0" parTransId="{AE510010-DFCF-5B4A-9452-18A3365768B7}" sibTransId="{8232862E-24A7-524E-B10F-91F16D37C990}"/>
    <dgm:cxn modelId="{CEB458E8-6AA7-2245-BD00-E30B594B97DC}" type="presOf" srcId="{6CC569E7-DA93-4CBC-8743-3D24EF4C5B15}" destId="{E517FD12-7F7C-214A-A19A-02E18B38E65C}" srcOrd="0" destOrd="0" presId="urn:microsoft.com/office/officeart/2016/7/layout/BasicLinearProcessNumbered"/>
    <dgm:cxn modelId="{9107FAED-4E87-1C45-8B53-CE7640FBEBCD}" type="presOf" srcId="{A71E2B2C-A9A6-4BE7-9912-DAABFDEC38B0}" destId="{AC296FDF-FC97-9C47-BC24-BED29EB41706}" srcOrd="0" destOrd="0" presId="urn:microsoft.com/office/officeart/2016/7/layout/BasicLinearProcessNumbered"/>
    <dgm:cxn modelId="{008461DC-1CDE-874F-8FB6-BF5326CF5FE0}" type="presParOf" srcId="{E517FD12-7F7C-214A-A19A-02E18B38E65C}" destId="{5FDE3727-5493-3D4D-B3E7-4938D450398D}" srcOrd="0" destOrd="0" presId="urn:microsoft.com/office/officeart/2016/7/layout/BasicLinearProcessNumbered"/>
    <dgm:cxn modelId="{3365DA0B-3466-2A40-9C46-C364FFF5F786}" type="presParOf" srcId="{5FDE3727-5493-3D4D-B3E7-4938D450398D}" destId="{8BF265E7-90F6-0440-B45A-182BB8428235}" srcOrd="0" destOrd="0" presId="urn:microsoft.com/office/officeart/2016/7/layout/BasicLinearProcessNumbered"/>
    <dgm:cxn modelId="{36C526B3-EC14-F740-A8BE-654DF69FB2B1}" type="presParOf" srcId="{5FDE3727-5493-3D4D-B3E7-4938D450398D}" destId="{AC296FDF-FC97-9C47-BC24-BED29EB41706}" srcOrd="1" destOrd="0" presId="urn:microsoft.com/office/officeart/2016/7/layout/BasicLinearProcessNumbered"/>
    <dgm:cxn modelId="{D5789F91-9493-AC46-99F9-7DC80FD79862}" type="presParOf" srcId="{5FDE3727-5493-3D4D-B3E7-4938D450398D}" destId="{187A8DA1-186B-AC47-916C-6CBC4252A083}" srcOrd="2" destOrd="0" presId="urn:microsoft.com/office/officeart/2016/7/layout/BasicLinearProcessNumbered"/>
    <dgm:cxn modelId="{64E8A303-78FA-824C-9FBA-7F07E918578B}" type="presParOf" srcId="{5FDE3727-5493-3D4D-B3E7-4938D450398D}" destId="{2049F8D1-FBBB-0D48-BD7E-822F7038907D}" srcOrd="3" destOrd="0" presId="urn:microsoft.com/office/officeart/2016/7/layout/BasicLinearProcessNumbered"/>
    <dgm:cxn modelId="{FF29D246-0FFE-6648-A446-48E42D64C0D4}" type="presParOf" srcId="{E517FD12-7F7C-214A-A19A-02E18B38E65C}" destId="{1259D2ED-C84F-C743-9221-B73D83077FCA}" srcOrd="1" destOrd="0" presId="urn:microsoft.com/office/officeart/2016/7/layout/BasicLinearProcessNumbered"/>
    <dgm:cxn modelId="{FBC9662A-0D5E-D14A-A63A-E57FF65DEB47}" type="presParOf" srcId="{E517FD12-7F7C-214A-A19A-02E18B38E65C}" destId="{DF0699D7-F17B-054B-BF31-0D503A4858DB}" srcOrd="2" destOrd="0" presId="urn:microsoft.com/office/officeart/2016/7/layout/BasicLinearProcessNumbered"/>
    <dgm:cxn modelId="{5D02DF9C-998B-EF43-8F32-F752CD5E07A6}" type="presParOf" srcId="{DF0699D7-F17B-054B-BF31-0D503A4858DB}" destId="{248F62C1-56F7-7C40-A19F-929BAB8D53B7}" srcOrd="0" destOrd="0" presId="urn:microsoft.com/office/officeart/2016/7/layout/BasicLinearProcessNumbered"/>
    <dgm:cxn modelId="{DB5E6DB6-D4AA-7D45-8EEA-23930EB75E07}" type="presParOf" srcId="{DF0699D7-F17B-054B-BF31-0D503A4858DB}" destId="{ADFA3982-9683-C14C-BFA5-3596E3C4775B}" srcOrd="1" destOrd="0" presId="urn:microsoft.com/office/officeart/2016/7/layout/BasicLinearProcessNumbered"/>
    <dgm:cxn modelId="{3DAB1A44-398F-2441-BA35-B25D6231BA66}" type="presParOf" srcId="{DF0699D7-F17B-054B-BF31-0D503A4858DB}" destId="{407320BD-E7F4-E049-B8AF-A12FE9D7BB03}" srcOrd="2" destOrd="0" presId="urn:microsoft.com/office/officeart/2016/7/layout/BasicLinearProcessNumbered"/>
    <dgm:cxn modelId="{6D05EE1F-5EC8-0949-B9D0-A486E271DAC0}" type="presParOf" srcId="{DF0699D7-F17B-054B-BF31-0D503A4858DB}" destId="{34278D76-149F-834C-9BDD-A0A64F27FF23}" srcOrd="3" destOrd="0" presId="urn:microsoft.com/office/officeart/2016/7/layout/BasicLinearProcessNumbered"/>
    <dgm:cxn modelId="{CC23C5A8-D121-F548-A47A-36EEDB2D6B1B}" type="presParOf" srcId="{E517FD12-7F7C-214A-A19A-02E18B38E65C}" destId="{E544DC3C-D12C-6D4F-A042-110637305595}" srcOrd="3" destOrd="0" presId="urn:microsoft.com/office/officeart/2016/7/layout/BasicLinearProcessNumbered"/>
    <dgm:cxn modelId="{FF8572BE-7E8A-3748-9EF1-7B8425DCCB8C}" type="presParOf" srcId="{E517FD12-7F7C-214A-A19A-02E18B38E65C}" destId="{B16391AC-6923-2540-B758-FEB52552F2CC}" srcOrd="4" destOrd="0" presId="urn:microsoft.com/office/officeart/2016/7/layout/BasicLinearProcessNumbered"/>
    <dgm:cxn modelId="{D9F50BF6-BB3D-FF42-B268-5120337DA75B}" type="presParOf" srcId="{B16391AC-6923-2540-B758-FEB52552F2CC}" destId="{5545DD2B-5B2B-F243-9951-6DB8C3D06DA3}" srcOrd="0" destOrd="0" presId="urn:microsoft.com/office/officeart/2016/7/layout/BasicLinearProcessNumbered"/>
    <dgm:cxn modelId="{101663CD-C2ED-C644-A444-401FBC897C7F}" type="presParOf" srcId="{B16391AC-6923-2540-B758-FEB52552F2CC}" destId="{D89AF14D-0D26-D040-B85A-8F1DB95089F7}" srcOrd="1" destOrd="0" presId="urn:microsoft.com/office/officeart/2016/7/layout/BasicLinearProcessNumbered"/>
    <dgm:cxn modelId="{6592D27F-556D-C14C-BF96-F691E3DB20C2}" type="presParOf" srcId="{B16391AC-6923-2540-B758-FEB52552F2CC}" destId="{01281552-215D-6B44-8DB0-E9B66C1895C1}" srcOrd="2" destOrd="0" presId="urn:microsoft.com/office/officeart/2016/7/layout/BasicLinearProcessNumbered"/>
    <dgm:cxn modelId="{09A8D48B-9ACB-D04F-93FD-2573F42AFA01}" type="presParOf" srcId="{B16391AC-6923-2540-B758-FEB52552F2CC}" destId="{6A8F4762-70B4-5441-828A-0527B5AB111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9BED0-B555-4168-9845-694AFDE409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B3A71F-0B9A-4058-AE2E-0C374F8E0008}">
      <dgm:prSet/>
      <dgm:spPr/>
      <dgm:t>
        <a:bodyPr/>
        <a:lstStyle/>
        <a:p>
          <a:r>
            <a:rPr lang="en-US" dirty="0"/>
            <a:t>The tutors help you recap the contents </a:t>
          </a:r>
          <a:r>
            <a:rPr lang="en-US"/>
            <a:t>of Lecture </a:t>
          </a:r>
          <a:r>
            <a:rPr lang="en-US" dirty="0"/>
            <a:t>Week 6</a:t>
          </a:r>
        </a:p>
      </dgm:t>
    </dgm:pt>
    <dgm:pt modelId="{0E45F0A9-C878-48DB-BE1A-F1FED72D617D}" type="parTrans" cxnId="{7C40F29C-4784-47A1-8171-461481E917A5}">
      <dgm:prSet/>
      <dgm:spPr/>
      <dgm:t>
        <a:bodyPr/>
        <a:lstStyle/>
        <a:p>
          <a:endParaRPr lang="en-US"/>
        </a:p>
      </dgm:t>
    </dgm:pt>
    <dgm:pt modelId="{D1885679-E338-4967-8237-80D4DB07873D}" type="sibTrans" cxnId="{7C40F29C-4784-47A1-8171-461481E917A5}">
      <dgm:prSet/>
      <dgm:spPr/>
      <dgm:t>
        <a:bodyPr/>
        <a:lstStyle/>
        <a:p>
          <a:endParaRPr lang="en-US"/>
        </a:p>
      </dgm:t>
    </dgm:pt>
    <dgm:pt modelId="{679E2AB1-B49A-4094-99DD-71EB6083761A}">
      <dgm:prSet/>
      <dgm:spPr/>
      <dgm:t>
        <a:bodyPr/>
        <a:lstStyle/>
        <a:p>
          <a:r>
            <a:rPr lang="en-US" dirty="0"/>
            <a:t>The tutors help you complete the pass task P6</a:t>
          </a:r>
        </a:p>
      </dgm:t>
    </dgm:pt>
    <dgm:pt modelId="{6104DA2D-A452-43C9-8F1A-6D119FB18054}" type="parTrans" cxnId="{E3E7D4E7-FAC0-406F-AA5D-E87790575043}">
      <dgm:prSet/>
      <dgm:spPr/>
      <dgm:t>
        <a:bodyPr/>
        <a:lstStyle/>
        <a:p>
          <a:endParaRPr lang="en-US"/>
        </a:p>
      </dgm:t>
    </dgm:pt>
    <dgm:pt modelId="{BEB6BC5B-6CB8-40B1-882D-0B59577E47E0}" type="sibTrans" cxnId="{E3E7D4E7-FAC0-406F-AA5D-E87790575043}">
      <dgm:prSet/>
      <dgm:spPr/>
      <dgm:t>
        <a:bodyPr/>
        <a:lstStyle/>
        <a:p>
          <a:endParaRPr lang="en-US"/>
        </a:p>
      </dgm:t>
    </dgm:pt>
    <dgm:pt modelId="{C8BAB649-C0DE-1D4C-8331-BF7240F4F14F}">
      <dgm:prSet/>
      <dgm:spPr/>
      <dgm:t>
        <a:bodyPr/>
        <a:lstStyle/>
        <a:p>
          <a:r>
            <a:rPr lang="en-US" dirty="0"/>
            <a:t>Let’s begin ...</a:t>
          </a:r>
        </a:p>
      </dgm:t>
    </dgm:pt>
    <dgm:pt modelId="{B6D125D3-DBD7-CC49-B842-2B220E4764B2}" type="parTrans" cxnId="{F1BE0A5E-B72F-F141-954A-EDB6F66676A9}">
      <dgm:prSet/>
      <dgm:spPr/>
      <dgm:t>
        <a:bodyPr/>
        <a:lstStyle/>
        <a:p>
          <a:endParaRPr lang="en-US"/>
        </a:p>
      </dgm:t>
    </dgm:pt>
    <dgm:pt modelId="{462C4DBB-3915-6A4C-863F-AFE6175B7A43}" type="sibTrans" cxnId="{F1BE0A5E-B72F-F141-954A-EDB6F66676A9}">
      <dgm:prSet/>
      <dgm:spPr/>
      <dgm:t>
        <a:bodyPr/>
        <a:lstStyle/>
        <a:p>
          <a:endParaRPr lang="en-US"/>
        </a:p>
      </dgm:t>
    </dgm:pt>
    <dgm:pt modelId="{6CCBAF06-A68A-2A45-9DB6-02F337A8AF15}">
      <dgm:prSet/>
      <dgm:spPr/>
      <dgm:t>
        <a:bodyPr/>
        <a:lstStyle/>
        <a:p>
          <a:r>
            <a:rPr lang="en-US" dirty="0"/>
            <a:t>The tutors help you complete the high distinction </a:t>
          </a:r>
          <a:r>
            <a:rPr lang="en-US"/>
            <a:t>task D1</a:t>
          </a:r>
          <a:endParaRPr lang="en-US" dirty="0"/>
        </a:p>
      </dgm:t>
    </dgm:pt>
    <dgm:pt modelId="{B53915D5-C4BA-D741-ADF4-CA4942824D47}" type="parTrans" cxnId="{C802201F-BB43-DD4F-AF38-980BC5D65298}">
      <dgm:prSet/>
      <dgm:spPr/>
      <dgm:t>
        <a:bodyPr/>
        <a:lstStyle/>
        <a:p>
          <a:endParaRPr lang="en-US"/>
        </a:p>
      </dgm:t>
    </dgm:pt>
    <dgm:pt modelId="{4BEAA132-9206-C04F-A126-061885FA7794}" type="sibTrans" cxnId="{C802201F-BB43-DD4F-AF38-980BC5D65298}">
      <dgm:prSet/>
      <dgm:spPr/>
      <dgm:t>
        <a:bodyPr/>
        <a:lstStyle/>
        <a:p>
          <a:endParaRPr lang="en-US"/>
        </a:p>
      </dgm:t>
    </dgm:pt>
    <dgm:pt modelId="{965A0208-8BDE-B549-9BDD-13CCCC06F4FD}" type="pres">
      <dgm:prSet presAssocID="{9D59BED0-B555-4168-9845-694AFDE4097C}" presName="vert0" presStyleCnt="0">
        <dgm:presLayoutVars>
          <dgm:dir/>
          <dgm:animOne val="branch"/>
          <dgm:animLvl val="lvl"/>
        </dgm:presLayoutVars>
      </dgm:prSet>
      <dgm:spPr/>
    </dgm:pt>
    <dgm:pt modelId="{32195D4C-7AAF-D940-92EC-CAF339D37708}" type="pres">
      <dgm:prSet presAssocID="{6BB3A71F-0B9A-4058-AE2E-0C374F8E0008}" presName="thickLine" presStyleLbl="alignNode1" presStyleIdx="0" presStyleCnt="4"/>
      <dgm:spPr/>
    </dgm:pt>
    <dgm:pt modelId="{05091AB4-2032-EA4B-8DA4-971213D82D7D}" type="pres">
      <dgm:prSet presAssocID="{6BB3A71F-0B9A-4058-AE2E-0C374F8E0008}" presName="horz1" presStyleCnt="0"/>
      <dgm:spPr/>
    </dgm:pt>
    <dgm:pt modelId="{6AEB9A6B-889B-2642-A07F-3B56F7A3D897}" type="pres">
      <dgm:prSet presAssocID="{6BB3A71F-0B9A-4058-AE2E-0C374F8E0008}" presName="tx1" presStyleLbl="revTx" presStyleIdx="0" presStyleCnt="4"/>
      <dgm:spPr/>
    </dgm:pt>
    <dgm:pt modelId="{AF7554E1-1395-D845-A1D2-65090229BAB3}" type="pres">
      <dgm:prSet presAssocID="{6BB3A71F-0B9A-4058-AE2E-0C374F8E0008}" presName="vert1" presStyleCnt="0"/>
      <dgm:spPr/>
    </dgm:pt>
    <dgm:pt modelId="{CF63C9CE-A90B-7A49-B5B8-D47B78F5750D}" type="pres">
      <dgm:prSet presAssocID="{679E2AB1-B49A-4094-99DD-71EB6083761A}" presName="thickLine" presStyleLbl="alignNode1" presStyleIdx="1" presStyleCnt="4"/>
      <dgm:spPr/>
    </dgm:pt>
    <dgm:pt modelId="{790C7333-8607-F742-A774-C510A5E421C9}" type="pres">
      <dgm:prSet presAssocID="{679E2AB1-B49A-4094-99DD-71EB6083761A}" presName="horz1" presStyleCnt="0"/>
      <dgm:spPr/>
    </dgm:pt>
    <dgm:pt modelId="{B36A0512-816B-374B-98B2-0F6A3FFD2092}" type="pres">
      <dgm:prSet presAssocID="{679E2AB1-B49A-4094-99DD-71EB6083761A}" presName="tx1" presStyleLbl="revTx" presStyleIdx="1" presStyleCnt="4"/>
      <dgm:spPr/>
    </dgm:pt>
    <dgm:pt modelId="{FD48EE82-5067-7941-9859-DD1EA22220EE}" type="pres">
      <dgm:prSet presAssocID="{679E2AB1-B49A-4094-99DD-71EB6083761A}" presName="vert1" presStyleCnt="0"/>
      <dgm:spPr/>
    </dgm:pt>
    <dgm:pt modelId="{F696A6FD-25F4-2149-9DB1-1CA645FE15B4}" type="pres">
      <dgm:prSet presAssocID="{6CCBAF06-A68A-2A45-9DB6-02F337A8AF15}" presName="thickLine" presStyleLbl="alignNode1" presStyleIdx="2" presStyleCnt="4"/>
      <dgm:spPr/>
    </dgm:pt>
    <dgm:pt modelId="{21951DA6-BADE-014B-BB0A-0CB9FD94FA08}" type="pres">
      <dgm:prSet presAssocID="{6CCBAF06-A68A-2A45-9DB6-02F337A8AF15}" presName="horz1" presStyleCnt="0"/>
      <dgm:spPr/>
    </dgm:pt>
    <dgm:pt modelId="{2775E631-CE3E-3C4F-87FE-6725BE64C301}" type="pres">
      <dgm:prSet presAssocID="{6CCBAF06-A68A-2A45-9DB6-02F337A8AF15}" presName="tx1" presStyleLbl="revTx" presStyleIdx="2" presStyleCnt="4"/>
      <dgm:spPr/>
    </dgm:pt>
    <dgm:pt modelId="{EF3472A8-ABBB-4545-85D8-F20FFC6A6A65}" type="pres">
      <dgm:prSet presAssocID="{6CCBAF06-A68A-2A45-9DB6-02F337A8AF15}" presName="vert1" presStyleCnt="0"/>
      <dgm:spPr/>
    </dgm:pt>
    <dgm:pt modelId="{A4690D18-8166-8942-853D-A1CAA5D52188}" type="pres">
      <dgm:prSet presAssocID="{C8BAB649-C0DE-1D4C-8331-BF7240F4F14F}" presName="thickLine" presStyleLbl="alignNode1" presStyleIdx="3" presStyleCnt="4"/>
      <dgm:spPr/>
    </dgm:pt>
    <dgm:pt modelId="{85FE6AB9-2891-494D-BAFC-3572F8104177}" type="pres">
      <dgm:prSet presAssocID="{C8BAB649-C0DE-1D4C-8331-BF7240F4F14F}" presName="horz1" presStyleCnt="0"/>
      <dgm:spPr/>
    </dgm:pt>
    <dgm:pt modelId="{A19F08E1-AE18-2940-841B-BF1A25DB4629}" type="pres">
      <dgm:prSet presAssocID="{C8BAB649-C0DE-1D4C-8331-BF7240F4F14F}" presName="tx1" presStyleLbl="revTx" presStyleIdx="3" presStyleCnt="4"/>
      <dgm:spPr/>
    </dgm:pt>
    <dgm:pt modelId="{F4D73065-87FA-B144-9F34-4D162D9C039F}" type="pres">
      <dgm:prSet presAssocID="{C8BAB649-C0DE-1D4C-8331-BF7240F4F14F}" presName="vert1" presStyleCnt="0"/>
      <dgm:spPr/>
    </dgm:pt>
  </dgm:ptLst>
  <dgm:cxnLst>
    <dgm:cxn modelId="{C802201F-BB43-DD4F-AF38-980BC5D65298}" srcId="{9D59BED0-B555-4168-9845-694AFDE4097C}" destId="{6CCBAF06-A68A-2A45-9DB6-02F337A8AF15}" srcOrd="2" destOrd="0" parTransId="{B53915D5-C4BA-D741-ADF4-CA4942824D47}" sibTransId="{4BEAA132-9206-C04F-A126-061885FA7794}"/>
    <dgm:cxn modelId="{F1BE0A5E-B72F-F141-954A-EDB6F66676A9}" srcId="{9D59BED0-B555-4168-9845-694AFDE4097C}" destId="{C8BAB649-C0DE-1D4C-8331-BF7240F4F14F}" srcOrd="3" destOrd="0" parTransId="{B6D125D3-DBD7-CC49-B842-2B220E4764B2}" sibTransId="{462C4DBB-3915-6A4C-863F-AFE6175B7A43}"/>
    <dgm:cxn modelId="{82AEB093-58C2-934A-9519-C16D30F5F85C}" type="presOf" srcId="{9D59BED0-B555-4168-9845-694AFDE4097C}" destId="{965A0208-8BDE-B549-9BDD-13CCCC06F4FD}" srcOrd="0" destOrd="0" presId="urn:microsoft.com/office/officeart/2008/layout/LinedList"/>
    <dgm:cxn modelId="{7C40F29C-4784-47A1-8171-461481E917A5}" srcId="{9D59BED0-B555-4168-9845-694AFDE4097C}" destId="{6BB3A71F-0B9A-4058-AE2E-0C374F8E0008}" srcOrd="0" destOrd="0" parTransId="{0E45F0A9-C878-48DB-BE1A-F1FED72D617D}" sibTransId="{D1885679-E338-4967-8237-80D4DB07873D}"/>
    <dgm:cxn modelId="{40000DD1-4ACF-5842-9407-A857A96D787A}" type="presOf" srcId="{C8BAB649-C0DE-1D4C-8331-BF7240F4F14F}" destId="{A19F08E1-AE18-2940-841B-BF1A25DB4629}" srcOrd="0" destOrd="0" presId="urn:microsoft.com/office/officeart/2008/layout/LinedList"/>
    <dgm:cxn modelId="{388375E4-6656-3745-9BD5-845752CE42B6}" type="presOf" srcId="{6CCBAF06-A68A-2A45-9DB6-02F337A8AF15}" destId="{2775E631-CE3E-3C4F-87FE-6725BE64C301}" srcOrd="0" destOrd="0" presId="urn:microsoft.com/office/officeart/2008/layout/LinedList"/>
    <dgm:cxn modelId="{E3E7D4E7-FAC0-406F-AA5D-E87790575043}" srcId="{9D59BED0-B555-4168-9845-694AFDE4097C}" destId="{679E2AB1-B49A-4094-99DD-71EB6083761A}" srcOrd="1" destOrd="0" parTransId="{6104DA2D-A452-43C9-8F1A-6D119FB18054}" sibTransId="{BEB6BC5B-6CB8-40B1-882D-0B59577E47E0}"/>
    <dgm:cxn modelId="{3ECEDAF7-FA29-2746-9EA1-64A62D32BEF8}" type="presOf" srcId="{6BB3A71F-0B9A-4058-AE2E-0C374F8E0008}" destId="{6AEB9A6B-889B-2642-A07F-3B56F7A3D897}" srcOrd="0" destOrd="0" presId="urn:microsoft.com/office/officeart/2008/layout/LinedList"/>
    <dgm:cxn modelId="{7864CCFB-663D-074F-8C56-EE201D341953}" type="presOf" srcId="{679E2AB1-B49A-4094-99DD-71EB6083761A}" destId="{B36A0512-816B-374B-98B2-0F6A3FFD2092}" srcOrd="0" destOrd="0" presId="urn:microsoft.com/office/officeart/2008/layout/LinedList"/>
    <dgm:cxn modelId="{35C9DD4A-A2D4-6D46-B6C0-8F39E22C1E70}" type="presParOf" srcId="{965A0208-8BDE-B549-9BDD-13CCCC06F4FD}" destId="{32195D4C-7AAF-D940-92EC-CAF339D37708}" srcOrd="0" destOrd="0" presId="urn:microsoft.com/office/officeart/2008/layout/LinedList"/>
    <dgm:cxn modelId="{9A770458-A183-0640-BB70-D7CE392B6F1C}" type="presParOf" srcId="{965A0208-8BDE-B549-9BDD-13CCCC06F4FD}" destId="{05091AB4-2032-EA4B-8DA4-971213D82D7D}" srcOrd="1" destOrd="0" presId="urn:microsoft.com/office/officeart/2008/layout/LinedList"/>
    <dgm:cxn modelId="{7396A6CC-8A6F-CF47-86B9-6FFC3E09E09D}" type="presParOf" srcId="{05091AB4-2032-EA4B-8DA4-971213D82D7D}" destId="{6AEB9A6B-889B-2642-A07F-3B56F7A3D897}" srcOrd="0" destOrd="0" presId="urn:microsoft.com/office/officeart/2008/layout/LinedList"/>
    <dgm:cxn modelId="{D3FC874A-DC71-1842-B9F5-E96495BED699}" type="presParOf" srcId="{05091AB4-2032-EA4B-8DA4-971213D82D7D}" destId="{AF7554E1-1395-D845-A1D2-65090229BAB3}" srcOrd="1" destOrd="0" presId="urn:microsoft.com/office/officeart/2008/layout/LinedList"/>
    <dgm:cxn modelId="{2BAC650F-0505-DB40-80AC-B5BEF3054223}" type="presParOf" srcId="{965A0208-8BDE-B549-9BDD-13CCCC06F4FD}" destId="{CF63C9CE-A90B-7A49-B5B8-D47B78F5750D}" srcOrd="2" destOrd="0" presId="urn:microsoft.com/office/officeart/2008/layout/LinedList"/>
    <dgm:cxn modelId="{D62554C1-BC01-DD40-B75D-8356BEDE7412}" type="presParOf" srcId="{965A0208-8BDE-B549-9BDD-13CCCC06F4FD}" destId="{790C7333-8607-F742-A774-C510A5E421C9}" srcOrd="3" destOrd="0" presId="urn:microsoft.com/office/officeart/2008/layout/LinedList"/>
    <dgm:cxn modelId="{4B9C9CED-1277-E04B-9DEC-FEC27593BF38}" type="presParOf" srcId="{790C7333-8607-F742-A774-C510A5E421C9}" destId="{B36A0512-816B-374B-98B2-0F6A3FFD2092}" srcOrd="0" destOrd="0" presId="urn:microsoft.com/office/officeart/2008/layout/LinedList"/>
    <dgm:cxn modelId="{3616D7B9-7D85-6144-8F94-4042AC630638}" type="presParOf" srcId="{790C7333-8607-F742-A774-C510A5E421C9}" destId="{FD48EE82-5067-7941-9859-DD1EA22220EE}" srcOrd="1" destOrd="0" presId="urn:microsoft.com/office/officeart/2008/layout/LinedList"/>
    <dgm:cxn modelId="{7E56C6BA-820A-B645-A154-8EFD51C4CCD8}" type="presParOf" srcId="{965A0208-8BDE-B549-9BDD-13CCCC06F4FD}" destId="{F696A6FD-25F4-2149-9DB1-1CA645FE15B4}" srcOrd="4" destOrd="0" presId="urn:microsoft.com/office/officeart/2008/layout/LinedList"/>
    <dgm:cxn modelId="{5C37F3C1-6839-FF40-B455-8B94FC86D63A}" type="presParOf" srcId="{965A0208-8BDE-B549-9BDD-13CCCC06F4FD}" destId="{21951DA6-BADE-014B-BB0A-0CB9FD94FA08}" srcOrd="5" destOrd="0" presId="urn:microsoft.com/office/officeart/2008/layout/LinedList"/>
    <dgm:cxn modelId="{2325C63E-D6B0-7240-AF72-F14AEB7929FF}" type="presParOf" srcId="{21951DA6-BADE-014B-BB0A-0CB9FD94FA08}" destId="{2775E631-CE3E-3C4F-87FE-6725BE64C301}" srcOrd="0" destOrd="0" presId="urn:microsoft.com/office/officeart/2008/layout/LinedList"/>
    <dgm:cxn modelId="{22F958A0-0A9E-3B40-A5E9-4C007B607712}" type="presParOf" srcId="{21951DA6-BADE-014B-BB0A-0CB9FD94FA08}" destId="{EF3472A8-ABBB-4545-85D8-F20FFC6A6A65}" srcOrd="1" destOrd="0" presId="urn:microsoft.com/office/officeart/2008/layout/LinedList"/>
    <dgm:cxn modelId="{5DE218D2-7000-064C-97F9-9DBBBE74B9D4}" type="presParOf" srcId="{965A0208-8BDE-B549-9BDD-13CCCC06F4FD}" destId="{A4690D18-8166-8942-853D-A1CAA5D52188}" srcOrd="6" destOrd="0" presId="urn:microsoft.com/office/officeart/2008/layout/LinedList"/>
    <dgm:cxn modelId="{2A31D32E-1870-CB4C-AB5C-0B3FA286E6BD}" type="presParOf" srcId="{965A0208-8BDE-B549-9BDD-13CCCC06F4FD}" destId="{85FE6AB9-2891-494D-BAFC-3572F8104177}" srcOrd="7" destOrd="0" presId="urn:microsoft.com/office/officeart/2008/layout/LinedList"/>
    <dgm:cxn modelId="{F1CA4559-AD3C-054D-8D14-BE9565491CB5}" type="presParOf" srcId="{85FE6AB9-2891-494D-BAFC-3572F8104177}" destId="{A19F08E1-AE18-2940-841B-BF1A25DB4629}" srcOrd="0" destOrd="0" presId="urn:microsoft.com/office/officeart/2008/layout/LinedList"/>
    <dgm:cxn modelId="{9749B3CF-EA9A-5F4E-B053-46058C7E9CA2}" type="presParOf" srcId="{85FE6AB9-2891-494D-BAFC-3572F8104177}" destId="{F4D73065-87FA-B144-9F34-4D162D9C03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265E7-90F6-0440-B45A-182BB8428235}">
      <dsp:nvSpPr>
        <dsp:cNvPr id="0" name=""/>
        <dsp:cNvSpPr/>
      </dsp:nvSpPr>
      <dsp:spPr>
        <a:xfrm>
          <a:off x="0" y="0"/>
          <a:ext cx="3208734" cy="29829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 dirty="0"/>
            <a:t>Lecture Week 6 Recap</a:t>
          </a:r>
          <a:endParaRPr lang="en-US" sz="2600" kern="1200" dirty="0"/>
        </a:p>
      </dsp:txBody>
      <dsp:txXfrm>
        <a:off x="0" y="1133511"/>
        <a:ext cx="3208734" cy="1789755"/>
      </dsp:txXfrm>
    </dsp:sp>
    <dsp:sp modelId="{AC296FDF-FC97-9C47-BC24-BED29EB41706}">
      <dsp:nvSpPr>
        <dsp:cNvPr id="0" name=""/>
        <dsp:cNvSpPr/>
      </dsp:nvSpPr>
      <dsp:spPr>
        <a:xfrm>
          <a:off x="1156928" y="298292"/>
          <a:ext cx="894877" cy="894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1287980" y="429344"/>
        <a:ext cx="632773" cy="632773"/>
      </dsp:txXfrm>
    </dsp:sp>
    <dsp:sp modelId="{187A8DA1-186B-AC47-916C-6CBC4252A083}">
      <dsp:nvSpPr>
        <dsp:cNvPr id="0" name=""/>
        <dsp:cNvSpPr/>
      </dsp:nvSpPr>
      <dsp:spPr>
        <a:xfrm>
          <a:off x="0" y="2982853"/>
          <a:ext cx="320873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F62C1-56F7-7C40-A19F-929BAB8D53B7}">
      <dsp:nvSpPr>
        <dsp:cNvPr id="0" name=""/>
        <dsp:cNvSpPr/>
      </dsp:nvSpPr>
      <dsp:spPr>
        <a:xfrm>
          <a:off x="3529607" y="0"/>
          <a:ext cx="3208734" cy="298292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Pass Task P6</a:t>
          </a:r>
        </a:p>
      </dsp:txBody>
      <dsp:txXfrm>
        <a:off x="3529607" y="1133511"/>
        <a:ext cx="3208734" cy="1789755"/>
      </dsp:txXfrm>
    </dsp:sp>
    <dsp:sp modelId="{ADFA3982-9683-C14C-BFA5-3596E3C4775B}">
      <dsp:nvSpPr>
        <dsp:cNvPr id="0" name=""/>
        <dsp:cNvSpPr/>
      </dsp:nvSpPr>
      <dsp:spPr>
        <a:xfrm>
          <a:off x="4686536" y="298292"/>
          <a:ext cx="894877" cy="89487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4817588" y="429344"/>
        <a:ext cx="632773" cy="632773"/>
      </dsp:txXfrm>
    </dsp:sp>
    <dsp:sp modelId="{407320BD-E7F4-E049-B8AF-A12FE9D7BB03}">
      <dsp:nvSpPr>
        <dsp:cNvPr id="0" name=""/>
        <dsp:cNvSpPr/>
      </dsp:nvSpPr>
      <dsp:spPr>
        <a:xfrm>
          <a:off x="3529607" y="2982853"/>
          <a:ext cx="320873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5DD2B-5B2B-F243-9951-6DB8C3D06DA3}">
      <dsp:nvSpPr>
        <dsp:cNvPr id="0" name=""/>
        <dsp:cNvSpPr/>
      </dsp:nvSpPr>
      <dsp:spPr>
        <a:xfrm>
          <a:off x="7059215" y="0"/>
          <a:ext cx="3208734" cy="298292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Distinction Task D1</a:t>
          </a:r>
        </a:p>
      </dsp:txBody>
      <dsp:txXfrm>
        <a:off x="7059215" y="1133511"/>
        <a:ext cx="3208734" cy="1789755"/>
      </dsp:txXfrm>
    </dsp:sp>
    <dsp:sp modelId="{D89AF14D-0D26-D040-B85A-8F1DB95089F7}">
      <dsp:nvSpPr>
        <dsp:cNvPr id="0" name=""/>
        <dsp:cNvSpPr/>
      </dsp:nvSpPr>
      <dsp:spPr>
        <a:xfrm>
          <a:off x="8216144" y="298292"/>
          <a:ext cx="894877" cy="89487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3</a:t>
          </a:r>
        </a:p>
      </dsp:txBody>
      <dsp:txXfrm>
        <a:off x="8347196" y="429344"/>
        <a:ext cx="632773" cy="632773"/>
      </dsp:txXfrm>
    </dsp:sp>
    <dsp:sp modelId="{01281552-215D-6B44-8DB0-E9B66C1895C1}">
      <dsp:nvSpPr>
        <dsp:cNvPr id="0" name=""/>
        <dsp:cNvSpPr/>
      </dsp:nvSpPr>
      <dsp:spPr>
        <a:xfrm>
          <a:off x="7059215" y="2982853"/>
          <a:ext cx="3208734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95D4C-7AAF-D940-92EC-CAF339D37708}">
      <dsp:nvSpPr>
        <dsp:cNvPr id="0" name=""/>
        <dsp:cNvSpPr/>
      </dsp:nvSpPr>
      <dsp:spPr>
        <a:xfrm>
          <a:off x="0" y="0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B9A6B-889B-2642-A07F-3B56F7A3D897}">
      <dsp:nvSpPr>
        <dsp:cNvPr id="0" name=""/>
        <dsp:cNvSpPr/>
      </dsp:nvSpPr>
      <dsp:spPr>
        <a:xfrm>
          <a:off x="0" y="0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recap the contents </a:t>
          </a:r>
          <a:r>
            <a:rPr lang="en-US" sz="3200" kern="1200"/>
            <a:t>of Lecture </a:t>
          </a:r>
          <a:r>
            <a:rPr lang="en-US" sz="3200" kern="1200" dirty="0"/>
            <a:t>Week 6</a:t>
          </a:r>
        </a:p>
      </dsp:txBody>
      <dsp:txXfrm>
        <a:off x="0" y="0"/>
        <a:ext cx="10268712" cy="898398"/>
      </dsp:txXfrm>
    </dsp:sp>
    <dsp:sp modelId="{CF63C9CE-A90B-7A49-B5B8-D47B78F5750D}">
      <dsp:nvSpPr>
        <dsp:cNvPr id="0" name=""/>
        <dsp:cNvSpPr/>
      </dsp:nvSpPr>
      <dsp:spPr>
        <a:xfrm>
          <a:off x="0" y="898398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0512-816B-374B-98B2-0F6A3FFD2092}">
      <dsp:nvSpPr>
        <dsp:cNvPr id="0" name=""/>
        <dsp:cNvSpPr/>
      </dsp:nvSpPr>
      <dsp:spPr>
        <a:xfrm>
          <a:off x="0" y="898398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the pass task P6</a:t>
          </a:r>
        </a:p>
      </dsp:txBody>
      <dsp:txXfrm>
        <a:off x="0" y="898398"/>
        <a:ext cx="10268712" cy="898398"/>
      </dsp:txXfrm>
    </dsp:sp>
    <dsp:sp modelId="{F696A6FD-25F4-2149-9DB1-1CA645FE15B4}">
      <dsp:nvSpPr>
        <dsp:cNvPr id="0" name=""/>
        <dsp:cNvSpPr/>
      </dsp:nvSpPr>
      <dsp:spPr>
        <a:xfrm>
          <a:off x="0" y="1796796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5E631-CE3E-3C4F-87FE-6725BE64C301}">
      <dsp:nvSpPr>
        <dsp:cNvPr id="0" name=""/>
        <dsp:cNvSpPr/>
      </dsp:nvSpPr>
      <dsp:spPr>
        <a:xfrm>
          <a:off x="0" y="1796796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the high distinction </a:t>
          </a:r>
          <a:r>
            <a:rPr lang="en-US" sz="3200" kern="1200"/>
            <a:t>task D1</a:t>
          </a:r>
          <a:endParaRPr lang="en-US" sz="3200" kern="1200" dirty="0"/>
        </a:p>
      </dsp:txBody>
      <dsp:txXfrm>
        <a:off x="0" y="1796796"/>
        <a:ext cx="10268712" cy="898398"/>
      </dsp:txXfrm>
    </dsp:sp>
    <dsp:sp modelId="{A4690D18-8166-8942-853D-A1CAA5D52188}">
      <dsp:nvSpPr>
        <dsp:cNvPr id="0" name=""/>
        <dsp:cNvSpPr/>
      </dsp:nvSpPr>
      <dsp:spPr>
        <a:xfrm>
          <a:off x="0" y="2695194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F08E1-AE18-2940-841B-BF1A25DB4629}">
      <dsp:nvSpPr>
        <dsp:cNvPr id="0" name=""/>
        <dsp:cNvSpPr/>
      </dsp:nvSpPr>
      <dsp:spPr>
        <a:xfrm>
          <a:off x="0" y="2695194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Let’s begin ...</a:t>
          </a:r>
        </a:p>
      </dsp:txBody>
      <dsp:txXfrm>
        <a:off x="0" y="2695194"/>
        <a:ext cx="10268712" cy="898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3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8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0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650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2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24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354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6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5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B1E63-DA01-0009-9A92-91198B71A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814" y="1482634"/>
            <a:ext cx="5928018" cy="3046798"/>
          </a:xfrm>
        </p:spPr>
        <p:txBody>
          <a:bodyPr>
            <a:normAutofit/>
          </a:bodyPr>
          <a:lstStyle/>
          <a:p>
            <a:pPr algn="l"/>
            <a:r>
              <a:rPr lang="en-US" sz="5500">
                <a:solidFill>
                  <a:schemeClr val="bg1"/>
                </a:solidFill>
              </a:rPr>
              <a:t>SIT112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Workshop Week 7</a:t>
            </a:r>
          </a:p>
        </p:txBody>
      </p:sp>
      <p:pic>
        <p:nvPicPr>
          <p:cNvPr id="1026" name="Picture 2" descr="Free Artificial Intelligence Brain illustration and picture">
            <a:extLst>
              <a:ext uri="{FF2B5EF4-FFF2-40B4-BE49-F238E27FC236}">
                <a16:creationId xmlns:a16="http://schemas.microsoft.com/office/drawing/2014/main" id="{D7CB86EC-3225-3E05-733C-E40CCA5C2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5" r="13713" b="1"/>
          <a:stretch/>
        </p:blipFill>
        <p:spPr bwMode="auto">
          <a:xfrm>
            <a:off x="20" y="736600"/>
            <a:ext cx="4657328" cy="538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2"/>
    </mc:Choice>
    <mc:Fallback xmlns="">
      <p:transition spd="slow" advTm="67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59266-0D66-90D0-D124-A7BB398A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929FA4-26BE-8DD7-311E-6CBC48AA7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469642"/>
              </p:ext>
            </p:extLst>
          </p:nvPr>
        </p:nvGraphicFramePr>
        <p:xfrm>
          <a:off x="960438" y="2749621"/>
          <a:ext cx="10267950" cy="2982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9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2"/>
    </mc:Choice>
    <mc:Fallback xmlns="">
      <p:transition spd="slow" advTm="104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D784-BF15-FE16-C440-F57C8AD2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D2DB2D-26C8-26B3-3D5C-0859FCB5C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670538"/>
              </p:ext>
            </p:extLst>
          </p:nvPr>
        </p:nvGraphicFramePr>
        <p:xfrm>
          <a:off x="960120" y="2587752"/>
          <a:ext cx="10268712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11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4"/>
    </mc:Choice>
    <mc:Fallback xmlns="">
      <p:transition spd="slow" advTm="4864"/>
    </mc:Fallback>
  </mc:AlternateContent>
</p:sld>
</file>

<file path=ppt/theme/theme1.xml><?xml version="1.0" encoding="utf-8"?>
<a:theme xmlns:a="http://schemas.openxmlformats.org/drawingml/2006/main" name="JuxtaposeVTI">
  <a:themeElements>
    <a:clrScheme name="AnalogousFromRegularSeedLeftStep">
      <a:dk1>
        <a:srgbClr val="000000"/>
      </a:dk1>
      <a:lt1>
        <a:srgbClr val="FFFFFF"/>
      </a:lt1>
      <a:dk2>
        <a:srgbClr val="30271B"/>
      </a:dk2>
      <a:lt2>
        <a:srgbClr val="F0F1F3"/>
      </a:lt2>
      <a:accent1>
        <a:srgbClr val="B0A145"/>
      </a:accent1>
      <a:accent2>
        <a:srgbClr val="B1703B"/>
      </a:accent2>
      <a:accent3>
        <a:srgbClr val="C3504D"/>
      </a:accent3>
      <a:accent4>
        <a:srgbClr val="B13B69"/>
      </a:accent4>
      <a:accent5>
        <a:srgbClr val="C34DAC"/>
      </a:accent5>
      <a:accent6>
        <a:srgbClr val="973BB1"/>
      </a:accent6>
      <a:hlink>
        <a:srgbClr val="5A6AC8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53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Franklin Gothic Demi Cond</vt:lpstr>
      <vt:lpstr>Franklin Gothic Medium</vt:lpstr>
      <vt:lpstr>Wingdings</vt:lpstr>
      <vt:lpstr>JuxtaposeVTI</vt:lpstr>
      <vt:lpstr>SIT112 Workshop Week 7</vt:lpstr>
      <vt:lpstr>contents</vt:lpstr>
      <vt:lpstr>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Concepts SIT112</dc:title>
  <dc:creator>Davoud Mougouei</dc:creator>
  <cp:lastModifiedBy>Davoud Mougouei</cp:lastModifiedBy>
  <cp:revision>105</cp:revision>
  <dcterms:created xsi:type="dcterms:W3CDTF">2023-02-25T06:26:09Z</dcterms:created>
  <dcterms:modified xsi:type="dcterms:W3CDTF">2024-01-28T10:47:52Z</dcterms:modified>
</cp:coreProperties>
</file>