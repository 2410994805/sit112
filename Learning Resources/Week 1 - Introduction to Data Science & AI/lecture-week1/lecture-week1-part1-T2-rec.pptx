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  <p:sldMasterId id="2147483739" r:id="rId2"/>
  </p:sldMasterIdLst>
  <p:notesMasterIdLst>
    <p:notesMasterId r:id="rId33"/>
  </p:notesMasterIdLst>
  <p:sldIdLst>
    <p:sldId id="256" r:id="rId3"/>
    <p:sldId id="360" r:id="rId4"/>
    <p:sldId id="359" r:id="rId5"/>
    <p:sldId id="339" r:id="rId6"/>
    <p:sldId id="262" r:id="rId7"/>
    <p:sldId id="285" r:id="rId8"/>
    <p:sldId id="283" r:id="rId9"/>
    <p:sldId id="263" r:id="rId10"/>
    <p:sldId id="271" r:id="rId11"/>
    <p:sldId id="272" r:id="rId12"/>
    <p:sldId id="279" r:id="rId13"/>
    <p:sldId id="355" r:id="rId14"/>
    <p:sldId id="273" r:id="rId15"/>
    <p:sldId id="274" r:id="rId16"/>
    <p:sldId id="347" r:id="rId17"/>
    <p:sldId id="275" r:id="rId18"/>
    <p:sldId id="278" r:id="rId19"/>
    <p:sldId id="356" r:id="rId20"/>
    <p:sldId id="277" r:id="rId21"/>
    <p:sldId id="264" r:id="rId22"/>
    <p:sldId id="344" r:id="rId23"/>
    <p:sldId id="265" r:id="rId24"/>
    <p:sldId id="267" r:id="rId25"/>
    <p:sldId id="345" r:id="rId26"/>
    <p:sldId id="284" r:id="rId27"/>
    <p:sldId id="357" r:id="rId28"/>
    <p:sldId id="358" r:id="rId29"/>
    <p:sldId id="340" r:id="rId30"/>
    <p:sldId id="291" r:id="rId31"/>
    <p:sldId id="34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79"/>
    <a:srgbClr val="FCCDCD"/>
    <a:srgbClr val="FFB5B3"/>
    <a:srgbClr val="D5FC79"/>
    <a:srgbClr val="8EFA00"/>
    <a:srgbClr val="FFF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2EEFBA-626D-4318-B976-E1041E32E709}" v="4" dt="2026-07-07T00:02:47.84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67"/>
    <p:restoredTop sz="96181"/>
  </p:normalViewPr>
  <p:slideViewPr>
    <p:cSldViewPr snapToGrid="0">
      <p:cViewPr varScale="1">
        <p:scale>
          <a:sx n="122" d="100"/>
          <a:sy n="122" d="100"/>
        </p:scale>
        <p:origin x="120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Ansarizadeh" userId="2e2f4077-aba0-49c7-b26f-c647714fbdc0" providerId="ADAL" clId="{4AF819A5-1A07-4075-8C4E-D726B4CE70A1}"/>
    <pc:docChg chg="undo custSel addSld delSld modSld">
      <pc:chgData name="Fatima Ansarizadeh" userId="2e2f4077-aba0-49c7-b26f-c647714fbdc0" providerId="ADAL" clId="{4AF819A5-1A07-4075-8C4E-D726B4CE70A1}" dt="2026-07-07T00:02:47.840" v="541" actId="13926"/>
      <pc:docMkLst>
        <pc:docMk/>
      </pc:docMkLst>
      <pc:sldChg chg="delSp modSp mod">
        <pc:chgData name="Fatima Ansarizadeh" userId="2e2f4077-aba0-49c7-b26f-c647714fbdc0" providerId="ADAL" clId="{4AF819A5-1A07-4075-8C4E-D726B4CE70A1}" dt="2026-06-13T00:52:45.690" v="3"/>
        <pc:sldMkLst>
          <pc:docMk/>
          <pc:sldMk cId="1332387644" sldId="256"/>
        </pc:sldMkLst>
      </pc:sldChg>
      <pc:sldChg chg="modSp mod">
        <pc:chgData name="Fatima Ansarizadeh" userId="2e2f4077-aba0-49c7-b26f-c647714fbdc0" providerId="ADAL" clId="{4AF819A5-1A07-4075-8C4E-D726B4CE70A1}" dt="2026-07-06T23:48:06.262" v="518" actId="20577"/>
        <pc:sldMkLst>
          <pc:docMk/>
          <pc:sldMk cId="1714460605" sldId="262"/>
        </pc:sldMkLst>
        <pc:spChg chg="mod">
          <ac:chgData name="Fatima Ansarizadeh" userId="2e2f4077-aba0-49c7-b26f-c647714fbdc0" providerId="ADAL" clId="{4AF819A5-1A07-4075-8C4E-D726B4CE70A1}" dt="2026-07-05T17:31:05.151" v="134" actId="1076"/>
          <ac:spMkLst>
            <pc:docMk/>
            <pc:sldMk cId="1714460605" sldId="262"/>
            <ac:spMk id="2" creationId="{A3EA757A-1DC5-4610-897D-1BF798A5DCF5}"/>
          </ac:spMkLst>
        </pc:spChg>
        <pc:spChg chg="mod">
          <ac:chgData name="Fatima Ansarizadeh" userId="2e2f4077-aba0-49c7-b26f-c647714fbdc0" providerId="ADAL" clId="{4AF819A5-1A07-4075-8C4E-D726B4CE70A1}" dt="2026-07-06T23:48:06.262" v="518" actId="20577"/>
          <ac:spMkLst>
            <pc:docMk/>
            <pc:sldMk cId="1714460605" sldId="262"/>
            <ac:spMk id="3" creationId="{35A7EBEF-C5EF-C27F-584B-2C710C594F8F}"/>
          </ac:spMkLst>
        </pc:spChg>
      </pc:sldChg>
      <pc:sldChg chg="modSp mod">
        <pc:chgData name="Fatima Ansarizadeh" userId="2e2f4077-aba0-49c7-b26f-c647714fbdc0" providerId="ADAL" clId="{4AF819A5-1A07-4075-8C4E-D726B4CE70A1}" dt="2026-07-05T17:47:43.558" v="203" actId="13926"/>
        <pc:sldMkLst>
          <pc:docMk/>
          <pc:sldMk cId="1464181174" sldId="263"/>
        </pc:sldMkLst>
        <pc:spChg chg="mod">
          <ac:chgData name="Fatima Ansarizadeh" userId="2e2f4077-aba0-49c7-b26f-c647714fbdc0" providerId="ADAL" clId="{4AF819A5-1A07-4075-8C4E-D726B4CE70A1}" dt="2026-07-05T17:46:15.283" v="190" actId="1076"/>
          <ac:spMkLst>
            <pc:docMk/>
            <pc:sldMk cId="1464181174" sldId="263"/>
            <ac:spMk id="2" creationId="{21ED0C7E-A257-FEE6-16D4-71BCD07D71EF}"/>
          </ac:spMkLst>
        </pc:spChg>
        <pc:spChg chg="mod">
          <ac:chgData name="Fatima Ansarizadeh" userId="2e2f4077-aba0-49c7-b26f-c647714fbdc0" providerId="ADAL" clId="{4AF819A5-1A07-4075-8C4E-D726B4CE70A1}" dt="2026-07-05T17:47:43.558" v="203" actId="13926"/>
          <ac:spMkLst>
            <pc:docMk/>
            <pc:sldMk cId="1464181174" sldId="263"/>
            <ac:spMk id="3" creationId="{B7E9BA6B-B809-8ECA-3F5A-72299FD21D28}"/>
          </ac:spMkLst>
        </pc:spChg>
      </pc:sldChg>
      <pc:sldChg chg="modSp mod">
        <pc:chgData name="Fatima Ansarizadeh" userId="2e2f4077-aba0-49c7-b26f-c647714fbdc0" providerId="ADAL" clId="{4AF819A5-1A07-4075-8C4E-D726B4CE70A1}" dt="2026-07-07T00:02:47.840" v="541" actId="13926"/>
        <pc:sldMkLst>
          <pc:docMk/>
          <pc:sldMk cId="3646859817" sldId="264"/>
        </pc:sldMkLst>
        <pc:spChg chg="mod">
          <ac:chgData name="Fatima Ansarizadeh" userId="2e2f4077-aba0-49c7-b26f-c647714fbdc0" providerId="ADAL" clId="{4AF819A5-1A07-4075-8C4E-D726B4CE70A1}" dt="2026-07-05T17:57:58.872" v="340" actId="1076"/>
          <ac:spMkLst>
            <pc:docMk/>
            <pc:sldMk cId="3646859817" sldId="264"/>
            <ac:spMk id="2" creationId="{960F182B-8C5C-1949-087E-1A1ED1602F7D}"/>
          </ac:spMkLst>
        </pc:spChg>
        <pc:graphicFrameChg chg="mod">
          <ac:chgData name="Fatima Ansarizadeh" userId="2e2f4077-aba0-49c7-b26f-c647714fbdc0" providerId="ADAL" clId="{4AF819A5-1A07-4075-8C4E-D726B4CE70A1}" dt="2026-07-07T00:02:47.840" v="541" actId="13926"/>
          <ac:graphicFrameMkLst>
            <pc:docMk/>
            <pc:sldMk cId="3646859817" sldId="264"/>
            <ac:graphicFrameMk id="5" creationId="{5B46C89D-3282-7E7A-F298-F987A0A0D7F3}"/>
          </ac:graphicFrameMkLst>
        </pc:graphicFrameChg>
      </pc:sldChg>
      <pc:sldChg chg="modSp mod">
        <pc:chgData name="Fatima Ansarizadeh" userId="2e2f4077-aba0-49c7-b26f-c647714fbdc0" providerId="ADAL" clId="{4AF819A5-1A07-4075-8C4E-D726B4CE70A1}" dt="2026-07-05T18:04:19.254" v="430" actId="13926"/>
        <pc:sldMkLst>
          <pc:docMk/>
          <pc:sldMk cId="2546773119" sldId="265"/>
        </pc:sldMkLst>
        <pc:spChg chg="mod">
          <ac:chgData name="Fatima Ansarizadeh" userId="2e2f4077-aba0-49c7-b26f-c647714fbdc0" providerId="ADAL" clId="{4AF819A5-1A07-4075-8C4E-D726B4CE70A1}" dt="2026-07-05T18:04:19.254" v="430" actId="13926"/>
          <ac:spMkLst>
            <pc:docMk/>
            <pc:sldMk cId="2546773119" sldId="265"/>
            <ac:spMk id="3" creationId="{D5373D58-F57F-FA15-824C-67B2C33D1204}"/>
          </ac:spMkLst>
        </pc:spChg>
      </pc:sldChg>
      <pc:sldChg chg="modSp mod">
        <pc:chgData name="Fatima Ansarizadeh" userId="2e2f4077-aba0-49c7-b26f-c647714fbdc0" providerId="ADAL" clId="{4AF819A5-1A07-4075-8C4E-D726B4CE70A1}" dt="2026-07-05T18:04:39.981" v="431" actId="1076"/>
        <pc:sldMkLst>
          <pc:docMk/>
          <pc:sldMk cId="4036899101" sldId="267"/>
        </pc:sldMkLst>
        <pc:spChg chg="mod">
          <ac:chgData name="Fatima Ansarizadeh" userId="2e2f4077-aba0-49c7-b26f-c647714fbdc0" providerId="ADAL" clId="{4AF819A5-1A07-4075-8C4E-D726B4CE70A1}" dt="2026-07-05T18:04:39.981" v="431" actId="1076"/>
          <ac:spMkLst>
            <pc:docMk/>
            <pc:sldMk cId="4036899101" sldId="267"/>
            <ac:spMk id="2" creationId="{8CE58906-1149-447F-BF07-D608911E89FE}"/>
          </ac:spMkLst>
        </pc:spChg>
      </pc:sldChg>
      <pc:sldChg chg="modSp mod">
        <pc:chgData name="Fatima Ansarizadeh" userId="2e2f4077-aba0-49c7-b26f-c647714fbdc0" providerId="ADAL" clId="{4AF819A5-1A07-4075-8C4E-D726B4CE70A1}" dt="2026-07-05T17:50:49.129" v="231" actId="20577"/>
        <pc:sldMkLst>
          <pc:docMk/>
          <pc:sldMk cId="4122539713" sldId="271"/>
        </pc:sldMkLst>
        <pc:spChg chg="mod">
          <ac:chgData name="Fatima Ansarizadeh" userId="2e2f4077-aba0-49c7-b26f-c647714fbdc0" providerId="ADAL" clId="{4AF819A5-1A07-4075-8C4E-D726B4CE70A1}" dt="2026-07-05T17:16:04.669" v="77" actId="1076"/>
          <ac:spMkLst>
            <pc:docMk/>
            <pc:sldMk cId="4122539713" sldId="271"/>
            <ac:spMk id="2" creationId="{98262412-F633-A0FB-68E7-74EEC1B0D048}"/>
          </ac:spMkLst>
        </pc:spChg>
        <pc:graphicFrameChg chg="mod modGraphic">
          <ac:chgData name="Fatima Ansarizadeh" userId="2e2f4077-aba0-49c7-b26f-c647714fbdc0" providerId="ADAL" clId="{4AF819A5-1A07-4075-8C4E-D726B4CE70A1}" dt="2026-07-05T17:50:49.129" v="231" actId="20577"/>
          <ac:graphicFrameMkLst>
            <pc:docMk/>
            <pc:sldMk cId="4122539713" sldId="271"/>
            <ac:graphicFrameMk id="10" creationId="{42AD4BDE-1432-64D1-1E9B-972CC28CB8BA}"/>
          </ac:graphicFrameMkLst>
        </pc:graphicFrameChg>
      </pc:sldChg>
      <pc:sldChg chg="modSp mod">
        <pc:chgData name="Fatima Ansarizadeh" userId="2e2f4077-aba0-49c7-b26f-c647714fbdc0" providerId="ADAL" clId="{4AF819A5-1A07-4075-8C4E-D726B4CE70A1}" dt="2026-07-06T23:52:24.364" v="520" actId="13926"/>
        <pc:sldMkLst>
          <pc:docMk/>
          <pc:sldMk cId="2850001389" sldId="272"/>
        </pc:sldMkLst>
        <pc:spChg chg="mod">
          <ac:chgData name="Fatima Ansarizadeh" userId="2e2f4077-aba0-49c7-b26f-c647714fbdc0" providerId="ADAL" clId="{4AF819A5-1A07-4075-8C4E-D726B4CE70A1}" dt="2026-07-05T17:16:09.882" v="78" actId="1076"/>
          <ac:spMkLst>
            <pc:docMk/>
            <pc:sldMk cId="2850001389" sldId="272"/>
            <ac:spMk id="2" creationId="{4A157808-D306-D8E2-C2AC-B3A7A6EC8EA5}"/>
          </ac:spMkLst>
        </pc:spChg>
        <pc:graphicFrameChg chg="modGraphic">
          <ac:chgData name="Fatima Ansarizadeh" userId="2e2f4077-aba0-49c7-b26f-c647714fbdc0" providerId="ADAL" clId="{4AF819A5-1A07-4075-8C4E-D726B4CE70A1}" dt="2026-07-06T23:52:24.364" v="520" actId="13926"/>
          <ac:graphicFrameMkLst>
            <pc:docMk/>
            <pc:sldMk cId="2850001389" sldId="272"/>
            <ac:graphicFrameMk id="7" creationId="{AC15BF8F-F6D7-79C3-08C9-DE985E620BC7}"/>
          </ac:graphicFrameMkLst>
        </pc:graphicFrameChg>
      </pc:sldChg>
      <pc:sldChg chg="modSp mod">
        <pc:chgData name="Fatima Ansarizadeh" userId="2e2f4077-aba0-49c7-b26f-c647714fbdc0" providerId="ADAL" clId="{4AF819A5-1A07-4075-8C4E-D726B4CE70A1}" dt="2026-07-06T23:55:25.641" v="524" actId="1076"/>
        <pc:sldMkLst>
          <pc:docMk/>
          <pc:sldMk cId="915994921" sldId="273"/>
        </pc:sldMkLst>
        <pc:spChg chg="mod">
          <ac:chgData name="Fatima Ansarizadeh" userId="2e2f4077-aba0-49c7-b26f-c647714fbdc0" providerId="ADAL" clId="{4AF819A5-1A07-4075-8C4E-D726B4CE70A1}" dt="2026-07-05T17:16:45.502" v="79" actId="1076"/>
          <ac:spMkLst>
            <pc:docMk/>
            <pc:sldMk cId="915994921" sldId="273"/>
            <ac:spMk id="2" creationId="{269D6449-4DF3-03DF-DB16-4F429335B8B1}"/>
          </ac:spMkLst>
        </pc:spChg>
        <pc:spChg chg="mod">
          <ac:chgData name="Fatima Ansarizadeh" userId="2e2f4077-aba0-49c7-b26f-c647714fbdc0" providerId="ADAL" clId="{4AF819A5-1A07-4075-8C4E-D726B4CE70A1}" dt="2026-07-06T23:55:25.641" v="524" actId="1076"/>
          <ac:spMkLst>
            <pc:docMk/>
            <pc:sldMk cId="915994921" sldId="273"/>
            <ac:spMk id="3" creationId="{33F1BE64-DD1D-F8CC-3EED-56306DC63A37}"/>
          </ac:spMkLst>
        </pc:spChg>
      </pc:sldChg>
      <pc:sldChg chg="modSp mod">
        <pc:chgData name="Fatima Ansarizadeh" userId="2e2f4077-aba0-49c7-b26f-c647714fbdc0" providerId="ADAL" clId="{4AF819A5-1A07-4075-8C4E-D726B4CE70A1}" dt="2026-07-05T17:54:57.552" v="309" actId="13926"/>
        <pc:sldMkLst>
          <pc:docMk/>
          <pc:sldMk cId="932770448" sldId="274"/>
        </pc:sldMkLst>
        <pc:spChg chg="mod">
          <ac:chgData name="Fatima Ansarizadeh" userId="2e2f4077-aba0-49c7-b26f-c647714fbdc0" providerId="ADAL" clId="{4AF819A5-1A07-4075-8C4E-D726B4CE70A1}" dt="2026-07-05T17:16:55.422" v="80" actId="1076"/>
          <ac:spMkLst>
            <pc:docMk/>
            <pc:sldMk cId="932770448" sldId="274"/>
            <ac:spMk id="2" creationId="{03F521AB-F14B-6109-2ACD-1409A3EEE248}"/>
          </ac:spMkLst>
        </pc:spChg>
        <pc:graphicFrameChg chg="modGraphic">
          <ac:chgData name="Fatima Ansarizadeh" userId="2e2f4077-aba0-49c7-b26f-c647714fbdc0" providerId="ADAL" clId="{4AF819A5-1A07-4075-8C4E-D726B4CE70A1}" dt="2026-07-05T17:54:57.552" v="309" actId="13926"/>
          <ac:graphicFrameMkLst>
            <pc:docMk/>
            <pc:sldMk cId="932770448" sldId="274"/>
            <ac:graphicFrameMk id="7" creationId="{E464E558-AB47-8042-B3DF-EDB12E0D69AD}"/>
          </ac:graphicFrameMkLst>
        </pc:graphicFrameChg>
      </pc:sldChg>
      <pc:sldChg chg="modSp mod">
        <pc:chgData name="Fatima Ansarizadeh" userId="2e2f4077-aba0-49c7-b26f-c647714fbdc0" providerId="ADAL" clId="{4AF819A5-1A07-4075-8C4E-D726B4CE70A1}" dt="2026-07-06T23:58:46.365" v="533" actId="13926"/>
        <pc:sldMkLst>
          <pc:docMk/>
          <pc:sldMk cId="490148075" sldId="275"/>
        </pc:sldMkLst>
        <pc:graphicFrameChg chg="modGraphic">
          <ac:chgData name="Fatima Ansarizadeh" userId="2e2f4077-aba0-49c7-b26f-c647714fbdc0" providerId="ADAL" clId="{4AF819A5-1A07-4075-8C4E-D726B4CE70A1}" dt="2026-07-06T23:58:46.365" v="533" actId="13926"/>
          <ac:graphicFrameMkLst>
            <pc:docMk/>
            <pc:sldMk cId="490148075" sldId="275"/>
            <ac:graphicFrameMk id="7" creationId="{3233BB4B-E89F-2889-EA84-1612B4A02ED1}"/>
          </ac:graphicFrameMkLst>
        </pc:graphicFrameChg>
      </pc:sldChg>
      <pc:sldChg chg="modSp mod">
        <pc:chgData name="Fatima Ansarizadeh" userId="2e2f4077-aba0-49c7-b26f-c647714fbdc0" providerId="ADAL" clId="{4AF819A5-1A07-4075-8C4E-D726B4CE70A1}" dt="2026-07-07T00:01:28.865" v="538" actId="14100"/>
        <pc:sldMkLst>
          <pc:docMk/>
          <pc:sldMk cId="1719741830" sldId="277"/>
        </pc:sldMkLst>
        <pc:spChg chg="mod">
          <ac:chgData name="Fatima Ansarizadeh" userId="2e2f4077-aba0-49c7-b26f-c647714fbdc0" providerId="ADAL" clId="{4AF819A5-1A07-4075-8C4E-D726B4CE70A1}" dt="2026-07-05T17:57:11.566" v="323" actId="1076"/>
          <ac:spMkLst>
            <pc:docMk/>
            <pc:sldMk cId="1719741830" sldId="277"/>
            <ac:spMk id="2" creationId="{F5F3EB9F-C24F-BBFE-824F-2B384793EEB0}"/>
          </ac:spMkLst>
        </pc:spChg>
        <pc:spChg chg="mod">
          <ac:chgData name="Fatima Ansarizadeh" userId="2e2f4077-aba0-49c7-b26f-c647714fbdc0" providerId="ADAL" clId="{4AF819A5-1A07-4075-8C4E-D726B4CE70A1}" dt="2026-07-07T00:01:28.865" v="538" actId="14100"/>
          <ac:spMkLst>
            <pc:docMk/>
            <pc:sldMk cId="1719741830" sldId="277"/>
            <ac:spMk id="3" creationId="{81A43C86-7E6A-B606-B218-4E590FF8E3C6}"/>
          </ac:spMkLst>
        </pc:spChg>
      </pc:sldChg>
      <pc:sldChg chg="modSp mod">
        <pc:chgData name="Fatima Ansarizadeh" userId="2e2f4077-aba0-49c7-b26f-c647714fbdc0" providerId="ADAL" clId="{4AF819A5-1A07-4075-8C4E-D726B4CE70A1}" dt="2026-07-05T17:55:34.976" v="310" actId="1076"/>
        <pc:sldMkLst>
          <pc:docMk/>
          <pc:sldMk cId="3430512926" sldId="278"/>
        </pc:sldMkLst>
        <pc:spChg chg="mod">
          <ac:chgData name="Fatima Ansarizadeh" userId="2e2f4077-aba0-49c7-b26f-c647714fbdc0" providerId="ADAL" clId="{4AF819A5-1A07-4075-8C4E-D726B4CE70A1}" dt="2026-07-05T17:55:34.976" v="310" actId="1076"/>
          <ac:spMkLst>
            <pc:docMk/>
            <pc:sldMk cId="3430512926" sldId="278"/>
            <ac:spMk id="2" creationId="{87CE3F9B-A471-BA88-0D02-B40C63951704}"/>
          </ac:spMkLst>
        </pc:spChg>
        <pc:spChg chg="mod">
          <ac:chgData name="Fatima Ansarizadeh" userId="2e2f4077-aba0-49c7-b26f-c647714fbdc0" providerId="ADAL" clId="{4AF819A5-1A07-4075-8C4E-D726B4CE70A1}" dt="2026-07-05T17:17:43.945" v="87" actId="20577"/>
          <ac:spMkLst>
            <pc:docMk/>
            <pc:sldMk cId="3430512926" sldId="278"/>
            <ac:spMk id="3" creationId="{500A7940-17C8-F702-552B-051374F74BF6}"/>
          </ac:spMkLst>
        </pc:spChg>
        <pc:picChg chg="mod">
          <ac:chgData name="Fatima Ansarizadeh" userId="2e2f4077-aba0-49c7-b26f-c647714fbdc0" providerId="ADAL" clId="{4AF819A5-1A07-4075-8C4E-D726B4CE70A1}" dt="2026-07-05T17:17:52.542" v="89" actId="1076"/>
          <ac:picMkLst>
            <pc:docMk/>
            <pc:sldMk cId="3430512926" sldId="278"/>
            <ac:picMk id="4" creationId="{E2811C96-D421-4648-2B30-778F37085DFD}"/>
          </ac:picMkLst>
        </pc:picChg>
      </pc:sldChg>
      <pc:sldChg chg="modSp mod">
        <pc:chgData name="Fatima Ansarizadeh" userId="2e2f4077-aba0-49c7-b26f-c647714fbdc0" providerId="ADAL" clId="{4AF819A5-1A07-4075-8C4E-D726B4CE70A1}" dt="2026-07-06T23:52:42.419" v="522" actId="1076"/>
        <pc:sldMkLst>
          <pc:docMk/>
          <pc:sldMk cId="776496922" sldId="279"/>
        </pc:sldMkLst>
        <pc:spChg chg="mod">
          <ac:chgData name="Fatima Ansarizadeh" userId="2e2f4077-aba0-49c7-b26f-c647714fbdc0" providerId="ADAL" clId="{4AF819A5-1A07-4075-8C4E-D726B4CE70A1}" dt="2026-07-05T17:52:12.715" v="263" actId="1076"/>
          <ac:spMkLst>
            <pc:docMk/>
            <pc:sldMk cId="776496922" sldId="279"/>
            <ac:spMk id="2" creationId="{08800A4D-59CD-177E-281F-570377A6D1B3}"/>
          </ac:spMkLst>
        </pc:spChg>
        <pc:picChg chg="mod">
          <ac:chgData name="Fatima Ansarizadeh" userId="2e2f4077-aba0-49c7-b26f-c647714fbdc0" providerId="ADAL" clId="{4AF819A5-1A07-4075-8C4E-D726B4CE70A1}" dt="2026-07-06T23:52:42.419" v="522" actId="1076"/>
          <ac:picMkLst>
            <pc:docMk/>
            <pc:sldMk cId="776496922" sldId="279"/>
            <ac:picMk id="6" creationId="{358220AA-5130-8910-FDDE-81E1B81D3186}"/>
          </ac:picMkLst>
        </pc:picChg>
      </pc:sldChg>
      <pc:sldChg chg="modSp mod">
        <pc:chgData name="Fatima Ansarizadeh" userId="2e2f4077-aba0-49c7-b26f-c647714fbdc0" providerId="ADAL" clId="{4AF819A5-1A07-4075-8C4E-D726B4CE70A1}" dt="2026-07-05T17:46:06.996" v="189" actId="1076"/>
        <pc:sldMkLst>
          <pc:docMk/>
          <pc:sldMk cId="1076092124" sldId="283"/>
        </pc:sldMkLst>
        <pc:spChg chg="mod">
          <ac:chgData name="Fatima Ansarizadeh" userId="2e2f4077-aba0-49c7-b26f-c647714fbdc0" providerId="ADAL" clId="{4AF819A5-1A07-4075-8C4E-D726B4CE70A1}" dt="2026-07-05T17:45:18.093" v="171" actId="1076"/>
          <ac:spMkLst>
            <pc:docMk/>
            <pc:sldMk cId="1076092124" sldId="283"/>
            <ac:spMk id="2" creationId="{21ED0C7E-A257-FEE6-16D4-71BCD07D71EF}"/>
          </ac:spMkLst>
        </pc:spChg>
        <pc:spChg chg="mod">
          <ac:chgData name="Fatima Ansarizadeh" userId="2e2f4077-aba0-49c7-b26f-c647714fbdc0" providerId="ADAL" clId="{4AF819A5-1A07-4075-8C4E-D726B4CE70A1}" dt="2026-07-05T17:46:06.996" v="189" actId="1076"/>
          <ac:spMkLst>
            <pc:docMk/>
            <pc:sldMk cId="1076092124" sldId="283"/>
            <ac:spMk id="3" creationId="{B7E9BA6B-B809-8ECA-3F5A-72299FD21D28}"/>
          </ac:spMkLst>
        </pc:spChg>
      </pc:sldChg>
      <pc:sldChg chg="modSp mod">
        <pc:chgData name="Fatima Ansarizadeh" userId="2e2f4077-aba0-49c7-b26f-c647714fbdc0" providerId="ADAL" clId="{4AF819A5-1A07-4075-8C4E-D726B4CE70A1}" dt="2026-07-05T18:11:20.299" v="481" actId="13926"/>
        <pc:sldMkLst>
          <pc:docMk/>
          <pc:sldMk cId="32193327" sldId="284"/>
        </pc:sldMkLst>
        <pc:spChg chg="mod">
          <ac:chgData name="Fatima Ansarizadeh" userId="2e2f4077-aba0-49c7-b26f-c647714fbdc0" providerId="ADAL" clId="{4AF819A5-1A07-4075-8C4E-D726B4CE70A1}" dt="2026-07-05T18:10:00.390" v="450" actId="1076"/>
          <ac:spMkLst>
            <pc:docMk/>
            <pc:sldMk cId="32193327" sldId="284"/>
            <ac:spMk id="2" creationId="{4897F051-7DC2-D06D-189F-822C93C5A47A}"/>
          </ac:spMkLst>
        </pc:spChg>
        <pc:spChg chg="mod">
          <ac:chgData name="Fatima Ansarizadeh" userId="2e2f4077-aba0-49c7-b26f-c647714fbdc0" providerId="ADAL" clId="{4AF819A5-1A07-4075-8C4E-D726B4CE70A1}" dt="2026-07-05T18:11:20.299" v="481" actId="13926"/>
          <ac:spMkLst>
            <pc:docMk/>
            <pc:sldMk cId="32193327" sldId="284"/>
            <ac:spMk id="3" creationId="{DCE4A961-5A81-5B88-4B54-BFBC1595C837}"/>
          </ac:spMkLst>
        </pc:spChg>
      </pc:sldChg>
      <pc:sldChg chg="modSp mod">
        <pc:chgData name="Fatima Ansarizadeh" userId="2e2f4077-aba0-49c7-b26f-c647714fbdc0" providerId="ADAL" clId="{4AF819A5-1A07-4075-8C4E-D726B4CE70A1}" dt="2026-07-05T17:45:01.214" v="169" actId="13926"/>
        <pc:sldMkLst>
          <pc:docMk/>
          <pc:sldMk cId="3669676404" sldId="285"/>
        </pc:sldMkLst>
        <pc:spChg chg="mod">
          <ac:chgData name="Fatima Ansarizadeh" userId="2e2f4077-aba0-49c7-b26f-c647714fbdc0" providerId="ADAL" clId="{4AF819A5-1A07-4075-8C4E-D726B4CE70A1}" dt="2026-07-05T17:34:16.759" v="164" actId="1076"/>
          <ac:spMkLst>
            <pc:docMk/>
            <pc:sldMk cId="3669676404" sldId="285"/>
            <ac:spMk id="2" creationId="{C4391585-F885-0C0D-EF2B-422F907AB27E}"/>
          </ac:spMkLst>
        </pc:spChg>
        <pc:graphicFrameChg chg="mod">
          <ac:chgData name="Fatima Ansarizadeh" userId="2e2f4077-aba0-49c7-b26f-c647714fbdc0" providerId="ADAL" clId="{4AF819A5-1A07-4075-8C4E-D726B4CE70A1}" dt="2026-07-05T17:45:01.214" v="169" actId="13926"/>
          <ac:graphicFrameMkLst>
            <pc:docMk/>
            <pc:sldMk cId="3669676404" sldId="285"/>
            <ac:graphicFrameMk id="4" creationId="{0B898301-3247-7C40-FA9F-227CA78FBF6F}"/>
          </ac:graphicFrameMkLst>
        </pc:graphicFrameChg>
      </pc:sldChg>
      <pc:sldChg chg="addSp delSp modSp mod">
        <pc:chgData name="Fatima Ansarizadeh" userId="2e2f4077-aba0-49c7-b26f-c647714fbdc0" providerId="ADAL" clId="{4AF819A5-1A07-4075-8C4E-D726B4CE70A1}" dt="2026-07-06T23:47:40.546" v="505" actId="1076"/>
        <pc:sldMkLst>
          <pc:docMk/>
          <pc:sldMk cId="3931624780" sldId="339"/>
        </pc:sldMkLst>
        <pc:spChg chg="mod">
          <ac:chgData name="Fatima Ansarizadeh" userId="2e2f4077-aba0-49c7-b26f-c647714fbdc0" providerId="ADAL" clId="{4AF819A5-1A07-4075-8C4E-D726B4CE70A1}" dt="2026-07-06T23:47:40.546" v="505" actId="1076"/>
          <ac:spMkLst>
            <pc:docMk/>
            <pc:sldMk cId="3931624780" sldId="339"/>
            <ac:spMk id="2" creationId="{A3EA757A-1DC5-4610-897D-1BF798A5DCF5}"/>
          </ac:spMkLst>
        </pc:spChg>
        <pc:spChg chg="mod">
          <ac:chgData name="Fatima Ansarizadeh" userId="2e2f4077-aba0-49c7-b26f-c647714fbdc0" providerId="ADAL" clId="{4AF819A5-1A07-4075-8C4E-D726B4CE70A1}" dt="2026-07-06T23:47:36.574" v="504" actId="27636"/>
          <ac:spMkLst>
            <pc:docMk/>
            <pc:sldMk cId="3931624780" sldId="339"/>
            <ac:spMk id="3" creationId="{35A7EBEF-C5EF-C27F-584B-2C710C594F8F}"/>
          </ac:spMkLst>
        </pc:spChg>
        <pc:picChg chg="add mod">
          <ac:chgData name="Fatima Ansarizadeh" userId="2e2f4077-aba0-49c7-b26f-c647714fbdc0" providerId="ADAL" clId="{4AF819A5-1A07-4075-8C4E-D726B4CE70A1}" dt="2026-07-05T17:29:26.299" v="130" actId="1076"/>
          <ac:picMkLst>
            <pc:docMk/>
            <pc:sldMk cId="3931624780" sldId="339"/>
            <ac:picMk id="5" creationId="{E7C0985B-F1D5-B90E-3793-D5068C247718}"/>
          </ac:picMkLst>
        </pc:picChg>
        <pc:picChg chg="del">
          <ac:chgData name="Fatima Ansarizadeh" userId="2e2f4077-aba0-49c7-b26f-c647714fbdc0" providerId="ADAL" clId="{4AF819A5-1A07-4075-8C4E-D726B4CE70A1}" dt="2026-07-05T17:28:59.118" v="120" actId="478"/>
          <ac:picMkLst>
            <pc:docMk/>
            <pc:sldMk cId="3931624780" sldId="339"/>
            <ac:picMk id="86" creationId="{0AD2BEA6-7E67-719C-402B-FAF9B3E58B40}"/>
          </ac:picMkLst>
        </pc:picChg>
      </pc:sldChg>
      <pc:sldChg chg="modSp mod">
        <pc:chgData name="Fatima Ansarizadeh" userId="2e2f4077-aba0-49c7-b26f-c647714fbdc0" providerId="ADAL" clId="{4AF819A5-1A07-4075-8C4E-D726B4CE70A1}" dt="2026-07-05T17:59:13.287" v="347" actId="113"/>
        <pc:sldMkLst>
          <pc:docMk/>
          <pc:sldMk cId="3597347418" sldId="344"/>
        </pc:sldMkLst>
        <pc:spChg chg="mod">
          <ac:chgData name="Fatima Ansarizadeh" userId="2e2f4077-aba0-49c7-b26f-c647714fbdc0" providerId="ADAL" clId="{4AF819A5-1A07-4075-8C4E-D726B4CE70A1}" dt="2026-07-05T17:59:13.287" v="347" actId="113"/>
          <ac:spMkLst>
            <pc:docMk/>
            <pc:sldMk cId="3597347418" sldId="344"/>
            <ac:spMk id="3" creationId="{5A705193-47CB-D365-7C7F-198F511160C5}"/>
          </ac:spMkLst>
        </pc:spChg>
      </pc:sldChg>
      <pc:sldChg chg="modSp mod">
        <pc:chgData name="Fatima Ansarizadeh" userId="2e2f4077-aba0-49c7-b26f-c647714fbdc0" providerId="ADAL" clId="{4AF819A5-1A07-4075-8C4E-D726B4CE70A1}" dt="2026-07-05T18:09:43.006" v="449" actId="1076"/>
        <pc:sldMkLst>
          <pc:docMk/>
          <pc:sldMk cId="853818594" sldId="345"/>
        </pc:sldMkLst>
        <pc:spChg chg="mod">
          <ac:chgData name="Fatima Ansarizadeh" userId="2e2f4077-aba0-49c7-b26f-c647714fbdc0" providerId="ADAL" clId="{4AF819A5-1A07-4075-8C4E-D726B4CE70A1}" dt="2026-07-05T18:07:03.360" v="436" actId="1076"/>
          <ac:spMkLst>
            <pc:docMk/>
            <pc:sldMk cId="853818594" sldId="345"/>
            <ac:spMk id="2" creationId="{F22997C5-9EEA-C9CD-E933-AD6D83F4B5B8}"/>
          </ac:spMkLst>
        </pc:spChg>
        <pc:spChg chg="mod">
          <ac:chgData name="Fatima Ansarizadeh" userId="2e2f4077-aba0-49c7-b26f-c647714fbdc0" providerId="ADAL" clId="{4AF819A5-1A07-4075-8C4E-D726B4CE70A1}" dt="2026-07-05T18:09:43.006" v="449" actId="1076"/>
          <ac:spMkLst>
            <pc:docMk/>
            <pc:sldMk cId="853818594" sldId="345"/>
            <ac:spMk id="3" creationId="{7275021A-2603-D3D6-F259-920A3DAF6072}"/>
          </ac:spMkLst>
        </pc:spChg>
      </pc:sldChg>
      <pc:sldChg chg="modSp mod">
        <pc:chgData name="Fatima Ansarizadeh" userId="2e2f4077-aba0-49c7-b26f-c647714fbdc0" providerId="ADAL" clId="{4AF819A5-1A07-4075-8C4E-D726B4CE70A1}" dt="2026-07-05T17:52:47.963" v="265" actId="1076"/>
        <pc:sldMkLst>
          <pc:docMk/>
          <pc:sldMk cId="1685445988" sldId="355"/>
        </pc:sldMkLst>
        <pc:spChg chg="mod">
          <ac:chgData name="Fatima Ansarizadeh" userId="2e2f4077-aba0-49c7-b26f-c647714fbdc0" providerId="ADAL" clId="{4AF819A5-1A07-4075-8C4E-D726B4CE70A1}" dt="2026-07-05T17:52:47.963" v="265" actId="1076"/>
          <ac:spMkLst>
            <pc:docMk/>
            <pc:sldMk cId="1685445988" sldId="355"/>
            <ac:spMk id="2" creationId="{74621F8F-D906-F336-920B-91C1ECE4B65E}"/>
          </ac:spMkLst>
        </pc:spChg>
      </pc:sldChg>
      <pc:sldChg chg="modSp mod">
        <pc:chgData name="Fatima Ansarizadeh" userId="2e2f4077-aba0-49c7-b26f-c647714fbdc0" providerId="ADAL" clId="{4AF819A5-1A07-4075-8C4E-D726B4CE70A1}" dt="2026-07-06T23:59:29.326" v="537" actId="6549"/>
        <pc:sldMkLst>
          <pc:docMk/>
          <pc:sldMk cId="3699668601" sldId="356"/>
        </pc:sldMkLst>
        <pc:spChg chg="mod">
          <ac:chgData name="Fatima Ansarizadeh" userId="2e2f4077-aba0-49c7-b26f-c647714fbdc0" providerId="ADAL" clId="{4AF819A5-1A07-4075-8C4E-D726B4CE70A1}" dt="2026-07-06T23:59:29.326" v="537" actId="6549"/>
          <ac:spMkLst>
            <pc:docMk/>
            <pc:sldMk cId="3699668601" sldId="356"/>
            <ac:spMk id="3" creationId="{3F34466C-DD22-FC43-C489-EB85A89277B2}"/>
          </ac:spMkLst>
        </pc:spChg>
      </pc:sldChg>
      <pc:sldChg chg="modSp mod">
        <pc:chgData name="Fatima Ansarizadeh" userId="2e2f4077-aba0-49c7-b26f-c647714fbdc0" providerId="ADAL" clId="{4AF819A5-1A07-4075-8C4E-D726B4CE70A1}" dt="2026-07-05T18:14:35.374" v="499" actId="13926"/>
        <pc:sldMkLst>
          <pc:docMk/>
          <pc:sldMk cId="2529760462" sldId="357"/>
        </pc:sldMkLst>
        <pc:spChg chg="mod">
          <ac:chgData name="Fatima Ansarizadeh" userId="2e2f4077-aba0-49c7-b26f-c647714fbdc0" providerId="ADAL" clId="{4AF819A5-1A07-4075-8C4E-D726B4CE70A1}" dt="2026-07-05T18:11:55.645" v="488" actId="20577"/>
          <ac:spMkLst>
            <pc:docMk/>
            <pc:sldMk cId="2529760462" sldId="357"/>
            <ac:spMk id="2" creationId="{8528C87E-3275-CF97-FC0B-4528AAE0E789}"/>
          </ac:spMkLst>
        </pc:spChg>
        <pc:spChg chg="mod">
          <ac:chgData name="Fatima Ansarizadeh" userId="2e2f4077-aba0-49c7-b26f-c647714fbdc0" providerId="ADAL" clId="{4AF819A5-1A07-4075-8C4E-D726B4CE70A1}" dt="2026-07-05T18:14:35.374" v="499" actId="13926"/>
          <ac:spMkLst>
            <pc:docMk/>
            <pc:sldMk cId="2529760462" sldId="357"/>
            <ac:spMk id="3" creationId="{90BDDB2F-D309-154D-29A1-EF79C0B622F1}"/>
          </ac:spMkLst>
        </pc:spChg>
      </pc:sldChg>
      <pc:sldChg chg="addSp delSp modSp mod">
        <pc:chgData name="Fatima Ansarizadeh" userId="2e2f4077-aba0-49c7-b26f-c647714fbdc0" providerId="ADAL" clId="{4AF819A5-1A07-4075-8C4E-D726B4CE70A1}" dt="2026-07-05T17:06:19.865" v="18" actId="1076"/>
        <pc:sldMkLst>
          <pc:docMk/>
          <pc:sldMk cId="3624571172" sldId="359"/>
        </pc:sldMkLst>
        <pc:spChg chg="mod">
          <ac:chgData name="Fatima Ansarizadeh" userId="2e2f4077-aba0-49c7-b26f-c647714fbdc0" providerId="ADAL" clId="{4AF819A5-1A07-4075-8C4E-D726B4CE70A1}" dt="2026-07-05T17:06:19.865" v="18" actId="1076"/>
          <ac:spMkLst>
            <pc:docMk/>
            <pc:sldMk cId="3624571172" sldId="359"/>
            <ac:spMk id="3" creationId="{35A7EBEF-C5EF-C27F-584B-2C710C594F8F}"/>
          </ac:spMkLst>
        </pc:spChg>
        <pc:picChg chg="add mod">
          <ac:chgData name="Fatima Ansarizadeh" userId="2e2f4077-aba0-49c7-b26f-c647714fbdc0" providerId="ADAL" clId="{4AF819A5-1A07-4075-8C4E-D726B4CE70A1}" dt="2026-07-05T17:06:12.452" v="16" actId="14100"/>
          <ac:picMkLst>
            <pc:docMk/>
            <pc:sldMk cId="3624571172" sldId="359"/>
            <ac:picMk id="5" creationId="{8C73BDE4-353A-C66C-12A7-7A71C48EE56E}"/>
          </ac:picMkLst>
        </pc:picChg>
        <pc:picChg chg="del">
          <ac:chgData name="Fatima Ansarizadeh" userId="2e2f4077-aba0-49c7-b26f-c647714fbdc0" providerId="ADAL" clId="{4AF819A5-1A07-4075-8C4E-D726B4CE70A1}" dt="2026-07-05T17:05:42.234" v="4" actId="478"/>
          <ac:picMkLst>
            <pc:docMk/>
            <pc:sldMk cId="3624571172" sldId="359"/>
            <ac:picMk id="73" creationId="{BAC62A5A-FCD1-E82F-B0CD-D9780927EBC4}"/>
          </ac:picMkLst>
        </pc:picChg>
        <pc:inkChg chg="del">
          <ac:chgData name="Fatima Ansarizadeh" userId="2e2f4077-aba0-49c7-b26f-c647714fbdc0" providerId="ADAL" clId="{4AF819A5-1A07-4075-8C4E-D726B4CE70A1}" dt="2026-07-05T17:05:52.312" v="8" actId="478"/>
          <ac:inkMkLst>
            <pc:docMk/>
            <pc:sldMk cId="3624571172" sldId="359"/>
            <ac:inkMk id="76" creationId="{1D419787-0369-F954-ACF0-B08B1D6C07E6}"/>
          </ac:inkMkLst>
        </pc:inkChg>
      </pc:sldChg>
      <pc:sldChg chg="addSp delSp modSp mod">
        <pc:chgData name="Fatima Ansarizadeh" userId="2e2f4077-aba0-49c7-b26f-c647714fbdc0" providerId="ADAL" clId="{4AF819A5-1A07-4075-8C4E-D726B4CE70A1}" dt="2026-07-05T17:09:50.773" v="32" actId="1076"/>
        <pc:sldMkLst>
          <pc:docMk/>
          <pc:sldMk cId="898770066" sldId="360"/>
        </pc:sldMkLst>
        <pc:picChg chg="del">
          <ac:chgData name="Fatima Ansarizadeh" userId="2e2f4077-aba0-49c7-b26f-c647714fbdc0" providerId="ADAL" clId="{4AF819A5-1A07-4075-8C4E-D726B4CE70A1}" dt="2026-07-05T17:07:50.644" v="19" actId="478"/>
          <ac:picMkLst>
            <pc:docMk/>
            <pc:sldMk cId="898770066" sldId="360"/>
            <ac:picMk id="3" creationId="{D5EAB3FC-D535-4981-3ED4-C05B1CF7502E}"/>
          </ac:picMkLst>
        </pc:picChg>
        <pc:picChg chg="del">
          <ac:chgData name="Fatima Ansarizadeh" userId="2e2f4077-aba0-49c7-b26f-c647714fbdc0" providerId="ADAL" clId="{4AF819A5-1A07-4075-8C4E-D726B4CE70A1}" dt="2026-07-05T17:08:38.256" v="22" actId="478"/>
          <ac:picMkLst>
            <pc:docMk/>
            <pc:sldMk cId="898770066" sldId="360"/>
            <ac:picMk id="5" creationId="{E79AC559-6FD9-EE17-EBD9-E3AFA306A633}"/>
          </ac:picMkLst>
        </pc:picChg>
        <pc:picChg chg="add mod">
          <ac:chgData name="Fatima Ansarizadeh" userId="2e2f4077-aba0-49c7-b26f-c647714fbdc0" providerId="ADAL" clId="{4AF819A5-1A07-4075-8C4E-D726B4CE70A1}" dt="2026-07-05T17:09:50.773" v="32" actId="1076"/>
          <ac:picMkLst>
            <pc:docMk/>
            <pc:sldMk cId="898770066" sldId="360"/>
            <ac:picMk id="6" creationId="{B3F41906-6669-6CEA-732D-1E7CA76EF3B4}"/>
          </ac:picMkLst>
        </pc:picChg>
        <pc:picChg chg="add mod">
          <ac:chgData name="Fatima Ansarizadeh" userId="2e2f4077-aba0-49c7-b26f-c647714fbdc0" providerId="ADAL" clId="{4AF819A5-1A07-4075-8C4E-D726B4CE70A1}" dt="2026-07-05T17:09:15.111" v="31" actId="1076"/>
          <ac:picMkLst>
            <pc:docMk/>
            <pc:sldMk cId="898770066" sldId="360"/>
            <ac:picMk id="8" creationId="{43BC8B69-A758-23CD-A310-BB53C23615C9}"/>
          </ac:picMkLst>
        </pc:picChg>
      </pc:sldChg>
      <pc:sldChg chg="addSp delSp modSp add mod setBg delDesignElem modShow">
        <pc:chgData name="Fatima Ansarizadeh" userId="2e2f4077-aba0-49c7-b26f-c647714fbdc0" providerId="ADAL" clId="{4AF819A5-1A07-4075-8C4E-D726B4CE70A1}" dt="2026-07-06T23:49:14.196" v="519" actId="729"/>
        <pc:sldMkLst>
          <pc:docMk/>
          <pc:sldMk cId="24383085" sldId="361"/>
        </pc:sldMkLst>
        <pc:spChg chg="mod">
          <ac:chgData name="Fatima Ansarizadeh" userId="2e2f4077-aba0-49c7-b26f-c647714fbdc0" providerId="ADAL" clId="{4AF819A5-1A07-4075-8C4E-D726B4CE70A1}" dt="2026-07-05T17:49:04.643" v="217" actId="14100"/>
          <ac:spMkLst>
            <pc:docMk/>
            <pc:sldMk cId="24383085" sldId="361"/>
            <ac:spMk id="2" creationId="{74B40648-5CD4-E078-C959-0251338073D1}"/>
          </ac:spMkLst>
        </pc:spChg>
        <pc:spChg chg="del">
          <ac:chgData name="Fatima Ansarizadeh" userId="2e2f4077-aba0-49c7-b26f-c647714fbdc0" providerId="ADAL" clId="{4AF819A5-1A07-4075-8C4E-D726B4CE70A1}" dt="2026-07-05T17:13:10.241" v="76"/>
          <ac:spMkLst>
            <pc:docMk/>
            <pc:sldMk cId="24383085" sldId="361"/>
            <ac:spMk id="9" creationId="{50666DC1-CD27-4874-9484-9D06C59FE4D0}"/>
          </ac:spMkLst>
        </pc:spChg>
        <pc:spChg chg="del">
          <ac:chgData name="Fatima Ansarizadeh" userId="2e2f4077-aba0-49c7-b26f-c647714fbdc0" providerId="ADAL" clId="{4AF819A5-1A07-4075-8C4E-D726B4CE70A1}" dt="2026-07-05T17:13:10.241" v="76"/>
          <ac:spMkLst>
            <pc:docMk/>
            <pc:sldMk cId="24383085" sldId="361"/>
            <ac:spMk id="11" creationId="{0BE66D35-6371-4809-9433-1EBF879150EC}"/>
          </ac:spMkLst>
        </pc:spChg>
        <pc:spChg chg="del">
          <ac:chgData name="Fatima Ansarizadeh" userId="2e2f4077-aba0-49c7-b26f-c647714fbdc0" providerId="ADAL" clId="{4AF819A5-1A07-4075-8C4E-D726B4CE70A1}" dt="2026-07-05T17:13:10.241" v="76"/>
          <ac:spMkLst>
            <pc:docMk/>
            <pc:sldMk cId="24383085" sldId="361"/>
            <ac:spMk id="13" creationId="{72EF3F9A-9717-4ACB-A30D-96694842C4F7}"/>
          </ac:spMkLst>
        </pc:spChg>
        <pc:grpChg chg="del">
          <ac:chgData name="Fatima Ansarizadeh" userId="2e2f4077-aba0-49c7-b26f-c647714fbdc0" providerId="ADAL" clId="{4AF819A5-1A07-4075-8C4E-D726B4CE70A1}" dt="2026-07-05T17:13:10.241" v="76"/>
          <ac:grpSpMkLst>
            <pc:docMk/>
            <pc:sldMk cId="24383085" sldId="361"/>
            <ac:grpSpMk id="6" creationId="{0EB82B4C-9249-4CFC-A372-7B0FF5E36EA8}"/>
          </ac:grpSpMkLst>
        </pc:grpChg>
        <pc:picChg chg="del">
          <ac:chgData name="Fatima Ansarizadeh" userId="2e2f4077-aba0-49c7-b26f-c647714fbdc0" providerId="ADAL" clId="{4AF819A5-1A07-4075-8C4E-D726B4CE70A1}" dt="2026-07-05T17:48:25.587" v="205" actId="478"/>
          <ac:picMkLst>
            <pc:docMk/>
            <pc:sldMk cId="24383085" sldId="361"/>
            <ac:picMk id="3" creationId="{165F3B8B-00E1-D15C-5816-492A34BC4769}"/>
          </ac:picMkLst>
        </pc:picChg>
        <pc:picChg chg="add mod">
          <ac:chgData name="Fatima Ansarizadeh" userId="2e2f4077-aba0-49c7-b26f-c647714fbdc0" providerId="ADAL" clId="{4AF819A5-1A07-4075-8C4E-D726B4CE70A1}" dt="2026-07-05T17:49:07.391" v="218" actId="1076"/>
          <ac:picMkLst>
            <pc:docMk/>
            <pc:sldMk cId="24383085" sldId="361"/>
            <ac:picMk id="5" creationId="{4715E053-37BE-3119-ED0A-1C6668A3F18E}"/>
          </ac:picMkLst>
        </pc:picChg>
      </pc:sldChg>
      <pc:sldChg chg="modSp add del mod">
        <pc:chgData name="Fatima Ansarizadeh" userId="2e2f4077-aba0-49c7-b26f-c647714fbdc0" providerId="ADAL" clId="{4AF819A5-1A07-4075-8C4E-D726B4CE70A1}" dt="2026-07-05T17:12:51.832" v="74" actId="2696"/>
        <pc:sldMkLst>
          <pc:docMk/>
          <pc:sldMk cId="3849074238" sldId="361"/>
        </pc:sldMkLst>
        <pc:spChg chg="mod">
          <ac:chgData name="Fatima Ansarizadeh" userId="2e2f4077-aba0-49c7-b26f-c647714fbdc0" providerId="ADAL" clId="{4AF819A5-1A07-4075-8C4E-D726B4CE70A1}" dt="2026-07-05T17:11:50.303" v="73" actId="20577"/>
          <ac:spMkLst>
            <pc:docMk/>
            <pc:sldMk cId="3849074238" sldId="361"/>
            <ac:spMk id="2" creationId="{74B40648-5CD4-E078-C959-0251338073D1}"/>
          </ac:spMkLst>
        </pc:spChg>
      </pc:sldChg>
      <pc:sldChg chg="delSp add del setBg delDesignElem">
        <pc:chgData name="Fatima Ansarizadeh" userId="2e2f4077-aba0-49c7-b26f-c647714fbdc0" providerId="ADAL" clId="{4AF819A5-1A07-4075-8C4E-D726B4CE70A1}" dt="2026-07-05T17:10:21.570" v="37" actId="47"/>
        <pc:sldMkLst>
          <pc:docMk/>
          <pc:sldMk cId="419150671" sldId="362"/>
        </pc:sldMkLst>
        <pc:spChg chg="del">
          <ac:chgData name="Fatima Ansarizadeh" userId="2e2f4077-aba0-49c7-b26f-c647714fbdc0" providerId="ADAL" clId="{4AF819A5-1A07-4075-8C4E-D726B4CE70A1}" dt="2026-07-05T17:10:07.814" v="36"/>
          <ac:spMkLst>
            <pc:docMk/>
            <pc:sldMk cId="419150671" sldId="362"/>
            <ac:spMk id="9" creationId="{00B90DE4-455E-1AB0-349D-4973166E9BCF}"/>
          </ac:spMkLst>
        </pc:spChg>
        <pc:spChg chg="del">
          <ac:chgData name="Fatima Ansarizadeh" userId="2e2f4077-aba0-49c7-b26f-c647714fbdc0" providerId="ADAL" clId="{4AF819A5-1A07-4075-8C4E-D726B4CE70A1}" dt="2026-07-05T17:10:07.814" v="36"/>
          <ac:spMkLst>
            <pc:docMk/>
            <pc:sldMk cId="419150671" sldId="362"/>
            <ac:spMk id="11" creationId="{14171B93-79A8-51D6-1FDF-C3FF761603F8}"/>
          </ac:spMkLst>
        </pc:spChg>
        <pc:spChg chg="del">
          <ac:chgData name="Fatima Ansarizadeh" userId="2e2f4077-aba0-49c7-b26f-c647714fbdc0" providerId="ADAL" clId="{4AF819A5-1A07-4075-8C4E-D726B4CE70A1}" dt="2026-07-05T17:10:07.814" v="36"/>
          <ac:spMkLst>
            <pc:docMk/>
            <pc:sldMk cId="419150671" sldId="362"/>
            <ac:spMk id="13" creationId="{0B42F83C-1DFF-6B51-BC79-43FF7339EEF3}"/>
          </ac:spMkLst>
        </pc:spChg>
        <pc:grpChg chg="del">
          <ac:chgData name="Fatima Ansarizadeh" userId="2e2f4077-aba0-49c7-b26f-c647714fbdc0" providerId="ADAL" clId="{4AF819A5-1A07-4075-8C4E-D726B4CE70A1}" dt="2026-07-05T17:10:07.814" v="36"/>
          <ac:grpSpMkLst>
            <pc:docMk/>
            <pc:sldMk cId="419150671" sldId="362"/>
            <ac:grpSpMk id="6" creationId="{25AFDC92-6EA3-ADDF-BF7C-247D7A52347A}"/>
          </ac:grpSpMkLst>
        </pc:grpChg>
      </pc:sldChg>
      <pc:sldChg chg="new del">
        <pc:chgData name="Fatima Ansarizadeh" userId="2e2f4077-aba0-49c7-b26f-c647714fbdc0" providerId="ADAL" clId="{4AF819A5-1A07-4075-8C4E-D726B4CE70A1}" dt="2026-07-05T17:17:21.679" v="83" actId="47"/>
        <pc:sldMkLst>
          <pc:docMk/>
          <pc:sldMk cId="2516052191" sldId="362"/>
        </pc:sldMkLst>
      </pc:sldChg>
      <pc:sldChg chg="addSp delSp modSp add del mod">
        <pc:chgData name="Fatima Ansarizadeh" userId="2e2f4077-aba0-49c7-b26f-c647714fbdc0" providerId="ADAL" clId="{4AF819A5-1A07-4075-8C4E-D726B4CE70A1}" dt="2026-07-05T17:55:58.317" v="311" actId="47"/>
        <pc:sldMkLst>
          <pc:docMk/>
          <pc:sldMk cId="1900152941" sldId="363"/>
        </pc:sldMkLst>
        <pc:spChg chg="mod">
          <ac:chgData name="Fatima Ansarizadeh" userId="2e2f4077-aba0-49c7-b26f-c647714fbdc0" providerId="ADAL" clId="{4AF819A5-1A07-4075-8C4E-D726B4CE70A1}" dt="2026-07-05T17:19:16.565" v="110" actId="1076"/>
          <ac:spMkLst>
            <pc:docMk/>
            <pc:sldMk cId="1900152941" sldId="363"/>
            <ac:spMk id="2" creationId="{1CF66DA0-5D89-E737-8D07-4D0DE6400322}"/>
          </ac:spMkLst>
        </pc:spChg>
        <pc:spChg chg="del mod">
          <ac:chgData name="Fatima Ansarizadeh" userId="2e2f4077-aba0-49c7-b26f-c647714fbdc0" providerId="ADAL" clId="{4AF819A5-1A07-4075-8C4E-D726B4CE70A1}" dt="2026-07-05T17:19:10.376" v="108" actId="478"/>
          <ac:spMkLst>
            <pc:docMk/>
            <pc:sldMk cId="1900152941" sldId="363"/>
            <ac:spMk id="3" creationId="{DB74EE23-4537-B31B-D1C4-261832D63091}"/>
          </ac:spMkLst>
        </pc:spChg>
        <pc:spChg chg="add mod">
          <ac:chgData name="Fatima Ansarizadeh" userId="2e2f4077-aba0-49c7-b26f-c647714fbdc0" providerId="ADAL" clId="{4AF819A5-1A07-4075-8C4E-D726B4CE70A1}" dt="2026-07-05T17:20:32.361" v="119" actId="1076"/>
          <ac:spMkLst>
            <pc:docMk/>
            <pc:sldMk cId="1900152941" sldId="363"/>
            <ac:spMk id="6" creationId="{2468355D-8A09-A0AB-1716-86FC7EC8CB32}"/>
          </ac:spMkLst>
        </pc:spChg>
        <pc:picChg chg="del">
          <ac:chgData name="Fatima Ansarizadeh" userId="2e2f4077-aba0-49c7-b26f-c647714fbdc0" providerId="ADAL" clId="{4AF819A5-1A07-4075-8C4E-D726B4CE70A1}" dt="2026-07-05T17:18:28.113" v="95" actId="478"/>
          <ac:picMkLst>
            <pc:docMk/>
            <pc:sldMk cId="1900152941" sldId="363"/>
            <ac:picMk id="4" creationId="{E190AB8E-5A0F-AA1B-8FAA-ED43F20C3B64}"/>
          </ac:picMkLst>
        </pc:picChg>
        <pc:picChg chg="add mod">
          <ac:chgData name="Fatima Ansarizadeh" userId="2e2f4077-aba0-49c7-b26f-c647714fbdc0" providerId="ADAL" clId="{4AF819A5-1A07-4075-8C4E-D726B4CE70A1}" dt="2026-07-05T17:20:27.954" v="118" actId="1076"/>
          <ac:picMkLst>
            <pc:docMk/>
            <pc:sldMk cId="1900152941" sldId="363"/>
            <ac:picMk id="8" creationId="{ACA57BAB-F7E4-170F-8893-B9666EF92A26}"/>
          </ac:picMkLst>
        </pc:pic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nuggets.com/" TargetMode="External"/><Relationship Id="rId2" Type="http://schemas.openxmlformats.org/officeDocument/2006/relationships/hyperlink" Target="https://www.datasciencecentral.com/" TargetMode="External"/><Relationship Id="rId1" Type="http://schemas.openxmlformats.org/officeDocument/2006/relationships/hyperlink" Target="https://towardsdatascience.com/" TargetMode="External"/><Relationship Id="rId4" Type="http://schemas.openxmlformats.org/officeDocument/2006/relationships/hyperlink" Target="https://www.kaggle.com/" TargetMode="External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sciencecentral.com/" TargetMode="External"/><Relationship Id="rId2" Type="http://schemas.openxmlformats.org/officeDocument/2006/relationships/hyperlink" Target="https://towardsdatascience.com/" TargetMode="External"/><Relationship Id="rId1" Type="http://schemas.openxmlformats.org/officeDocument/2006/relationships/hyperlink" Target="https://www.kaggle.com/" TargetMode="External"/><Relationship Id="rId4" Type="http://schemas.openxmlformats.org/officeDocument/2006/relationships/hyperlink" Target="https://www.kdnuggets.com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D25078-A4AB-4B89-83A2-D79201D9FDF5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2C73C62-DC5A-403C-9614-3A8FD5529011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</a:rPr>
            <a:t>1. Introduce</a:t>
          </a:r>
        </a:p>
      </dgm:t>
    </dgm:pt>
    <dgm:pt modelId="{3942E9A5-5131-4E13-826E-0E0BDDE9E6E4}" type="parTrans" cxnId="{2815F3D8-2CF6-4B81-81A7-3BB5C25FDAAC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C4E0C76B-C1BE-4AD9-BF63-E765A48A3FD1}" type="sibTrans" cxnId="{2815F3D8-2CF6-4B81-81A7-3BB5C25FDAAC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8667AF87-D235-4F63-8909-A0011DA5B391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</a:rPr>
            <a:t>The tutor will introduce the students to the workshop and </a:t>
          </a:r>
          <a:r>
            <a:rPr lang="en-US" dirty="0">
              <a:highlight>
                <a:srgbClr val="FFFF00"/>
              </a:highlight>
              <a:latin typeface="Cambria" panose="02040503050406030204" pitchFamily="18" charset="0"/>
            </a:rPr>
            <a:t>recap</a:t>
          </a:r>
          <a:r>
            <a:rPr lang="en-US" dirty="0">
              <a:latin typeface="Cambria" panose="02040503050406030204" pitchFamily="18" charset="0"/>
            </a:rPr>
            <a:t> on the contents of the previous week. </a:t>
          </a:r>
        </a:p>
      </dgm:t>
    </dgm:pt>
    <dgm:pt modelId="{34AD3AC8-87FD-47D2-9AAD-7391BBAF3F41}" type="parTrans" cxnId="{3832072C-3196-498E-874E-8E72F6539B6C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7E93FDDD-0E2B-4D63-B5B5-5881397B65E0}" type="sibTrans" cxnId="{3832072C-3196-498E-874E-8E72F6539B6C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E8A1368E-A08B-4801-A6C7-0040222D0ECB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</a:rPr>
            <a:t>2. Work on</a:t>
          </a:r>
        </a:p>
      </dgm:t>
    </dgm:pt>
    <dgm:pt modelId="{EA088BC9-15C4-4557-B933-BD0E4DFBEC4E}" type="parTrans" cxnId="{D40F4CC2-5E94-4671-B063-7F31CAD1446E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89A47377-877F-455F-B7C5-866351B4909F}" type="sibTrans" cxnId="{D40F4CC2-5E94-4671-B063-7F31CAD1446E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CE3F24AE-2D5B-42BB-805B-507E17584970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</a:rPr>
            <a:t>The students will work on the activities/tasks while the tutor </a:t>
          </a:r>
          <a:r>
            <a:rPr lang="en-US" dirty="0">
              <a:highlight>
                <a:srgbClr val="FFFF00"/>
              </a:highlight>
              <a:latin typeface="Cambria" panose="02040503050406030204" pitchFamily="18" charset="0"/>
            </a:rPr>
            <a:t>oversees</a:t>
          </a:r>
          <a:r>
            <a:rPr lang="en-US" dirty="0">
              <a:latin typeface="Cambria" panose="02040503050406030204" pitchFamily="18" charset="0"/>
            </a:rPr>
            <a:t> them and answers their questions.</a:t>
          </a:r>
        </a:p>
      </dgm:t>
    </dgm:pt>
    <dgm:pt modelId="{3B561E54-333D-4356-A225-603CDA268083}" type="parTrans" cxnId="{59D7EE91-8977-4305-9E69-212CB9E89A31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90D852CD-5FAE-4BD0-8ED3-B23F25A980DE}" type="sibTrans" cxnId="{59D7EE91-8977-4305-9E69-212CB9E89A31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2662E746-F7A1-42F3-9C73-61CA40EF85ED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</a:rPr>
            <a:t>3. Explain</a:t>
          </a:r>
        </a:p>
      </dgm:t>
    </dgm:pt>
    <dgm:pt modelId="{06066710-4F78-4CDB-8414-2FAA24E77D52}" type="parTrans" cxnId="{D8B595C2-B14F-4CE3-9557-3A5E4E2A6F3E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97D85C7E-D725-4593-878E-9C9EB7E5E902}" type="sibTrans" cxnId="{D8B595C2-B14F-4CE3-9557-3A5E4E2A6F3E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84D4D630-2288-40DD-A802-576EE45FC57F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</a:rPr>
            <a:t>The tutor will provide more </a:t>
          </a:r>
          <a:r>
            <a:rPr lang="en-US" dirty="0">
              <a:highlight>
                <a:srgbClr val="FFFF00"/>
              </a:highlight>
              <a:latin typeface="Cambria" panose="02040503050406030204" pitchFamily="18" charset="0"/>
            </a:rPr>
            <a:t>guidance</a:t>
          </a:r>
          <a:r>
            <a:rPr lang="en-US" dirty="0">
              <a:latin typeface="Cambria" panose="02040503050406030204" pitchFamily="18" charset="0"/>
            </a:rPr>
            <a:t> or walk the students through the solutions when appropriate. </a:t>
          </a:r>
        </a:p>
      </dgm:t>
    </dgm:pt>
    <dgm:pt modelId="{FE858385-6290-443A-9397-310623E17440}" type="parTrans" cxnId="{065DE5D1-4B76-4ED9-9CE5-FD57930D1EB1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49642508-5AD4-4920-90FE-E7169A5215F7}" type="sibTrans" cxnId="{065DE5D1-4B76-4ED9-9CE5-FD57930D1EB1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3E4C87A1-D749-425F-9687-75418E2AEBAA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</a:rPr>
            <a:t>4. Continue</a:t>
          </a:r>
        </a:p>
      </dgm:t>
    </dgm:pt>
    <dgm:pt modelId="{0364AC47-316F-48C0-81B8-F9B54BAE49F9}" type="parTrans" cxnId="{0358976C-7F77-4912-B4E4-52532916B919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C3766BF7-0A18-4F68-B2C6-E1E7410F29C4}" type="sibTrans" cxnId="{0358976C-7F77-4912-B4E4-52532916B919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AB5296DE-5BD9-43BA-BE39-9498F0F4116A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</a:rPr>
            <a:t>The students will </a:t>
          </a:r>
          <a:r>
            <a:rPr lang="en-US" dirty="0">
              <a:highlight>
                <a:srgbClr val="FFFF00"/>
              </a:highlight>
              <a:latin typeface="Cambria" panose="02040503050406030204" pitchFamily="18" charset="0"/>
            </a:rPr>
            <a:t>continue to work </a:t>
          </a:r>
          <a:r>
            <a:rPr lang="en-US" dirty="0">
              <a:latin typeface="Cambria" panose="02040503050406030204" pitchFamily="18" charset="0"/>
            </a:rPr>
            <a:t>on the activities/tasks while the tutor </a:t>
          </a:r>
          <a:r>
            <a:rPr lang="en-US" dirty="0">
              <a:highlight>
                <a:srgbClr val="FFFF00"/>
              </a:highlight>
              <a:latin typeface="Cambria" panose="02040503050406030204" pitchFamily="18" charset="0"/>
            </a:rPr>
            <a:t>oversees</a:t>
          </a:r>
          <a:r>
            <a:rPr lang="en-US" dirty="0">
              <a:latin typeface="Cambria" panose="02040503050406030204" pitchFamily="18" charset="0"/>
            </a:rPr>
            <a:t> them and answers their questions.</a:t>
          </a:r>
        </a:p>
      </dgm:t>
    </dgm:pt>
    <dgm:pt modelId="{7EE9A8F9-4905-48CB-BE41-66931AF4CEE9}" type="parTrans" cxnId="{91384734-0FB5-4AD7-8452-2954B9096BC4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1A76534B-26B0-4543-BF83-8886C7A2EA89}" type="sibTrans" cxnId="{91384734-0FB5-4AD7-8452-2954B9096BC4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1CD9C46E-235D-114A-9C98-A4A18496ACB8}" type="pres">
      <dgm:prSet presAssocID="{CED25078-A4AB-4B89-83A2-D79201D9FDF5}" presName="Name0" presStyleCnt="0">
        <dgm:presLayoutVars>
          <dgm:dir/>
          <dgm:animLvl val="lvl"/>
          <dgm:resizeHandles val="exact"/>
        </dgm:presLayoutVars>
      </dgm:prSet>
      <dgm:spPr/>
    </dgm:pt>
    <dgm:pt modelId="{F27078F8-4DBF-5047-A683-FE4929D67460}" type="pres">
      <dgm:prSet presAssocID="{92C73C62-DC5A-403C-9614-3A8FD5529011}" presName="composite" presStyleCnt="0"/>
      <dgm:spPr/>
    </dgm:pt>
    <dgm:pt modelId="{EDB7B6D8-6C2B-294D-B02A-4C2772715C3F}" type="pres">
      <dgm:prSet presAssocID="{92C73C62-DC5A-403C-9614-3A8FD5529011}" presName="parTx" presStyleLbl="alignNode1" presStyleIdx="0" presStyleCnt="4">
        <dgm:presLayoutVars>
          <dgm:chMax val="0"/>
          <dgm:chPref val="0"/>
        </dgm:presLayoutVars>
      </dgm:prSet>
      <dgm:spPr/>
    </dgm:pt>
    <dgm:pt modelId="{5A5ED73C-E4DB-D04F-A48F-F78B96ECA737}" type="pres">
      <dgm:prSet presAssocID="{92C73C62-DC5A-403C-9614-3A8FD5529011}" presName="desTx" presStyleLbl="alignAccFollowNode1" presStyleIdx="0" presStyleCnt="4">
        <dgm:presLayoutVars/>
      </dgm:prSet>
      <dgm:spPr/>
    </dgm:pt>
    <dgm:pt modelId="{A055F9F4-2875-0F4B-A474-1DC520A2D52B}" type="pres">
      <dgm:prSet presAssocID="{C4E0C76B-C1BE-4AD9-BF63-E765A48A3FD1}" presName="space" presStyleCnt="0"/>
      <dgm:spPr/>
    </dgm:pt>
    <dgm:pt modelId="{38E58433-D101-7B42-909B-3DCE7688E661}" type="pres">
      <dgm:prSet presAssocID="{E8A1368E-A08B-4801-A6C7-0040222D0ECB}" presName="composite" presStyleCnt="0"/>
      <dgm:spPr/>
    </dgm:pt>
    <dgm:pt modelId="{73EE8CCD-4847-A143-8E06-B77658231A7C}" type="pres">
      <dgm:prSet presAssocID="{E8A1368E-A08B-4801-A6C7-0040222D0ECB}" presName="parTx" presStyleLbl="alignNode1" presStyleIdx="1" presStyleCnt="4">
        <dgm:presLayoutVars>
          <dgm:chMax val="0"/>
          <dgm:chPref val="0"/>
        </dgm:presLayoutVars>
      </dgm:prSet>
      <dgm:spPr/>
    </dgm:pt>
    <dgm:pt modelId="{11D0FFC3-F7B6-294B-A75E-B3B3177C2B80}" type="pres">
      <dgm:prSet presAssocID="{E8A1368E-A08B-4801-A6C7-0040222D0ECB}" presName="desTx" presStyleLbl="alignAccFollowNode1" presStyleIdx="1" presStyleCnt="4">
        <dgm:presLayoutVars/>
      </dgm:prSet>
      <dgm:spPr/>
    </dgm:pt>
    <dgm:pt modelId="{B63DD33E-D900-6347-944C-D0919630A2FC}" type="pres">
      <dgm:prSet presAssocID="{89A47377-877F-455F-B7C5-866351B4909F}" presName="space" presStyleCnt="0"/>
      <dgm:spPr/>
    </dgm:pt>
    <dgm:pt modelId="{BF71A065-9C73-C446-A146-FA5EBCA85C0D}" type="pres">
      <dgm:prSet presAssocID="{2662E746-F7A1-42F3-9C73-61CA40EF85ED}" presName="composite" presStyleCnt="0"/>
      <dgm:spPr/>
    </dgm:pt>
    <dgm:pt modelId="{4796B19B-B76D-3B4C-853C-18A13BBB48C0}" type="pres">
      <dgm:prSet presAssocID="{2662E746-F7A1-42F3-9C73-61CA40EF85ED}" presName="parTx" presStyleLbl="alignNode1" presStyleIdx="2" presStyleCnt="4">
        <dgm:presLayoutVars>
          <dgm:chMax val="0"/>
          <dgm:chPref val="0"/>
        </dgm:presLayoutVars>
      </dgm:prSet>
      <dgm:spPr/>
    </dgm:pt>
    <dgm:pt modelId="{F9CDFF1F-370B-5042-B06F-43B73198E7EF}" type="pres">
      <dgm:prSet presAssocID="{2662E746-F7A1-42F3-9C73-61CA40EF85ED}" presName="desTx" presStyleLbl="alignAccFollowNode1" presStyleIdx="2" presStyleCnt="4">
        <dgm:presLayoutVars/>
      </dgm:prSet>
      <dgm:spPr/>
    </dgm:pt>
    <dgm:pt modelId="{1918FD22-3FD5-6441-8676-9B3623C35987}" type="pres">
      <dgm:prSet presAssocID="{97D85C7E-D725-4593-878E-9C9EB7E5E902}" presName="space" presStyleCnt="0"/>
      <dgm:spPr/>
    </dgm:pt>
    <dgm:pt modelId="{7D560753-3E4E-4648-B501-E1042B6814BC}" type="pres">
      <dgm:prSet presAssocID="{3E4C87A1-D749-425F-9687-75418E2AEBAA}" presName="composite" presStyleCnt="0"/>
      <dgm:spPr/>
    </dgm:pt>
    <dgm:pt modelId="{2A005CE9-1D20-B04E-B614-A447759AEEF1}" type="pres">
      <dgm:prSet presAssocID="{3E4C87A1-D749-425F-9687-75418E2AEBAA}" presName="parTx" presStyleLbl="alignNode1" presStyleIdx="3" presStyleCnt="4">
        <dgm:presLayoutVars>
          <dgm:chMax val="0"/>
          <dgm:chPref val="0"/>
        </dgm:presLayoutVars>
      </dgm:prSet>
      <dgm:spPr/>
    </dgm:pt>
    <dgm:pt modelId="{8A4B2936-7C51-5D41-8C83-91FBF9A15604}" type="pres">
      <dgm:prSet presAssocID="{3E4C87A1-D749-425F-9687-75418E2AEBAA}" presName="desTx" presStyleLbl="alignAccFollowNode1" presStyleIdx="3" presStyleCnt="4">
        <dgm:presLayoutVars/>
      </dgm:prSet>
      <dgm:spPr/>
    </dgm:pt>
  </dgm:ptLst>
  <dgm:cxnLst>
    <dgm:cxn modelId="{FE6E1302-8C42-184D-9253-8BA4ACFBCC00}" type="presOf" srcId="{E8A1368E-A08B-4801-A6C7-0040222D0ECB}" destId="{73EE8CCD-4847-A143-8E06-B77658231A7C}" srcOrd="0" destOrd="0" presId="urn:microsoft.com/office/officeart/2016/7/layout/HorizontalActionList"/>
    <dgm:cxn modelId="{3832072C-3196-498E-874E-8E72F6539B6C}" srcId="{92C73C62-DC5A-403C-9614-3A8FD5529011}" destId="{8667AF87-D235-4F63-8909-A0011DA5B391}" srcOrd="0" destOrd="0" parTransId="{34AD3AC8-87FD-47D2-9AAD-7391BBAF3F41}" sibTransId="{7E93FDDD-0E2B-4D63-B5B5-5881397B65E0}"/>
    <dgm:cxn modelId="{91384734-0FB5-4AD7-8452-2954B9096BC4}" srcId="{3E4C87A1-D749-425F-9687-75418E2AEBAA}" destId="{AB5296DE-5BD9-43BA-BE39-9498F0F4116A}" srcOrd="0" destOrd="0" parTransId="{7EE9A8F9-4905-48CB-BE41-66931AF4CEE9}" sibTransId="{1A76534B-26B0-4543-BF83-8886C7A2EA89}"/>
    <dgm:cxn modelId="{0358976C-7F77-4912-B4E4-52532916B919}" srcId="{CED25078-A4AB-4B89-83A2-D79201D9FDF5}" destId="{3E4C87A1-D749-425F-9687-75418E2AEBAA}" srcOrd="3" destOrd="0" parTransId="{0364AC47-316F-48C0-81B8-F9B54BAE49F9}" sibTransId="{C3766BF7-0A18-4F68-B2C6-E1E7410F29C4}"/>
    <dgm:cxn modelId="{9C38044D-0248-5F4F-882B-0673347F28D3}" type="presOf" srcId="{AB5296DE-5BD9-43BA-BE39-9498F0F4116A}" destId="{8A4B2936-7C51-5D41-8C83-91FBF9A15604}" srcOrd="0" destOrd="0" presId="urn:microsoft.com/office/officeart/2016/7/layout/HorizontalActionList"/>
    <dgm:cxn modelId="{7AE1A474-466E-9844-9749-29D10947FF96}" type="presOf" srcId="{CED25078-A4AB-4B89-83A2-D79201D9FDF5}" destId="{1CD9C46E-235D-114A-9C98-A4A18496ACB8}" srcOrd="0" destOrd="0" presId="urn:microsoft.com/office/officeart/2016/7/layout/HorizontalActionList"/>
    <dgm:cxn modelId="{0F873D76-F756-EE45-9DA8-ED6BA4DA8795}" type="presOf" srcId="{CE3F24AE-2D5B-42BB-805B-507E17584970}" destId="{11D0FFC3-F7B6-294B-A75E-B3B3177C2B80}" srcOrd="0" destOrd="0" presId="urn:microsoft.com/office/officeart/2016/7/layout/HorizontalActionList"/>
    <dgm:cxn modelId="{3C2E4659-D8C9-9845-A795-3E16AA1F8DB5}" type="presOf" srcId="{3E4C87A1-D749-425F-9687-75418E2AEBAA}" destId="{2A005CE9-1D20-B04E-B614-A447759AEEF1}" srcOrd="0" destOrd="0" presId="urn:microsoft.com/office/officeart/2016/7/layout/HorizontalActionList"/>
    <dgm:cxn modelId="{59D7EE91-8977-4305-9E69-212CB9E89A31}" srcId="{E8A1368E-A08B-4801-A6C7-0040222D0ECB}" destId="{CE3F24AE-2D5B-42BB-805B-507E17584970}" srcOrd="0" destOrd="0" parTransId="{3B561E54-333D-4356-A225-603CDA268083}" sibTransId="{90D852CD-5FAE-4BD0-8ED3-B23F25A980DE}"/>
    <dgm:cxn modelId="{46B140BD-EC75-6846-9A6E-A9FBFCF80C0E}" type="presOf" srcId="{84D4D630-2288-40DD-A802-576EE45FC57F}" destId="{F9CDFF1F-370B-5042-B06F-43B73198E7EF}" srcOrd="0" destOrd="0" presId="urn:microsoft.com/office/officeart/2016/7/layout/HorizontalActionList"/>
    <dgm:cxn modelId="{D40F4CC2-5E94-4671-B063-7F31CAD1446E}" srcId="{CED25078-A4AB-4B89-83A2-D79201D9FDF5}" destId="{E8A1368E-A08B-4801-A6C7-0040222D0ECB}" srcOrd="1" destOrd="0" parTransId="{EA088BC9-15C4-4557-B933-BD0E4DFBEC4E}" sibTransId="{89A47377-877F-455F-B7C5-866351B4909F}"/>
    <dgm:cxn modelId="{D8B595C2-B14F-4CE3-9557-3A5E4E2A6F3E}" srcId="{CED25078-A4AB-4B89-83A2-D79201D9FDF5}" destId="{2662E746-F7A1-42F3-9C73-61CA40EF85ED}" srcOrd="2" destOrd="0" parTransId="{06066710-4F78-4CDB-8414-2FAA24E77D52}" sibTransId="{97D85C7E-D725-4593-878E-9C9EB7E5E902}"/>
    <dgm:cxn modelId="{24D49BC9-8163-1140-A643-732A5D039DED}" type="presOf" srcId="{2662E746-F7A1-42F3-9C73-61CA40EF85ED}" destId="{4796B19B-B76D-3B4C-853C-18A13BBB48C0}" srcOrd="0" destOrd="0" presId="urn:microsoft.com/office/officeart/2016/7/layout/HorizontalActionList"/>
    <dgm:cxn modelId="{DBC4CCCF-A10C-BD47-BE2B-E87AB9F7F159}" type="presOf" srcId="{92C73C62-DC5A-403C-9614-3A8FD5529011}" destId="{EDB7B6D8-6C2B-294D-B02A-4C2772715C3F}" srcOrd="0" destOrd="0" presId="urn:microsoft.com/office/officeart/2016/7/layout/HorizontalActionList"/>
    <dgm:cxn modelId="{065DE5D1-4B76-4ED9-9CE5-FD57930D1EB1}" srcId="{2662E746-F7A1-42F3-9C73-61CA40EF85ED}" destId="{84D4D630-2288-40DD-A802-576EE45FC57F}" srcOrd="0" destOrd="0" parTransId="{FE858385-6290-443A-9397-310623E17440}" sibTransId="{49642508-5AD4-4920-90FE-E7169A5215F7}"/>
    <dgm:cxn modelId="{2815F3D8-2CF6-4B81-81A7-3BB5C25FDAAC}" srcId="{CED25078-A4AB-4B89-83A2-D79201D9FDF5}" destId="{92C73C62-DC5A-403C-9614-3A8FD5529011}" srcOrd="0" destOrd="0" parTransId="{3942E9A5-5131-4E13-826E-0E0BDDE9E6E4}" sibTransId="{C4E0C76B-C1BE-4AD9-BF63-E765A48A3FD1}"/>
    <dgm:cxn modelId="{6FB8D4F5-7B00-474F-9CDA-2BABE8616AED}" type="presOf" srcId="{8667AF87-D235-4F63-8909-A0011DA5B391}" destId="{5A5ED73C-E4DB-D04F-A48F-F78B96ECA737}" srcOrd="0" destOrd="0" presId="urn:microsoft.com/office/officeart/2016/7/layout/HorizontalActionList"/>
    <dgm:cxn modelId="{037ACAB6-AAFC-D642-B1B5-F207BE0474AB}" type="presParOf" srcId="{1CD9C46E-235D-114A-9C98-A4A18496ACB8}" destId="{F27078F8-4DBF-5047-A683-FE4929D67460}" srcOrd="0" destOrd="0" presId="urn:microsoft.com/office/officeart/2016/7/layout/HorizontalActionList"/>
    <dgm:cxn modelId="{54274EB8-5352-3545-9E17-A4BD4A2D5CD3}" type="presParOf" srcId="{F27078F8-4DBF-5047-A683-FE4929D67460}" destId="{EDB7B6D8-6C2B-294D-B02A-4C2772715C3F}" srcOrd="0" destOrd="0" presId="urn:microsoft.com/office/officeart/2016/7/layout/HorizontalActionList"/>
    <dgm:cxn modelId="{2D5CCA7A-DC67-524A-9EBB-B2F16A9AE887}" type="presParOf" srcId="{F27078F8-4DBF-5047-A683-FE4929D67460}" destId="{5A5ED73C-E4DB-D04F-A48F-F78B96ECA737}" srcOrd="1" destOrd="0" presId="urn:microsoft.com/office/officeart/2016/7/layout/HorizontalActionList"/>
    <dgm:cxn modelId="{2A64ED16-088F-C64C-94B8-22D8E168152E}" type="presParOf" srcId="{1CD9C46E-235D-114A-9C98-A4A18496ACB8}" destId="{A055F9F4-2875-0F4B-A474-1DC520A2D52B}" srcOrd="1" destOrd="0" presId="urn:microsoft.com/office/officeart/2016/7/layout/HorizontalActionList"/>
    <dgm:cxn modelId="{3B081647-A544-3847-A27D-DA8AA4D7292F}" type="presParOf" srcId="{1CD9C46E-235D-114A-9C98-A4A18496ACB8}" destId="{38E58433-D101-7B42-909B-3DCE7688E661}" srcOrd="2" destOrd="0" presId="urn:microsoft.com/office/officeart/2016/7/layout/HorizontalActionList"/>
    <dgm:cxn modelId="{3DA967D3-B60B-A541-AE69-E87BFBFE2EEE}" type="presParOf" srcId="{38E58433-D101-7B42-909B-3DCE7688E661}" destId="{73EE8CCD-4847-A143-8E06-B77658231A7C}" srcOrd="0" destOrd="0" presId="urn:microsoft.com/office/officeart/2016/7/layout/HorizontalActionList"/>
    <dgm:cxn modelId="{93F0EEE4-B3E3-3C40-99BC-B1B7FAFE5F18}" type="presParOf" srcId="{38E58433-D101-7B42-909B-3DCE7688E661}" destId="{11D0FFC3-F7B6-294B-A75E-B3B3177C2B80}" srcOrd="1" destOrd="0" presId="urn:microsoft.com/office/officeart/2016/7/layout/HorizontalActionList"/>
    <dgm:cxn modelId="{EDA37CB5-A5EC-2B4A-8D9A-4FBFCFF4B794}" type="presParOf" srcId="{1CD9C46E-235D-114A-9C98-A4A18496ACB8}" destId="{B63DD33E-D900-6347-944C-D0919630A2FC}" srcOrd="3" destOrd="0" presId="urn:microsoft.com/office/officeart/2016/7/layout/HorizontalActionList"/>
    <dgm:cxn modelId="{8F826F1E-277F-F74E-9836-5077B6690472}" type="presParOf" srcId="{1CD9C46E-235D-114A-9C98-A4A18496ACB8}" destId="{BF71A065-9C73-C446-A146-FA5EBCA85C0D}" srcOrd="4" destOrd="0" presId="urn:microsoft.com/office/officeart/2016/7/layout/HorizontalActionList"/>
    <dgm:cxn modelId="{4EA915C9-3177-8545-A52E-DD65C1ECF151}" type="presParOf" srcId="{BF71A065-9C73-C446-A146-FA5EBCA85C0D}" destId="{4796B19B-B76D-3B4C-853C-18A13BBB48C0}" srcOrd="0" destOrd="0" presId="urn:microsoft.com/office/officeart/2016/7/layout/HorizontalActionList"/>
    <dgm:cxn modelId="{722AF65F-1B53-2143-BEF9-DDF22D7E0405}" type="presParOf" srcId="{BF71A065-9C73-C446-A146-FA5EBCA85C0D}" destId="{F9CDFF1F-370B-5042-B06F-43B73198E7EF}" srcOrd="1" destOrd="0" presId="urn:microsoft.com/office/officeart/2016/7/layout/HorizontalActionList"/>
    <dgm:cxn modelId="{96790E58-9327-4B40-99F9-A35D25FAA3B3}" type="presParOf" srcId="{1CD9C46E-235D-114A-9C98-A4A18496ACB8}" destId="{1918FD22-3FD5-6441-8676-9B3623C35987}" srcOrd="5" destOrd="0" presId="urn:microsoft.com/office/officeart/2016/7/layout/HorizontalActionList"/>
    <dgm:cxn modelId="{AC53468F-1A47-F048-B75E-3B4A9F705145}" type="presParOf" srcId="{1CD9C46E-235D-114A-9C98-A4A18496ACB8}" destId="{7D560753-3E4E-4648-B501-E1042B6814BC}" srcOrd="6" destOrd="0" presId="urn:microsoft.com/office/officeart/2016/7/layout/HorizontalActionList"/>
    <dgm:cxn modelId="{15C63C1E-A859-564D-B28E-331F65030949}" type="presParOf" srcId="{7D560753-3E4E-4648-B501-E1042B6814BC}" destId="{2A005CE9-1D20-B04E-B614-A447759AEEF1}" srcOrd="0" destOrd="0" presId="urn:microsoft.com/office/officeart/2016/7/layout/HorizontalActionList"/>
    <dgm:cxn modelId="{EFD0665F-FF72-2144-B2E6-F7753CCD8853}" type="presParOf" srcId="{7D560753-3E4E-4648-B501-E1042B6814BC}" destId="{8A4B2936-7C51-5D41-8C83-91FBF9A15604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5BCCA9-7290-43DB-9F48-C07A7DB9E66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AF1728-C9F3-4D6F-9169-5A19A9AD40D6}">
      <dgm:prSet/>
      <dgm:spPr/>
      <dgm:t>
        <a:bodyPr/>
        <a:lstStyle/>
        <a:p>
          <a:r>
            <a:rPr lang="en-US" dirty="0" err="1"/>
            <a:t>HelpHub</a:t>
          </a:r>
          <a:r>
            <a:rPr lang="en-US" dirty="0"/>
            <a:t> sessions can be accessed from the </a:t>
          </a:r>
          <a:r>
            <a:rPr lang="en-US" dirty="0" err="1"/>
            <a:t>CloudDeakin</a:t>
          </a:r>
          <a:r>
            <a:rPr lang="en-US" dirty="0"/>
            <a:t> site. </a:t>
          </a:r>
        </a:p>
      </dgm:t>
    </dgm:pt>
    <dgm:pt modelId="{B5F24301-68A8-451B-8098-C9F1E871395C}" type="parTrans" cxnId="{CFBA6CDD-A932-4CEB-9925-F901D1A014D8}">
      <dgm:prSet/>
      <dgm:spPr/>
      <dgm:t>
        <a:bodyPr/>
        <a:lstStyle/>
        <a:p>
          <a:endParaRPr lang="en-US"/>
        </a:p>
      </dgm:t>
    </dgm:pt>
    <dgm:pt modelId="{6D7DDA99-F390-4A97-8D42-BEF9A5287CA7}" type="sibTrans" cxnId="{CFBA6CDD-A932-4CEB-9925-F901D1A014D8}">
      <dgm:prSet/>
      <dgm:spPr/>
      <dgm:t>
        <a:bodyPr/>
        <a:lstStyle/>
        <a:p>
          <a:endParaRPr lang="en-US"/>
        </a:p>
      </dgm:t>
    </dgm:pt>
    <dgm:pt modelId="{8354EE8C-1ED4-49EA-8DDB-5177A9E97B25}">
      <dgm:prSet/>
      <dgm:spPr/>
      <dgm:t>
        <a:bodyPr/>
        <a:lstStyle/>
        <a:p>
          <a:r>
            <a:rPr lang="en-US" dirty="0"/>
            <a:t>You can ask programming questions and get support on the tasks.</a:t>
          </a:r>
        </a:p>
      </dgm:t>
    </dgm:pt>
    <dgm:pt modelId="{37F38990-2401-4987-B43B-41184F3A716B}" type="parTrans" cxnId="{F2854267-B470-4B4C-818C-7272B5B9F765}">
      <dgm:prSet/>
      <dgm:spPr/>
      <dgm:t>
        <a:bodyPr/>
        <a:lstStyle/>
        <a:p>
          <a:endParaRPr lang="en-US"/>
        </a:p>
      </dgm:t>
    </dgm:pt>
    <dgm:pt modelId="{BB1171B4-AFA5-466B-B8D2-D93B4042C8BB}" type="sibTrans" cxnId="{F2854267-B470-4B4C-818C-7272B5B9F765}">
      <dgm:prSet/>
      <dgm:spPr/>
      <dgm:t>
        <a:bodyPr/>
        <a:lstStyle/>
        <a:p>
          <a:endParaRPr lang="en-US"/>
        </a:p>
      </dgm:t>
    </dgm:pt>
    <dgm:pt modelId="{12EE7C71-3E4F-4706-B7E9-2DBEDBDFEE2C}">
      <dgm:prSet/>
      <dgm:spPr/>
      <dgm:t>
        <a:bodyPr/>
        <a:lstStyle/>
        <a:p>
          <a:r>
            <a:rPr lang="en-US" dirty="0"/>
            <a:t>You can </a:t>
          </a:r>
          <a:r>
            <a:rPr lang="en-US" dirty="0">
              <a:highlight>
                <a:srgbClr val="FFFF00"/>
              </a:highlight>
            </a:rPr>
            <a:t>attend multiple </a:t>
          </a:r>
          <a:r>
            <a:rPr lang="en-US" dirty="0" err="1">
              <a:highlight>
                <a:srgbClr val="FFFF00"/>
              </a:highlight>
            </a:rPr>
            <a:t>HelpHub</a:t>
          </a:r>
          <a:r>
            <a:rPr lang="en-US" dirty="0">
              <a:highlight>
                <a:srgbClr val="FFFF00"/>
              </a:highlight>
            </a:rPr>
            <a:t> sessions </a:t>
          </a:r>
          <a:r>
            <a:rPr lang="en-US" dirty="0"/>
            <a:t>if you need help. </a:t>
          </a:r>
        </a:p>
      </dgm:t>
    </dgm:pt>
    <dgm:pt modelId="{5947DA73-A68C-48AE-92AB-8E592281E120}" type="parTrans" cxnId="{09294BAC-0A02-4B6E-9D85-0B82F59920D8}">
      <dgm:prSet/>
      <dgm:spPr/>
      <dgm:t>
        <a:bodyPr/>
        <a:lstStyle/>
        <a:p>
          <a:endParaRPr lang="en-US"/>
        </a:p>
      </dgm:t>
    </dgm:pt>
    <dgm:pt modelId="{77A2336D-3DBB-43DA-AD92-E140B3918602}" type="sibTrans" cxnId="{09294BAC-0A02-4B6E-9D85-0B82F59920D8}">
      <dgm:prSet/>
      <dgm:spPr/>
      <dgm:t>
        <a:bodyPr/>
        <a:lstStyle/>
        <a:p>
          <a:endParaRPr lang="en-US"/>
        </a:p>
      </dgm:t>
    </dgm:pt>
    <dgm:pt modelId="{AF6D8177-C267-4C64-89D5-246134CF363F}">
      <dgm:prSet/>
      <dgm:spPr/>
      <dgm:t>
        <a:bodyPr/>
        <a:lstStyle/>
        <a:p>
          <a:r>
            <a:rPr lang="en-US" dirty="0"/>
            <a:t>Please do </a:t>
          </a:r>
          <a:r>
            <a:rPr lang="en-US" dirty="0">
              <a:highlight>
                <a:srgbClr val="FFFF00"/>
              </a:highlight>
            </a:rPr>
            <a:t>not </a:t>
          </a:r>
          <a:r>
            <a:rPr lang="en-US" dirty="0"/>
            <a:t>use </a:t>
          </a:r>
          <a:r>
            <a:rPr lang="en-US" dirty="0" err="1"/>
            <a:t>HelpHub</a:t>
          </a:r>
          <a:r>
            <a:rPr lang="en-US" dirty="0"/>
            <a:t> as a </a:t>
          </a:r>
          <a:r>
            <a:rPr lang="en-US" dirty="0">
              <a:highlight>
                <a:srgbClr val="FFFF00"/>
              </a:highlight>
            </a:rPr>
            <a:t>replacement for the Workshops</a:t>
          </a:r>
          <a:r>
            <a:rPr lang="en-US" dirty="0"/>
            <a:t>. </a:t>
          </a:r>
        </a:p>
      </dgm:t>
    </dgm:pt>
    <dgm:pt modelId="{04EA661A-FC8E-4395-8C55-CAA50BB236DD}" type="parTrans" cxnId="{9969D13B-CA39-40BD-9F40-F6BA2B4BA508}">
      <dgm:prSet/>
      <dgm:spPr/>
      <dgm:t>
        <a:bodyPr/>
        <a:lstStyle/>
        <a:p>
          <a:endParaRPr lang="en-US"/>
        </a:p>
      </dgm:t>
    </dgm:pt>
    <dgm:pt modelId="{AB3DDFE6-9DD4-44D4-8DBF-509E061C5B36}" type="sibTrans" cxnId="{9969D13B-CA39-40BD-9F40-F6BA2B4BA508}">
      <dgm:prSet/>
      <dgm:spPr/>
      <dgm:t>
        <a:bodyPr/>
        <a:lstStyle/>
        <a:p>
          <a:endParaRPr lang="en-US"/>
        </a:p>
      </dgm:t>
    </dgm:pt>
    <dgm:pt modelId="{5DD1739C-FBC9-FC43-9827-64BE8D9F1986}" type="pres">
      <dgm:prSet presAssocID="{5B5BCCA9-7290-43DB-9F48-C07A7DB9E666}" presName="vert0" presStyleCnt="0">
        <dgm:presLayoutVars>
          <dgm:dir/>
          <dgm:animOne val="branch"/>
          <dgm:animLvl val="lvl"/>
        </dgm:presLayoutVars>
      </dgm:prSet>
      <dgm:spPr/>
    </dgm:pt>
    <dgm:pt modelId="{2EC3846A-FBC5-6442-8078-5E63850A756B}" type="pres">
      <dgm:prSet presAssocID="{AFAF1728-C9F3-4D6F-9169-5A19A9AD40D6}" presName="thickLine" presStyleLbl="alignNode1" presStyleIdx="0" presStyleCnt="4"/>
      <dgm:spPr/>
    </dgm:pt>
    <dgm:pt modelId="{4D31E93D-03E5-394E-BF48-B0EE91E3AA5F}" type="pres">
      <dgm:prSet presAssocID="{AFAF1728-C9F3-4D6F-9169-5A19A9AD40D6}" presName="horz1" presStyleCnt="0"/>
      <dgm:spPr/>
    </dgm:pt>
    <dgm:pt modelId="{FC547BDA-1C68-8D49-9222-005240AE913B}" type="pres">
      <dgm:prSet presAssocID="{AFAF1728-C9F3-4D6F-9169-5A19A9AD40D6}" presName="tx1" presStyleLbl="revTx" presStyleIdx="0" presStyleCnt="4"/>
      <dgm:spPr/>
    </dgm:pt>
    <dgm:pt modelId="{85CDA63C-A93C-174A-B465-994DD4492ADA}" type="pres">
      <dgm:prSet presAssocID="{AFAF1728-C9F3-4D6F-9169-5A19A9AD40D6}" presName="vert1" presStyleCnt="0"/>
      <dgm:spPr/>
    </dgm:pt>
    <dgm:pt modelId="{16AC38B6-9F4A-A14C-9AE3-BCFA45F8A128}" type="pres">
      <dgm:prSet presAssocID="{8354EE8C-1ED4-49EA-8DDB-5177A9E97B25}" presName="thickLine" presStyleLbl="alignNode1" presStyleIdx="1" presStyleCnt="4"/>
      <dgm:spPr/>
    </dgm:pt>
    <dgm:pt modelId="{BA4307B8-69E6-9C46-BDCC-2006E99A592A}" type="pres">
      <dgm:prSet presAssocID="{8354EE8C-1ED4-49EA-8DDB-5177A9E97B25}" presName="horz1" presStyleCnt="0"/>
      <dgm:spPr/>
    </dgm:pt>
    <dgm:pt modelId="{B4C80C08-5D21-214F-A546-5C6AFEA2E010}" type="pres">
      <dgm:prSet presAssocID="{8354EE8C-1ED4-49EA-8DDB-5177A9E97B25}" presName="tx1" presStyleLbl="revTx" presStyleIdx="1" presStyleCnt="4"/>
      <dgm:spPr/>
    </dgm:pt>
    <dgm:pt modelId="{79B0A2AA-2A82-8048-9F1D-3B29D55B6B1C}" type="pres">
      <dgm:prSet presAssocID="{8354EE8C-1ED4-49EA-8DDB-5177A9E97B25}" presName="vert1" presStyleCnt="0"/>
      <dgm:spPr/>
    </dgm:pt>
    <dgm:pt modelId="{5C1DB8B5-C1D8-7C43-A17C-3E72C5E3BCDA}" type="pres">
      <dgm:prSet presAssocID="{12EE7C71-3E4F-4706-B7E9-2DBEDBDFEE2C}" presName="thickLine" presStyleLbl="alignNode1" presStyleIdx="2" presStyleCnt="4"/>
      <dgm:spPr/>
    </dgm:pt>
    <dgm:pt modelId="{3D7D068B-B351-DE4C-86AA-88A8CAD8E55A}" type="pres">
      <dgm:prSet presAssocID="{12EE7C71-3E4F-4706-B7E9-2DBEDBDFEE2C}" presName="horz1" presStyleCnt="0"/>
      <dgm:spPr/>
    </dgm:pt>
    <dgm:pt modelId="{E913DD48-209B-D74B-A4A7-5352A13535EB}" type="pres">
      <dgm:prSet presAssocID="{12EE7C71-3E4F-4706-B7E9-2DBEDBDFEE2C}" presName="tx1" presStyleLbl="revTx" presStyleIdx="2" presStyleCnt="4"/>
      <dgm:spPr/>
    </dgm:pt>
    <dgm:pt modelId="{FDEE17A5-C13E-0246-9C27-6D81F1AC91CD}" type="pres">
      <dgm:prSet presAssocID="{12EE7C71-3E4F-4706-B7E9-2DBEDBDFEE2C}" presName="vert1" presStyleCnt="0"/>
      <dgm:spPr/>
    </dgm:pt>
    <dgm:pt modelId="{82724C43-ED21-3040-93CC-B72F629A5AFA}" type="pres">
      <dgm:prSet presAssocID="{AF6D8177-C267-4C64-89D5-246134CF363F}" presName="thickLine" presStyleLbl="alignNode1" presStyleIdx="3" presStyleCnt="4"/>
      <dgm:spPr/>
    </dgm:pt>
    <dgm:pt modelId="{6FEE1288-1C90-F848-AE5D-5CAD6257B537}" type="pres">
      <dgm:prSet presAssocID="{AF6D8177-C267-4C64-89D5-246134CF363F}" presName="horz1" presStyleCnt="0"/>
      <dgm:spPr/>
    </dgm:pt>
    <dgm:pt modelId="{F3095E7A-D6DD-7043-84DA-4F8E4115A071}" type="pres">
      <dgm:prSet presAssocID="{AF6D8177-C267-4C64-89D5-246134CF363F}" presName="tx1" presStyleLbl="revTx" presStyleIdx="3" presStyleCnt="4"/>
      <dgm:spPr/>
    </dgm:pt>
    <dgm:pt modelId="{01936D39-81E2-D94E-BCA0-DDEACB2EA0DC}" type="pres">
      <dgm:prSet presAssocID="{AF6D8177-C267-4C64-89D5-246134CF363F}" presName="vert1" presStyleCnt="0"/>
      <dgm:spPr/>
    </dgm:pt>
  </dgm:ptLst>
  <dgm:cxnLst>
    <dgm:cxn modelId="{1BF4560B-30A8-9B47-8113-6B348E7F262A}" type="presOf" srcId="{AF6D8177-C267-4C64-89D5-246134CF363F}" destId="{F3095E7A-D6DD-7043-84DA-4F8E4115A071}" srcOrd="0" destOrd="0" presId="urn:microsoft.com/office/officeart/2008/layout/LinedList"/>
    <dgm:cxn modelId="{744A080D-EE89-A142-B041-1FC2A9787708}" type="presOf" srcId="{12EE7C71-3E4F-4706-B7E9-2DBEDBDFEE2C}" destId="{E913DD48-209B-D74B-A4A7-5352A13535EB}" srcOrd="0" destOrd="0" presId="urn:microsoft.com/office/officeart/2008/layout/LinedList"/>
    <dgm:cxn modelId="{99A72A19-82E8-924D-9128-7020A251982D}" type="presOf" srcId="{AFAF1728-C9F3-4D6F-9169-5A19A9AD40D6}" destId="{FC547BDA-1C68-8D49-9222-005240AE913B}" srcOrd="0" destOrd="0" presId="urn:microsoft.com/office/officeart/2008/layout/LinedList"/>
    <dgm:cxn modelId="{9969D13B-CA39-40BD-9F40-F6BA2B4BA508}" srcId="{5B5BCCA9-7290-43DB-9F48-C07A7DB9E666}" destId="{AF6D8177-C267-4C64-89D5-246134CF363F}" srcOrd="3" destOrd="0" parTransId="{04EA661A-FC8E-4395-8C55-CAA50BB236DD}" sibTransId="{AB3DDFE6-9DD4-44D4-8DBF-509E061C5B36}"/>
    <dgm:cxn modelId="{F2854267-B470-4B4C-818C-7272B5B9F765}" srcId="{5B5BCCA9-7290-43DB-9F48-C07A7DB9E666}" destId="{8354EE8C-1ED4-49EA-8DDB-5177A9E97B25}" srcOrd="1" destOrd="0" parTransId="{37F38990-2401-4987-B43B-41184F3A716B}" sibTransId="{BB1171B4-AFA5-466B-B8D2-D93B4042C8BB}"/>
    <dgm:cxn modelId="{09294BAC-0A02-4B6E-9D85-0B82F59920D8}" srcId="{5B5BCCA9-7290-43DB-9F48-C07A7DB9E666}" destId="{12EE7C71-3E4F-4706-B7E9-2DBEDBDFEE2C}" srcOrd="2" destOrd="0" parTransId="{5947DA73-A68C-48AE-92AB-8E592281E120}" sibTransId="{77A2336D-3DBB-43DA-AD92-E140B3918602}"/>
    <dgm:cxn modelId="{19D65CBC-9494-C246-A44B-41536D36596A}" type="presOf" srcId="{5B5BCCA9-7290-43DB-9F48-C07A7DB9E666}" destId="{5DD1739C-FBC9-FC43-9827-64BE8D9F1986}" srcOrd="0" destOrd="0" presId="urn:microsoft.com/office/officeart/2008/layout/LinedList"/>
    <dgm:cxn modelId="{18A27EDB-B994-A648-94FA-709D069841CF}" type="presOf" srcId="{8354EE8C-1ED4-49EA-8DDB-5177A9E97B25}" destId="{B4C80C08-5D21-214F-A546-5C6AFEA2E010}" srcOrd="0" destOrd="0" presId="urn:microsoft.com/office/officeart/2008/layout/LinedList"/>
    <dgm:cxn modelId="{CFBA6CDD-A932-4CEB-9925-F901D1A014D8}" srcId="{5B5BCCA9-7290-43DB-9F48-C07A7DB9E666}" destId="{AFAF1728-C9F3-4D6F-9169-5A19A9AD40D6}" srcOrd="0" destOrd="0" parTransId="{B5F24301-68A8-451B-8098-C9F1E871395C}" sibTransId="{6D7DDA99-F390-4A97-8D42-BEF9A5287CA7}"/>
    <dgm:cxn modelId="{0BC40F89-84BA-7E45-88F3-89BC3F3DE335}" type="presParOf" srcId="{5DD1739C-FBC9-FC43-9827-64BE8D9F1986}" destId="{2EC3846A-FBC5-6442-8078-5E63850A756B}" srcOrd="0" destOrd="0" presId="urn:microsoft.com/office/officeart/2008/layout/LinedList"/>
    <dgm:cxn modelId="{4F1D8257-400E-CF4A-9AAB-0E40B1380DE3}" type="presParOf" srcId="{5DD1739C-FBC9-FC43-9827-64BE8D9F1986}" destId="{4D31E93D-03E5-394E-BF48-B0EE91E3AA5F}" srcOrd="1" destOrd="0" presId="urn:microsoft.com/office/officeart/2008/layout/LinedList"/>
    <dgm:cxn modelId="{02702DEA-7DE6-0043-B7F1-A59FB566B83C}" type="presParOf" srcId="{4D31E93D-03E5-394E-BF48-B0EE91E3AA5F}" destId="{FC547BDA-1C68-8D49-9222-005240AE913B}" srcOrd="0" destOrd="0" presId="urn:microsoft.com/office/officeart/2008/layout/LinedList"/>
    <dgm:cxn modelId="{900A45C4-23B6-0245-9DDF-E734DFEB7AF1}" type="presParOf" srcId="{4D31E93D-03E5-394E-BF48-B0EE91E3AA5F}" destId="{85CDA63C-A93C-174A-B465-994DD4492ADA}" srcOrd="1" destOrd="0" presId="urn:microsoft.com/office/officeart/2008/layout/LinedList"/>
    <dgm:cxn modelId="{1017D6F3-053C-C24C-982C-31FA180C5C9E}" type="presParOf" srcId="{5DD1739C-FBC9-FC43-9827-64BE8D9F1986}" destId="{16AC38B6-9F4A-A14C-9AE3-BCFA45F8A128}" srcOrd="2" destOrd="0" presId="urn:microsoft.com/office/officeart/2008/layout/LinedList"/>
    <dgm:cxn modelId="{BFDB81A2-DCA2-D041-8389-1FF8DB29E775}" type="presParOf" srcId="{5DD1739C-FBC9-FC43-9827-64BE8D9F1986}" destId="{BA4307B8-69E6-9C46-BDCC-2006E99A592A}" srcOrd="3" destOrd="0" presId="urn:microsoft.com/office/officeart/2008/layout/LinedList"/>
    <dgm:cxn modelId="{06E901A4-61A1-FC4D-9E80-98D9C28B2C86}" type="presParOf" srcId="{BA4307B8-69E6-9C46-BDCC-2006E99A592A}" destId="{B4C80C08-5D21-214F-A546-5C6AFEA2E010}" srcOrd="0" destOrd="0" presId="urn:microsoft.com/office/officeart/2008/layout/LinedList"/>
    <dgm:cxn modelId="{141A5875-55F0-A748-92D2-18592C5B0FBD}" type="presParOf" srcId="{BA4307B8-69E6-9C46-BDCC-2006E99A592A}" destId="{79B0A2AA-2A82-8048-9F1D-3B29D55B6B1C}" srcOrd="1" destOrd="0" presId="urn:microsoft.com/office/officeart/2008/layout/LinedList"/>
    <dgm:cxn modelId="{E02A6BC9-733B-B247-9375-30331ECFD361}" type="presParOf" srcId="{5DD1739C-FBC9-FC43-9827-64BE8D9F1986}" destId="{5C1DB8B5-C1D8-7C43-A17C-3E72C5E3BCDA}" srcOrd="4" destOrd="0" presId="urn:microsoft.com/office/officeart/2008/layout/LinedList"/>
    <dgm:cxn modelId="{FE2DF839-5831-A84F-82B9-0A67AE12EC19}" type="presParOf" srcId="{5DD1739C-FBC9-FC43-9827-64BE8D9F1986}" destId="{3D7D068B-B351-DE4C-86AA-88A8CAD8E55A}" srcOrd="5" destOrd="0" presId="urn:microsoft.com/office/officeart/2008/layout/LinedList"/>
    <dgm:cxn modelId="{823F309D-275C-814D-94F8-01E54714A7DA}" type="presParOf" srcId="{3D7D068B-B351-DE4C-86AA-88A8CAD8E55A}" destId="{E913DD48-209B-D74B-A4A7-5352A13535EB}" srcOrd="0" destOrd="0" presId="urn:microsoft.com/office/officeart/2008/layout/LinedList"/>
    <dgm:cxn modelId="{FC11AD50-38BB-3D4A-8934-65BE30FFDD61}" type="presParOf" srcId="{3D7D068B-B351-DE4C-86AA-88A8CAD8E55A}" destId="{FDEE17A5-C13E-0246-9C27-6D81F1AC91CD}" srcOrd="1" destOrd="0" presId="urn:microsoft.com/office/officeart/2008/layout/LinedList"/>
    <dgm:cxn modelId="{D33E755F-A357-8548-8539-77B956500022}" type="presParOf" srcId="{5DD1739C-FBC9-FC43-9827-64BE8D9F1986}" destId="{82724C43-ED21-3040-93CC-B72F629A5AFA}" srcOrd="6" destOrd="0" presId="urn:microsoft.com/office/officeart/2008/layout/LinedList"/>
    <dgm:cxn modelId="{77F5603C-20B2-FC4F-B44D-B78E0F135F25}" type="presParOf" srcId="{5DD1739C-FBC9-FC43-9827-64BE8D9F1986}" destId="{6FEE1288-1C90-F848-AE5D-5CAD6257B537}" srcOrd="7" destOrd="0" presId="urn:microsoft.com/office/officeart/2008/layout/LinedList"/>
    <dgm:cxn modelId="{C94FB862-88F3-5047-A939-DE6B8C5D8957}" type="presParOf" srcId="{6FEE1288-1C90-F848-AE5D-5CAD6257B537}" destId="{F3095E7A-D6DD-7043-84DA-4F8E4115A071}" srcOrd="0" destOrd="0" presId="urn:microsoft.com/office/officeart/2008/layout/LinedList"/>
    <dgm:cxn modelId="{17E102D7-DEA8-B84D-B40D-A98FD88C6E79}" type="presParOf" srcId="{6FEE1288-1C90-F848-AE5D-5CAD6257B537}" destId="{01936D39-81E2-D94E-BCA0-DDEACB2EA0D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53C23C-AC38-4621-88CD-1878799C90B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BEDE70-90F3-4534-A7DE-6829B9F77F58}">
      <dgm:prSet/>
      <dgm:spPr/>
      <dgm:t>
        <a:bodyPr/>
        <a:lstStyle/>
        <a:p>
          <a:r>
            <a:rPr lang="en-US" dirty="0"/>
            <a:t>Data science from scratch: first principles with Python, Joel Grus, O'Reilly Media, 2019</a:t>
          </a:r>
        </a:p>
      </dgm:t>
    </dgm:pt>
    <dgm:pt modelId="{31F4EFCF-6605-449F-AA95-B620A21D10EF}" type="parTrans" cxnId="{14321079-F038-4227-B5FF-CA3574E5B46C}">
      <dgm:prSet/>
      <dgm:spPr/>
      <dgm:t>
        <a:bodyPr/>
        <a:lstStyle/>
        <a:p>
          <a:endParaRPr lang="en-US"/>
        </a:p>
      </dgm:t>
    </dgm:pt>
    <dgm:pt modelId="{D77E5A2A-29F7-476A-9257-D4AEBB3C726C}" type="sibTrans" cxnId="{14321079-F038-4227-B5FF-CA3574E5B46C}">
      <dgm:prSet/>
      <dgm:spPr/>
      <dgm:t>
        <a:bodyPr/>
        <a:lstStyle/>
        <a:p>
          <a:endParaRPr lang="en-US"/>
        </a:p>
      </dgm:t>
    </dgm:pt>
    <dgm:pt modelId="{44D259AD-8EBF-45D5-BEAE-5206E6534C96}">
      <dgm:prSet/>
      <dgm:spPr/>
      <dgm:t>
        <a:bodyPr/>
        <a:lstStyle/>
        <a:p>
          <a:r>
            <a:rPr lang="en-US" dirty="0"/>
            <a:t>Python for Data Analysis: Data Wrangling with Pandas, NumPy, and </a:t>
          </a:r>
          <a:r>
            <a:rPr lang="en-US" dirty="0" err="1"/>
            <a:t>IPython</a:t>
          </a:r>
          <a:r>
            <a:rPr lang="en-US" dirty="0"/>
            <a:t>, Wes McKinney, O'Reilly Media, 3rd edition, 2022. </a:t>
          </a:r>
        </a:p>
      </dgm:t>
    </dgm:pt>
    <dgm:pt modelId="{097BCDDC-2CEF-44C7-967E-87EE5AECC2E2}" type="parTrans" cxnId="{CDDB28CD-387C-47F3-AD60-18761849AB9C}">
      <dgm:prSet/>
      <dgm:spPr/>
      <dgm:t>
        <a:bodyPr/>
        <a:lstStyle/>
        <a:p>
          <a:endParaRPr lang="en-US"/>
        </a:p>
      </dgm:t>
    </dgm:pt>
    <dgm:pt modelId="{4826DAFC-7FFB-4438-BA14-A5EFEE51B187}" type="sibTrans" cxnId="{CDDB28CD-387C-47F3-AD60-18761849AB9C}">
      <dgm:prSet/>
      <dgm:spPr/>
      <dgm:t>
        <a:bodyPr/>
        <a:lstStyle/>
        <a:p>
          <a:endParaRPr lang="en-US"/>
        </a:p>
      </dgm:t>
    </dgm:pt>
    <dgm:pt modelId="{A4BDA5C6-141D-4365-A1DA-7FE1A6FE570A}">
      <dgm:prSet/>
      <dgm:spPr/>
      <dgm:t>
        <a:bodyPr/>
        <a:lstStyle/>
        <a:p>
          <a:r>
            <a:rPr lang="en-US"/>
            <a:t>Python Data Science Handbook: Essential Tools for Working with Data, Jake Vanderplas, O'Reilly Media, 2022</a:t>
          </a:r>
        </a:p>
      </dgm:t>
    </dgm:pt>
    <dgm:pt modelId="{8D99F0F8-7B25-48AA-B3E2-E261F1EC46AC}" type="parTrans" cxnId="{B0EF371D-BE30-4472-87A6-8003A2C8C3CF}">
      <dgm:prSet/>
      <dgm:spPr/>
      <dgm:t>
        <a:bodyPr/>
        <a:lstStyle/>
        <a:p>
          <a:endParaRPr lang="en-US"/>
        </a:p>
      </dgm:t>
    </dgm:pt>
    <dgm:pt modelId="{9FBF91A2-E9B5-49E6-853E-578D56EBFF00}" type="sibTrans" cxnId="{B0EF371D-BE30-4472-87A6-8003A2C8C3CF}">
      <dgm:prSet/>
      <dgm:spPr/>
      <dgm:t>
        <a:bodyPr/>
        <a:lstStyle/>
        <a:p>
          <a:endParaRPr lang="en-US"/>
        </a:p>
      </dgm:t>
    </dgm:pt>
    <dgm:pt modelId="{63D4DDCF-0143-4BC2-A34B-A992373F3535}">
      <dgm:prSet/>
      <dgm:spPr/>
      <dgm:t>
        <a:bodyPr/>
        <a:lstStyle/>
        <a:p>
          <a:r>
            <a:rPr lang="en-US"/>
            <a:t>Murach’s Python for Data Analysis, Scott McCoy, Mike Murach &amp; Associates, Incorporated, 2021.</a:t>
          </a:r>
        </a:p>
      </dgm:t>
    </dgm:pt>
    <dgm:pt modelId="{E0B4C5C3-53A9-4011-92BF-421AA891EE4E}" type="parTrans" cxnId="{3CE36C41-5887-4828-A2B7-1CCA0C830421}">
      <dgm:prSet/>
      <dgm:spPr/>
      <dgm:t>
        <a:bodyPr/>
        <a:lstStyle/>
        <a:p>
          <a:endParaRPr lang="en-US"/>
        </a:p>
      </dgm:t>
    </dgm:pt>
    <dgm:pt modelId="{4228B28B-B5C2-409D-AB70-7AC11420FADA}" type="sibTrans" cxnId="{3CE36C41-5887-4828-A2B7-1CCA0C830421}">
      <dgm:prSet/>
      <dgm:spPr/>
      <dgm:t>
        <a:bodyPr/>
        <a:lstStyle/>
        <a:p>
          <a:endParaRPr lang="en-US"/>
        </a:p>
      </dgm:t>
    </dgm:pt>
    <dgm:pt modelId="{B05C0AF0-F811-45C2-A1D4-EE31BEF66165}">
      <dgm:prSet/>
      <dgm:spPr/>
      <dgm:t>
        <a:bodyPr/>
        <a:lstStyle/>
        <a:p>
          <a:r>
            <a:rPr lang="en-US" dirty="0"/>
            <a:t>Intro to Python for Computer Science and Data Science: Learning to Program with AI, Big Data and The Cloud, Paul </a:t>
          </a:r>
          <a:r>
            <a:rPr lang="en-US" dirty="0" err="1"/>
            <a:t>Deitel</a:t>
          </a:r>
          <a:r>
            <a:rPr lang="en-US" dirty="0"/>
            <a:t>, Pearson Education Limited, 2021.</a:t>
          </a:r>
        </a:p>
      </dgm:t>
    </dgm:pt>
    <dgm:pt modelId="{B0623741-0E66-4E05-814B-8CBF11DE0C07}" type="parTrans" cxnId="{11B033D4-A942-4A76-B264-DCB2543BBDED}">
      <dgm:prSet/>
      <dgm:spPr/>
      <dgm:t>
        <a:bodyPr/>
        <a:lstStyle/>
        <a:p>
          <a:endParaRPr lang="en-US"/>
        </a:p>
      </dgm:t>
    </dgm:pt>
    <dgm:pt modelId="{5F8211C3-CA13-4E02-A926-A016B263ECC1}" type="sibTrans" cxnId="{11B033D4-A942-4A76-B264-DCB2543BBDED}">
      <dgm:prSet/>
      <dgm:spPr/>
      <dgm:t>
        <a:bodyPr/>
        <a:lstStyle/>
        <a:p>
          <a:endParaRPr lang="en-US"/>
        </a:p>
      </dgm:t>
    </dgm:pt>
    <dgm:pt modelId="{0ABCAA9C-2B3C-4A9E-9380-2BE94392ADB9}">
      <dgm:prSet/>
      <dgm:spPr/>
      <dgm:t>
        <a:bodyPr/>
        <a:lstStyle/>
        <a:p>
          <a:r>
            <a:rPr lang="en-US" b="0" i="0" dirty="0"/>
            <a:t>Artificial Intelligence: a Modern Approach, Global Edition, Stuart Russell , and Peter Norvig, Pearson Education, 2021.</a:t>
          </a:r>
          <a:endParaRPr lang="en-US" dirty="0"/>
        </a:p>
      </dgm:t>
    </dgm:pt>
    <dgm:pt modelId="{0DB05566-A94A-46DF-9E85-41B733C3EF93}" type="parTrans" cxnId="{63E9FE05-40CC-4157-8991-1570BA599AF2}">
      <dgm:prSet/>
      <dgm:spPr/>
      <dgm:t>
        <a:bodyPr/>
        <a:lstStyle/>
        <a:p>
          <a:endParaRPr lang="en-US"/>
        </a:p>
      </dgm:t>
    </dgm:pt>
    <dgm:pt modelId="{CB3F360D-3639-471A-8118-908DA4F0EE14}" type="sibTrans" cxnId="{63E9FE05-40CC-4157-8991-1570BA599AF2}">
      <dgm:prSet/>
      <dgm:spPr/>
      <dgm:t>
        <a:bodyPr/>
        <a:lstStyle/>
        <a:p>
          <a:endParaRPr lang="en-US"/>
        </a:p>
      </dgm:t>
    </dgm:pt>
    <dgm:pt modelId="{09CAC9FE-7AF3-C449-9B0D-7E21792D78A0}" type="pres">
      <dgm:prSet presAssocID="{EE53C23C-AC38-4621-88CD-1878799C90B3}" presName="vert0" presStyleCnt="0">
        <dgm:presLayoutVars>
          <dgm:dir/>
          <dgm:animOne val="branch"/>
          <dgm:animLvl val="lvl"/>
        </dgm:presLayoutVars>
      </dgm:prSet>
      <dgm:spPr/>
    </dgm:pt>
    <dgm:pt modelId="{C404357A-E97E-C94C-81BD-FBF4AB020353}" type="pres">
      <dgm:prSet presAssocID="{FEBEDE70-90F3-4534-A7DE-6829B9F77F58}" presName="thickLine" presStyleLbl="alignNode1" presStyleIdx="0" presStyleCnt="6"/>
      <dgm:spPr/>
    </dgm:pt>
    <dgm:pt modelId="{D27754BD-568D-FD43-AF01-A990710C86A6}" type="pres">
      <dgm:prSet presAssocID="{FEBEDE70-90F3-4534-A7DE-6829B9F77F58}" presName="horz1" presStyleCnt="0"/>
      <dgm:spPr/>
    </dgm:pt>
    <dgm:pt modelId="{DF6EFE51-87FD-9649-AD56-C7EBEC730FF6}" type="pres">
      <dgm:prSet presAssocID="{FEBEDE70-90F3-4534-A7DE-6829B9F77F58}" presName="tx1" presStyleLbl="revTx" presStyleIdx="0" presStyleCnt="6"/>
      <dgm:spPr/>
    </dgm:pt>
    <dgm:pt modelId="{A177E899-60D2-544D-9B00-C35F69075497}" type="pres">
      <dgm:prSet presAssocID="{FEBEDE70-90F3-4534-A7DE-6829B9F77F58}" presName="vert1" presStyleCnt="0"/>
      <dgm:spPr/>
    </dgm:pt>
    <dgm:pt modelId="{A9E5E7C2-ACE7-E84F-96FD-748D4FDDC33B}" type="pres">
      <dgm:prSet presAssocID="{44D259AD-8EBF-45D5-BEAE-5206E6534C96}" presName="thickLine" presStyleLbl="alignNode1" presStyleIdx="1" presStyleCnt="6"/>
      <dgm:spPr/>
    </dgm:pt>
    <dgm:pt modelId="{8E448EFE-C0C3-A244-A0A4-57F7076529C1}" type="pres">
      <dgm:prSet presAssocID="{44D259AD-8EBF-45D5-BEAE-5206E6534C96}" presName="horz1" presStyleCnt="0"/>
      <dgm:spPr/>
    </dgm:pt>
    <dgm:pt modelId="{661990BB-F42D-774B-A62E-E5377C0D062B}" type="pres">
      <dgm:prSet presAssocID="{44D259AD-8EBF-45D5-BEAE-5206E6534C96}" presName="tx1" presStyleLbl="revTx" presStyleIdx="1" presStyleCnt="6"/>
      <dgm:spPr/>
    </dgm:pt>
    <dgm:pt modelId="{A5AD4D8C-2E23-1E42-BF07-5EB93E90C43C}" type="pres">
      <dgm:prSet presAssocID="{44D259AD-8EBF-45D5-BEAE-5206E6534C96}" presName="vert1" presStyleCnt="0"/>
      <dgm:spPr/>
    </dgm:pt>
    <dgm:pt modelId="{146A514D-661A-6548-807A-C37C96C91EC2}" type="pres">
      <dgm:prSet presAssocID="{A4BDA5C6-141D-4365-A1DA-7FE1A6FE570A}" presName="thickLine" presStyleLbl="alignNode1" presStyleIdx="2" presStyleCnt="6"/>
      <dgm:spPr/>
    </dgm:pt>
    <dgm:pt modelId="{94506CDB-DCBD-C441-AC86-81AC289517C2}" type="pres">
      <dgm:prSet presAssocID="{A4BDA5C6-141D-4365-A1DA-7FE1A6FE570A}" presName="horz1" presStyleCnt="0"/>
      <dgm:spPr/>
    </dgm:pt>
    <dgm:pt modelId="{DDC40E20-AA65-244E-9F76-70B2EFCF7762}" type="pres">
      <dgm:prSet presAssocID="{A4BDA5C6-141D-4365-A1DA-7FE1A6FE570A}" presName="tx1" presStyleLbl="revTx" presStyleIdx="2" presStyleCnt="6"/>
      <dgm:spPr/>
    </dgm:pt>
    <dgm:pt modelId="{5B32E285-5F8F-3340-98CF-3AB32911AEA5}" type="pres">
      <dgm:prSet presAssocID="{A4BDA5C6-141D-4365-A1DA-7FE1A6FE570A}" presName="vert1" presStyleCnt="0"/>
      <dgm:spPr/>
    </dgm:pt>
    <dgm:pt modelId="{92916D02-6E08-CD4F-8D51-F0B12F4568B1}" type="pres">
      <dgm:prSet presAssocID="{63D4DDCF-0143-4BC2-A34B-A992373F3535}" presName="thickLine" presStyleLbl="alignNode1" presStyleIdx="3" presStyleCnt="6"/>
      <dgm:spPr/>
    </dgm:pt>
    <dgm:pt modelId="{BE2F4DC8-F0B1-E14D-8F20-EC50DE131147}" type="pres">
      <dgm:prSet presAssocID="{63D4DDCF-0143-4BC2-A34B-A992373F3535}" presName="horz1" presStyleCnt="0"/>
      <dgm:spPr/>
    </dgm:pt>
    <dgm:pt modelId="{411B325B-2BCE-A347-B2B0-3F422897EE6C}" type="pres">
      <dgm:prSet presAssocID="{63D4DDCF-0143-4BC2-A34B-A992373F3535}" presName="tx1" presStyleLbl="revTx" presStyleIdx="3" presStyleCnt="6"/>
      <dgm:spPr/>
    </dgm:pt>
    <dgm:pt modelId="{25B4D4FE-7E4F-3440-A3B5-CB1CF1381971}" type="pres">
      <dgm:prSet presAssocID="{63D4DDCF-0143-4BC2-A34B-A992373F3535}" presName="vert1" presStyleCnt="0"/>
      <dgm:spPr/>
    </dgm:pt>
    <dgm:pt modelId="{42AB5525-B53D-D94F-B836-8EC17BEF85BC}" type="pres">
      <dgm:prSet presAssocID="{B05C0AF0-F811-45C2-A1D4-EE31BEF66165}" presName="thickLine" presStyleLbl="alignNode1" presStyleIdx="4" presStyleCnt="6"/>
      <dgm:spPr/>
    </dgm:pt>
    <dgm:pt modelId="{149B7157-2845-A244-9CE3-D7BD2C9D0DFA}" type="pres">
      <dgm:prSet presAssocID="{B05C0AF0-F811-45C2-A1D4-EE31BEF66165}" presName="horz1" presStyleCnt="0"/>
      <dgm:spPr/>
    </dgm:pt>
    <dgm:pt modelId="{D3930862-EE26-6C41-AD7E-F8C5A8222893}" type="pres">
      <dgm:prSet presAssocID="{B05C0AF0-F811-45C2-A1D4-EE31BEF66165}" presName="tx1" presStyleLbl="revTx" presStyleIdx="4" presStyleCnt="6"/>
      <dgm:spPr/>
    </dgm:pt>
    <dgm:pt modelId="{66FE66EB-58AE-7F48-B664-090CAB36CF4A}" type="pres">
      <dgm:prSet presAssocID="{B05C0AF0-F811-45C2-A1D4-EE31BEF66165}" presName="vert1" presStyleCnt="0"/>
      <dgm:spPr/>
    </dgm:pt>
    <dgm:pt modelId="{49FEF376-19E5-4246-9297-C1AB6253D858}" type="pres">
      <dgm:prSet presAssocID="{0ABCAA9C-2B3C-4A9E-9380-2BE94392ADB9}" presName="thickLine" presStyleLbl="alignNode1" presStyleIdx="5" presStyleCnt="6"/>
      <dgm:spPr/>
    </dgm:pt>
    <dgm:pt modelId="{0CBB57CC-0A09-9946-A609-A555369864C9}" type="pres">
      <dgm:prSet presAssocID="{0ABCAA9C-2B3C-4A9E-9380-2BE94392ADB9}" presName="horz1" presStyleCnt="0"/>
      <dgm:spPr/>
    </dgm:pt>
    <dgm:pt modelId="{22AC8E4D-097C-CE46-B44B-E827B23C04B5}" type="pres">
      <dgm:prSet presAssocID="{0ABCAA9C-2B3C-4A9E-9380-2BE94392ADB9}" presName="tx1" presStyleLbl="revTx" presStyleIdx="5" presStyleCnt="6"/>
      <dgm:spPr/>
    </dgm:pt>
    <dgm:pt modelId="{EA05AA7C-5A10-C04C-8219-2D631296991F}" type="pres">
      <dgm:prSet presAssocID="{0ABCAA9C-2B3C-4A9E-9380-2BE94392ADB9}" presName="vert1" presStyleCnt="0"/>
      <dgm:spPr/>
    </dgm:pt>
  </dgm:ptLst>
  <dgm:cxnLst>
    <dgm:cxn modelId="{63E9FE05-40CC-4157-8991-1570BA599AF2}" srcId="{EE53C23C-AC38-4621-88CD-1878799C90B3}" destId="{0ABCAA9C-2B3C-4A9E-9380-2BE94392ADB9}" srcOrd="5" destOrd="0" parTransId="{0DB05566-A94A-46DF-9E85-41B733C3EF93}" sibTransId="{CB3F360D-3639-471A-8118-908DA4F0EE14}"/>
    <dgm:cxn modelId="{D28CE20E-8B42-6F46-A0F2-766ABFBF1B26}" type="presOf" srcId="{B05C0AF0-F811-45C2-A1D4-EE31BEF66165}" destId="{D3930862-EE26-6C41-AD7E-F8C5A8222893}" srcOrd="0" destOrd="0" presId="urn:microsoft.com/office/officeart/2008/layout/LinedList"/>
    <dgm:cxn modelId="{2DDE4C17-A39D-C542-9EF6-79E5D02A5F34}" type="presOf" srcId="{FEBEDE70-90F3-4534-A7DE-6829B9F77F58}" destId="{DF6EFE51-87FD-9649-AD56-C7EBEC730FF6}" srcOrd="0" destOrd="0" presId="urn:microsoft.com/office/officeart/2008/layout/LinedList"/>
    <dgm:cxn modelId="{B0EF371D-BE30-4472-87A6-8003A2C8C3CF}" srcId="{EE53C23C-AC38-4621-88CD-1878799C90B3}" destId="{A4BDA5C6-141D-4365-A1DA-7FE1A6FE570A}" srcOrd="2" destOrd="0" parTransId="{8D99F0F8-7B25-48AA-B3E2-E261F1EC46AC}" sibTransId="{9FBF91A2-E9B5-49E6-853E-578D56EBFF00}"/>
    <dgm:cxn modelId="{4DA5CB24-171C-0A4E-8D8E-29065CD1ADED}" type="presOf" srcId="{0ABCAA9C-2B3C-4A9E-9380-2BE94392ADB9}" destId="{22AC8E4D-097C-CE46-B44B-E827B23C04B5}" srcOrd="0" destOrd="0" presId="urn:microsoft.com/office/officeart/2008/layout/LinedList"/>
    <dgm:cxn modelId="{3CE36C41-5887-4828-A2B7-1CCA0C830421}" srcId="{EE53C23C-AC38-4621-88CD-1878799C90B3}" destId="{63D4DDCF-0143-4BC2-A34B-A992373F3535}" srcOrd="3" destOrd="0" parTransId="{E0B4C5C3-53A9-4011-92BF-421AA891EE4E}" sibTransId="{4228B28B-B5C2-409D-AB70-7AC11420FADA}"/>
    <dgm:cxn modelId="{429DB56F-9169-C449-B819-134A0FD72256}" type="presOf" srcId="{A4BDA5C6-141D-4365-A1DA-7FE1A6FE570A}" destId="{DDC40E20-AA65-244E-9F76-70B2EFCF7762}" srcOrd="0" destOrd="0" presId="urn:microsoft.com/office/officeart/2008/layout/LinedList"/>
    <dgm:cxn modelId="{B77A4B54-7031-6143-B29C-6BA5F5DA320A}" type="presOf" srcId="{EE53C23C-AC38-4621-88CD-1878799C90B3}" destId="{09CAC9FE-7AF3-C449-9B0D-7E21792D78A0}" srcOrd="0" destOrd="0" presId="urn:microsoft.com/office/officeart/2008/layout/LinedList"/>
    <dgm:cxn modelId="{14321079-F038-4227-B5FF-CA3574E5B46C}" srcId="{EE53C23C-AC38-4621-88CD-1878799C90B3}" destId="{FEBEDE70-90F3-4534-A7DE-6829B9F77F58}" srcOrd="0" destOrd="0" parTransId="{31F4EFCF-6605-449F-AA95-B620A21D10EF}" sibTransId="{D77E5A2A-29F7-476A-9257-D4AEBB3C726C}"/>
    <dgm:cxn modelId="{3E951C81-514A-4B47-A663-06F197D6A53F}" type="presOf" srcId="{63D4DDCF-0143-4BC2-A34B-A992373F3535}" destId="{411B325B-2BCE-A347-B2B0-3F422897EE6C}" srcOrd="0" destOrd="0" presId="urn:microsoft.com/office/officeart/2008/layout/LinedList"/>
    <dgm:cxn modelId="{8D5063C9-AFF6-D64A-B822-292444683E19}" type="presOf" srcId="{44D259AD-8EBF-45D5-BEAE-5206E6534C96}" destId="{661990BB-F42D-774B-A62E-E5377C0D062B}" srcOrd="0" destOrd="0" presId="urn:microsoft.com/office/officeart/2008/layout/LinedList"/>
    <dgm:cxn modelId="{CDDB28CD-387C-47F3-AD60-18761849AB9C}" srcId="{EE53C23C-AC38-4621-88CD-1878799C90B3}" destId="{44D259AD-8EBF-45D5-BEAE-5206E6534C96}" srcOrd="1" destOrd="0" parTransId="{097BCDDC-2CEF-44C7-967E-87EE5AECC2E2}" sibTransId="{4826DAFC-7FFB-4438-BA14-A5EFEE51B187}"/>
    <dgm:cxn modelId="{11B033D4-A942-4A76-B264-DCB2543BBDED}" srcId="{EE53C23C-AC38-4621-88CD-1878799C90B3}" destId="{B05C0AF0-F811-45C2-A1D4-EE31BEF66165}" srcOrd="4" destOrd="0" parTransId="{B0623741-0E66-4E05-814B-8CBF11DE0C07}" sibTransId="{5F8211C3-CA13-4E02-A926-A016B263ECC1}"/>
    <dgm:cxn modelId="{77E3C8FA-2D1E-9142-99DD-AF5B23662405}" type="presParOf" srcId="{09CAC9FE-7AF3-C449-9B0D-7E21792D78A0}" destId="{C404357A-E97E-C94C-81BD-FBF4AB020353}" srcOrd="0" destOrd="0" presId="urn:microsoft.com/office/officeart/2008/layout/LinedList"/>
    <dgm:cxn modelId="{A8A2DEED-F04B-3F40-8EFA-7233BDA1F50F}" type="presParOf" srcId="{09CAC9FE-7AF3-C449-9B0D-7E21792D78A0}" destId="{D27754BD-568D-FD43-AF01-A990710C86A6}" srcOrd="1" destOrd="0" presId="urn:microsoft.com/office/officeart/2008/layout/LinedList"/>
    <dgm:cxn modelId="{68506BCF-ADAA-4747-8D55-3E514894E60C}" type="presParOf" srcId="{D27754BD-568D-FD43-AF01-A990710C86A6}" destId="{DF6EFE51-87FD-9649-AD56-C7EBEC730FF6}" srcOrd="0" destOrd="0" presId="urn:microsoft.com/office/officeart/2008/layout/LinedList"/>
    <dgm:cxn modelId="{B687E1C1-6082-C44B-8818-4F076CDA094C}" type="presParOf" srcId="{D27754BD-568D-FD43-AF01-A990710C86A6}" destId="{A177E899-60D2-544D-9B00-C35F69075497}" srcOrd="1" destOrd="0" presId="urn:microsoft.com/office/officeart/2008/layout/LinedList"/>
    <dgm:cxn modelId="{0EA5404A-49D7-F34C-932C-7807E84B0E2A}" type="presParOf" srcId="{09CAC9FE-7AF3-C449-9B0D-7E21792D78A0}" destId="{A9E5E7C2-ACE7-E84F-96FD-748D4FDDC33B}" srcOrd="2" destOrd="0" presId="urn:microsoft.com/office/officeart/2008/layout/LinedList"/>
    <dgm:cxn modelId="{3F282DC1-2173-E949-83FF-F523DB0ACE5C}" type="presParOf" srcId="{09CAC9FE-7AF3-C449-9B0D-7E21792D78A0}" destId="{8E448EFE-C0C3-A244-A0A4-57F7076529C1}" srcOrd="3" destOrd="0" presId="urn:microsoft.com/office/officeart/2008/layout/LinedList"/>
    <dgm:cxn modelId="{A91CD1D3-486A-844F-BF74-F4EDA225DB8D}" type="presParOf" srcId="{8E448EFE-C0C3-A244-A0A4-57F7076529C1}" destId="{661990BB-F42D-774B-A62E-E5377C0D062B}" srcOrd="0" destOrd="0" presId="urn:microsoft.com/office/officeart/2008/layout/LinedList"/>
    <dgm:cxn modelId="{B88D1005-FB59-5641-9A1E-DF8EAF2B7C32}" type="presParOf" srcId="{8E448EFE-C0C3-A244-A0A4-57F7076529C1}" destId="{A5AD4D8C-2E23-1E42-BF07-5EB93E90C43C}" srcOrd="1" destOrd="0" presId="urn:microsoft.com/office/officeart/2008/layout/LinedList"/>
    <dgm:cxn modelId="{1AA7D0F4-1D3E-2246-9F46-6B35F1E2C280}" type="presParOf" srcId="{09CAC9FE-7AF3-C449-9B0D-7E21792D78A0}" destId="{146A514D-661A-6548-807A-C37C96C91EC2}" srcOrd="4" destOrd="0" presId="urn:microsoft.com/office/officeart/2008/layout/LinedList"/>
    <dgm:cxn modelId="{4F619846-4498-7E49-8D64-B4CA4998F4ED}" type="presParOf" srcId="{09CAC9FE-7AF3-C449-9B0D-7E21792D78A0}" destId="{94506CDB-DCBD-C441-AC86-81AC289517C2}" srcOrd="5" destOrd="0" presId="urn:microsoft.com/office/officeart/2008/layout/LinedList"/>
    <dgm:cxn modelId="{0EC9D9AE-3FEC-DD4C-B6FF-A5F9EB6BCE18}" type="presParOf" srcId="{94506CDB-DCBD-C441-AC86-81AC289517C2}" destId="{DDC40E20-AA65-244E-9F76-70B2EFCF7762}" srcOrd="0" destOrd="0" presId="urn:microsoft.com/office/officeart/2008/layout/LinedList"/>
    <dgm:cxn modelId="{55137363-A6B2-8442-B5BD-4094E4CF30CB}" type="presParOf" srcId="{94506CDB-DCBD-C441-AC86-81AC289517C2}" destId="{5B32E285-5F8F-3340-98CF-3AB32911AEA5}" srcOrd="1" destOrd="0" presId="urn:microsoft.com/office/officeart/2008/layout/LinedList"/>
    <dgm:cxn modelId="{33B71A7B-6D7F-0941-8F8B-45E8875BFD22}" type="presParOf" srcId="{09CAC9FE-7AF3-C449-9B0D-7E21792D78A0}" destId="{92916D02-6E08-CD4F-8D51-F0B12F4568B1}" srcOrd="6" destOrd="0" presId="urn:microsoft.com/office/officeart/2008/layout/LinedList"/>
    <dgm:cxn modelId="{007D8FD0-9DD2-8642-8A17-8BDCD69642E6}" type="presParOf" srcId="{09CAC9FE-7AF3-C449-9B0D-7E21792D78A0}" destId="{BE2F4DC8-F0B1-E14D-8F20-EC50DE131147}" srcOrd="7" destOrd="0" presId="urn:microsoft.com/office/officeart/2008/layout/LinedList"/>
    <dgm:cxn modelId="{8A4EFBF5-53AD-6B43-9EC1-A68D5D2D1A02}" type="presParOf" srcId="{BE2F4DC8-F0B1-E14D-8F20-EC50DE131147}" destId="{411B325B-2BCE-A347-B2B0-3F422897EE6C}" srcOrd="0" destOrd="0" presId="urn:microsoft.com/office/officeart/2008/layout/LinedList"/>
    <dgm:cxn modelId="{1259696B-89EC-B147-9B08-123CB3B1BE23}" type="presParOf" srcId="{BE2F4DC8-F0B1-E14D-8F20-EC50DE131147}" destId="{25B4D4FE-7E4F-3440-A3B5-CB1CF1381971}" srcOrd="1" destOrd="0" presId="urn:microsoft.com/office/officeart/2008/layout/LinedList"/>
    <dgm:cxn modelId="{0B966CAB-D9E0-BD47-90E0-341E73052B03}" type="presParOf" srcId="{09CAC9FE-7AF3-C449-9B0D-7E21792D78A0}" destId="{42AB5525-B53D-D94F-B836-8EC17BEF85BC}" srcOrd="8" destOrd="0" presId="urn:microsoft.com/office/officeart/2008/layout/LinedList"/>
    <dgm:cxn modelId="{BF8C012B-3E68-F44C-A6D8-EF6E3355D7B9}" type="presParOf" srcId="{09CAC9FE-7AF3-C449-9B0D-7E21792D78A0}" destId="{149B7157-2845-A244-9CE3-D7BD2C9D0DFA}" srcOrd="9" destOrd="0" presId="urn:microsoft.com/office/officeart/2008/layout/LinedList"/>
    <dgm:cxn modelId="{2CF42423-FBA1-7540-9680-D3ED39F807DB}" type="presParOf" srcId="{149B7157-2845-A244-9CE3-D7BD2C9D0DFA}" destId="{D3930862-EE26-6C41-AD7E-F8C5A8222893}" srcOrd="0" destOrd="0" presId="urn:microsoft.com/office/officeart/2008/layout/LinedList"/>
    <dgm:cxn modelId="{78024A13-C9BC-C644-9CBC-1E3C978EA058}" type="presParOf" srcId="{149B7157-2845-A244-9CE3-D7BD2C9D0DFA}" destId="{66FE66EB-58AE-7F48-B664-090CAB36CF4A}" srcOrd="1" destOrd="0" presId="urn:microsoft.com/office/officeart/2008/layout/LinedList"/>
    <dgm:cxn modelId="{EF49BA34-B38C-1F42-B575-439C47B8491A}" type="presParOf" srcId="{09CAC9FE-7AF3-C449-9B0D-7E21792D78A0}" destId="{49FEF376-19E5-4246-9297-C1AB6253D858}" srcOrd="10" destOrd="0" presId="urn:microsoft.com/office/officeart/2008/layout/LinedList"/>
    <dgm:cxn modelId="{605704AB-6966-CE43-94E3-71C8DC5B9B11}" type="presParOf" srcId="{09CAC9FE-7AF3-C449-9B0D-7E21792D78A0}" destId="{0CBB57CC-0A09-9946-A609-A555369864C9}" srcOrd="11" destOrd="0" presId="urn:microsoft.com/office/officeart/2008/layout/LinedList"/>
    <dgm:cxn modelId="{4704A5E7-A87C-8A47-B4AE-98ED67B71E29}" type="presParOf" srcId="{0CBB57CC-0A09-9946-A609-A555369864C9}" destId="{22AC8E4D-097C-CE46-B44B-E827B23C04B5}" srcOrd="0" destOrd="0" presId="urn:microsoft.com/office/officeart/2008/layout/LinedList"/>
    <dgm:cxn modelId="{63A7042E-5FEA-844F-A683-69147DC3135F}" type="presParOf" srcId="{0CBB57CC-0A09-9946-A609-A555369864C9}" destId="{EA05AA7C-5A10-C04C-8219-2D631296991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039FFF-8871-4049-B288-518EFE30244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51AA599-1F6A-49CB-A20D-3244D88F2280}">
      <dgm:prSet custT="1"/>
      <dgm:spPr/>
      <dgm:t>
        <a:bodyPr/>
        <a:lstStyle/>
        <a:p>
          <a:r>
            <a:rPr lang="en-US" sz="2400" dirty="0">
              <a:hlinkClick xmlns:r="http://schemas.openxmlformats.org/officeDocument/2006/relationships" r:id="rId1"/>
            </a:rPr>
            <a:t>https://towardsdatascience.com/</a:t>
          </a:r>
          <a:endParaRPr lang="en-US" sz="2400" dirty="0"/>
        </a:p>
      </dgm:t>
    </dgm:pt>
    <dgm:pt modelId="{76327306-ED35-4201-8F98-BB081899A255}" type="parTrans" cxnId="{37CF9A49-A4C4-4865-9189-6544F2B12F9C}">
      <dgm:prSet/>
      <dgm:spPr/>
      <dgm:t>
        <a:bodyPr/>
        <a:lstStyle/>
        <a:p>
          <a:endParaRPr lang="en-US"/>
        </a:p>
      </dgm:t>
    </dgm:pt>
    <dgm:pt modelId="{ABADE162-0180-4F53-8BDF-4EA892F624CE}" type="sibTrans" cxnId="{37CF9A49-A4C4-4865-9189-6544F2B12F9C}">
      <dgm:prSet/>
      <dgm:spPr/>
      <dgm:t>
        <a:bodyPr/>
        <a:lstStyle/>
        <a:p>
          <a:endParaRPr lang="en-US"/>
        </a:p>
      </dgm:t>
    </dgm:pt>
    <dgm:pt modelId="{E51E6130-B17A-4CC5-906C-3037FDA73EF7}">
      <dgm:prSet custT="1"/>
      <dgm:spPr/>
      <dgm:t>
        <a:bodyPr/>
        <a:lstStyle/>
        <a:p>
          <a:r>
            <a:rPr lang="en-US" sz="2400" dirty="0">
              <a:hlinkClick xmlns:r="http://schemas.openxmlformats.org/officeDocument/2006/relationships" r:id="rId2"/>
            </a:rPr>
            <a:t>https://www.datasciencecentral.com/</a:t>
          </a:r>
          <a:endParaRPr lang="en-US" sz="2400" dirty="0"/>
        </a:p>
      </dgm:t>
    </dgm:pt>
    <dgm:pt modelId="{53934E3A-1AD7-41D6-AD90-F175F8E533A0}" type="parTrans" cxnId="{F4BACBE4-E931-4161-9853-78068C9AEE86}">
      <dgm:prSet/>
      <dgm:spPr/>
      <dgm:t>
        <a:bodyPr/>
        <a:lstStyle/>
        <a:p>
          <a:endParaRPr lang="en-US"/>
        </a:p>
      </dgm:t>
    </dgm:pt>
    <dgm:pt modelId="{8C08E90F-A8D2-4C90-9C6F-36662DF54406}" type="sibTrans" cxnId="{F4BACBE4-E931-4161-9853-78068C9AEE86}">
      <dgm:prSet/>
      <dgm:spPr/>
      <dgm:t>
        <a:bodyPr/>
        <a:lstStyle/>
        <a:p>
          <a:endParaRPr lang="en-US"/>
        </a:p>
      </dgm:t>
    </dgm:pt>
    <dgm:pt modelId="{9DF0F856-7D7D-47DD-87C0-494A0E2BB852}">
      <dgm:prSet custT="1"/>
      <dgm:spPr/>
      <dgm:t>
        <a:bodyPr/>
        <a:lstStyle/>
        <a:p>
          <a:r>
            <a:rPr lang="en-US" sz="2400" dirty="0">
              <a:hlinkClick xmlns:r="http://schemas.openxmlformats.org/officeDocument/2006/relationships" r:id="rId3"/>
            </a:rPr>
            <a:t>https://www.kdnuggets.com/</a:t>
          </a:r>
          <a:endParaRPr lang="en-US" sz="2400" dirty="0"/>
        </a:p>
      </dgm:t>
    </dgm:pt>
    <dgm:pt modelId="{680A03E7-DE5E-49F8-87D0-92FDE1F05BC0}" type="parTrans" cxnId="{B253F950-7B9D-4CCE-9EEC-2925F1343267}">
      <dgm:prSet/>
      <dgm:spPr/>
      <dgm:t>
        <a:bodyPr/>
        <a:lstStyle/>
        <a:p>
          <a:endParaRPr lang="en-US"/>
        </a:p>
      </dgm:t>
    </dgm:pt>
    <dgm:pt modelId="{933CCBBC-0AAC-4E3B-9B68-1C2DC88C6893}" type="sibTrans" cxnId="{B253F950-7B9D-4CCE-9EEC-2925F1343267}">
      <dgm:prSet/>
      <dgm:spPr/>
      <dgm:t>
        <a:bodyPr/>
        <a:lstStyle/>
        <a:p>
          <a:endParaRPr lang="en-US"/>
        </a:p>
      </dgm:t>
    </dgm:pt>
    <dgm:pt modelId="{477ADB0C-B3B7-4AF5-9131-0CC6357522C9}">
      <dgm:prSet custT="1"/>
      <dgm:spPr/>
      <dgm:t>
        <a:bodyPr/>
        <a:lstStyle/>
        <a:p>
          <a:r>
            <a:rPr lang="en-US" sz="2400" dirty="0">
              <a:hlinkClick xmlns:r="http://schemas.openxmlformats.org/officeDocument/2006/relationships" r:id="rId4"/>
            </a:rPr>
            <a:t>https://www.kaggle.com/</a:t>
          </a:r>
          <a:endParaRPr lang="en-US" sz="2400" dirty="0"/>
        </a:p>
      </dgm:t>
    </dgm:pt>
    <dgm:pt modelId="{50FE4E93-0DA7-4670-975F-9B767FFC89B0}" type="sibTrans" cxnId="{4ED83E38-3B6B-4935-A11B-D94240EB9059}">
      <dgm:prSet/>
      <dgm:spPr/>
      <dgm:t>
        <a:bodyPr/>
        <a:lstStyle/>
        <a:p>
          <a:endParaRPr lang="en-US"/>
        </a:p>
      </dgm:t>
    </dgm:pt>
    <dgm:pt modelId="{55938C51-17FF-4E73-9116-78A5B90EAA7D}" type="parTrans" cxnId="{4ED83E38-3B6B-4935-A11B-D94240EB9059}">
      <dgm:prSet/>
      <dgm:spPr/>
      <dgm:t>
        <a:bodyPr/>
        <a:lstStyle/>
        <a:p>
          <a:endParaRPr lang="en-US"/>
        </a:p>
      </dgm:t>
    </dgm:pt>
    <dgm:pt modelId="{962CB158-3C54-AE4D-BBCE-4C5E801E27E4}" type="pres">
      <dgm:prSet presAssocID="{E8039FFF-8871-4049-B288-518EFE302442}" presName="vert0" presStyleCnt="0">
        <dgm:presLayoutVars>
          <dgm:dir/>
          <dgm:animOne val="branch"/>
          <dgm:animLvl val="lvl"/>
        </dgm:presLayoutVars>
      </dgm:prSet>
      <dgm:spPr/>
    </dgm:pt>
    <dgm:pt modelId="{ACC8387A-D37E-1E40-9916-DF9467A69C99}" type="pres">
      <dgm:prSet presAssocID="{477ADB0C-B3B7-4AF5-9131-0CC6357522C9}" presName="thickLine" presStyleLbl="alignNode1" presStyleIdx="0" presStyleCnt="4"/>
      <dgm:spPr/>
    </dgm:pt>
    <dgm:pt modelId="{EA1E36D7-4DC7-1D4B-82B6-CF840EAB0A11}" type="pres">
      <dgm:prSet presAssocID="{477ADB0C-B3B7-4AF5-9131-0CC6357522C9}" presName="horz1" presStyleCnt="0"/>
      <dgm:spPr/>
    </dgm:pt>
    <dgm:pt modelId="{29FE14F0-F30A-9E42-AEE8-815A17F08625}" type="pres">
      <dgm:prSet presAssocID="{477ADB0C-B3B7-4AF5-9131-0CC6357522C9}" presName="tx1" presStyleLbl="revTx" presStyleIdx="0" presStyleCnt="4"/>
      <dgm:spPr/>
    </dgm:pt>
    <dgm:pt modelId="{3BA3663C-266B-1E4F-8A4C-78F035B7F46F}" type="pres">
      <dgm:prSet presAssocID="{477ADB0C-B3B7-4AF5-9131-0CC6357522C9}" presName="vert1" presStyleCnt="0"/>
      <dgm:spPr/>
    </dgm:pt>
    <dgm:pt modelId="{AB2CF515-B1B8-3945-A4FE-0BF8465A95A0}" type="pres">
      <dgm:prSet presAssocID="{351AA599-1F6A-49CB-A20D-3244D88F2280}" presName="thickLine" presStyleLbl="alignNode1" presStyleIdx="1" presStyleCnt="4"/>
      <dgm:spPr/>
    </dgm:pt>
    <dgm:pt modelId="{11AFAD1A-3B3C-C449-9E15-B34BCBB22008}" type="pres">
      <dgm:prSet presAssocID="{351AA599-1F6A-49CB-A20D-3244D88F2280}" presName="horz1" presStyleCnt="0"/>
      <dgm:spPr/>
    </dgm:pt>
    <dgm:pt modelId="{10D3CD9D-476F-934E-B606-7D7632E681C2}" type="pres">
      <dgm:prSet presAssocID="{351AA599-1F6A-49CB-A20D-3244D88F2280}" presName="tx1" presStyleLbl="revTx" presStyleIdx="1" presStyleCnt="4"/>
      <dgm:spPr/>
    </dgm:pt>
    <dgm:pt modelId="{1B0B72C2-2527-294A-BB65-F55007A00A09}" type="pres">
      <dgm:prSet presAssocID="{351AA599-1F6A-49CB-A20D-3244D88F2280}" presName="vert1" presStyleCnt="0"/>
      <dgm:spPr/>
    </dgm:pt>
    <dgm:pt modelId="{F73360D2-7C5A-3043-BE3B-B756E6450F01}" type="pres">
      <dgm:prSet presAssocID="{E51E6130-B17A-4CC5-906C-3037FDA73EF7}" presName="thickLine" presStyleLbl="alignNode1" presStyleIdx="2" presStyleCnt="4"/>
      <dgm:spPr/>
    </dgm:pt>
    <dgm:pt modelId="{DADB3AB6-840D-5544-AACB-B477C1E10A0D}" type="pres">
      <dgm:prSet presAssocID="{E51E6130-B17A-4CC5-906C-3037FDA73EF7}" presName="horz1" presStyleCnt="0"/>
      <dgm:spPr/>
    </dgm:pt>
    <dgm:pt modelId="{0C94E009-C705-0348-9309-CB5FCD8A2129}" type="pres">
      <dgm:prSet presAssocID="{E51E6130-B17A-4CC5-906C-3037FDA73EF7}" presName="tx1" presStyleLbl="revTx" presStyleIdx="2" presStyleCnt="4"/>
      <dgm:spPr/>
    </dgm:pt>
    <dgm:pt modelId="{3E426AB6-B899-5649-8A4E-BFF48DE612A9}" type="pres">
      <dgm:prSet presAssocID="{E51E6130-B17A-4CC5-906C-3037FDA73EF7}" presName="vert1" presStyleCnt="0"/>
      <dgm:spPr/>
    </dgm:pt>
    <dgm:pt modelId="{F9435ACC-6BB9-7840-AB1E-E971225A5D4B}" type="pres">
      <dgm:prSet presAssocID="{9DF0F856-7D7D-47DD-87C0-494A0E2BB852}" presName="thickLine" presStyleLbl="alignNode1" presStyleIdx="3" presStyleCnt="4"/>
      <dgm:spPr/>
    </dgm:pt>
    <dgm:pt modelId="{8530F637-4967-6947-A1DA-0123E30F1851}" type="pres">
      <dgm:prSet presAssocID="{9DF0F856-7D7D-47DD-87C0-494A0E2BB852}" presName="horz1" presStyleCnt="0"/>
      <dgm:spPr/>
    </dgm:pt>
    <dgm:pt modelId="{5B185DDB-2262-2045-B427-18B3341274C2}" type="pres">
      <dgm:prSet presAssocID="{9DF0F856-7D7D-47DD-87C0-494A0E2BB852}" presName="tx1" presStyleLbl="revTx" presStyleIdx="3" presStyleCnt="4"/>
      <dgm:spPr/>
    </dgm:pt>
    <dgm:pt modelId="{D041E473-08D3-174F-B04F-6DB60D18AC7E}" type="pres">
      <dgm:prSet presAssocID="{9DF0F856-7D7D-47DD-87C0-494A0E2BB852}" presName="vert1" presStyleCnt="0"/>
      <dgm:spPr/>
    </dgm:pt>
  </dgm:ptLst>
  <dgm:cxnLst>
    <dgm:cxn modelId="{DB31CA0C-EF09-B143-A795-0943B2EF32A6}" type="presOf" srcId="{477ADB0C-B3B7-4AF5-9131-0CC6357522C9}" destId="{29FE14F0-F30A-9E42-AEE8-815A17F08625}" srcOrd="0" destOrd="0" presId="urn:microsoft.com/office/officeart/2008/layout/LinedList"/>
    <dgm:cxn modelId="{5FAE9D30-FCD1-8A4B-9544-7B8B99C412E1}" type="presOf" srcId="{E8039FFF-8871-4049-B288-518EFE302442}" destId="{962CB158-3C54-AE4D-BBCE-4C5E801E27E4}" srcOrd="0" destOrd="0" presId="urn:microsoft.com/office/officeart/2008/layout/LinedList"/>
    <dgm:cxn modelId="{4ED83E38-3B6B-4935-A11B-D94240EB9059}" srcId="{E8039FFF-8871-4049-B288-518EFE302442}" destId="{477ADB0C-B3B7-4AF5-9131-0CC6357522C9}" srcOrd="0" destOrd="0" parTransId="{55938C51-17FF-4E73-9116-78A5B90EAA7D}" sibTransId="{50FE4E93-0DA7-4670-975F-9B767FFC89B0}"/>
    <dgm:cxn modelId="{259B705B-9FEC-7F43-98EE-349C744A4F8E}" type="presOf" srcId="{9DF0F856-7D7D-47DD-87C0-494A0E2BB852}" destId="{5B185DDB-2262-2045-B427-18B3341274C2}" srcOrd="0" destOrd="0" presId="urn:microsoft.com/office/officeart/2008/layout/LinedList"/>
    <dgm:cxn modelId="{CBB77C64-493C-964D-8B28-1B263D62F255}" type="presOf" srcId="{E51E6130-B17A-4CC5-906C-3037FDA73EF7}" destId="{0C94E009-C705-0348-9309-CB5FCD8A2129}" srcOrd="0" destOrd="0" presId="urn:microsoft.com/office/officeart/2008/layout/LinedList"/>
    <dgm:cxn modelId="{37CF9A49-A4C4-4865-9189-6544F2B12F9C}" srcId="{E8039FFF-8871-4049-B288-518EFE302442}" destId="{351AA599-1F6A-49CB-A20D-3244D88F2280}" srcOrd="1" destOrd="0" parTransId="{76327306-ED35-4201-8F98-BB081899A255}" sibTransId="{ABADE162-0180-4F53-8BDF-4EA892F624CE}"/>
    <dgm:cxn modelId="{EC55F96C-5225-B645-BD8D-ECE56273C3F2}" type="presOf" srcId="{351AA599-1F6A-49CB-A20D-3244D88F2280}" destId="{10D3CD9D-476F-934E-B606-7D7632E681C2}" srcOrd="0" destOrd="0" presId="urn:microsoft.com/office/officeart/2008/layout/LinedList"/>
    <dgm:cxn modelId="{B253F950-7B9D-4CCE-9EEC-2925F1343267}" srcId="{E8039FFF-8871-4049-B288-518EFE302442}" destId="{9DF0F856-7D7D-47DD-87C0-494A0E2BB852}" srcOrd="3" destOrd="0" parTransId="{680A03E7-DE5E-49F8-87D0-92FDE1F05BC0}" sibTransId="{933CCBBC-0AAC-4E3B-9B68-1C2DC88C6893}"/>
    <dgm:cxn modelId="{F4BACBE4-E931-4161-9853-78068C9AEE86}" srcId="{E8039FFF-8871-4049-B288-518EFE302442}" destId="{E51E6130-B17A-4CC5-906C-3037FDA73EF7}" srcOrd="2" destOrd="0" parTransId="{53934E3A-1AD7-41D6-AD90-F175F8E533A0}" sibTransId="{8C08E90F-A8D2-4C90-9C6F-36662DF54406}"/>
    <dgm:cxn modelId="{FB908F24-709A-A647-8BD9-B69ED152831D}" type="presParOf" srcId="{962CB158-3C54-AE4D-BBCE-4C5E801E27E4}" destId="{ACC8387A-D37E-1E40-9916-DF9467A69C99}" srcOrd="0" destOrd="0" presId="urn:microsoft.com/office/officeart/2008/layout/LinedList"/>
    <dgm:cxn modelId="{7808377A-B7D3-614E-972B-D41750A9BE12}" type="presParOf" srcId="{962CB158-3C54-AE4D-BBCE-4C5E801E27E4}" destId="{EA1E36D7-4DC7-1D4B-82B6-CF840EAB0A11}" srcOrd="1" destOrd="0" presId="urn:microsoft.com/office/officeart/2008/layout/LinedList"/>
    <dgm:cxn modelId="{7C6A322B-C553-BB4E-9742-FF4095AAEAC3}" type="presParOf" srcId="{EA1E36D7-4DC7-1D4B-82B6-CF840EAB0A11}" destId="{29FE14F0-F30A-9E42-AEE8-815A17F08625}" srcOrd="0" destOrd="0" presId="urn:microsoft.com/office/officeart/2008/layout/LinedList"/>
    <dgm:cxn modelId="{3E28C2C1-5479-F24E-BC03-34EA10091B6E}" type="presParOf" srcId="{EA1E36D7-4DC7-1D4B-82B6-CF840EAB0A11}" destId="{3BA3663C-266B-1E4F-8A4C-78F035B7F46F}" srcOrd="1" destOrd="0" presId="urn:microsoft.com/office/officeart/2008/layout/LinedList"/>
    <dgm:cxn modelId="{E13F5889-20BE-4D49-8F28-BAD95D942C8B}" type="presParOf" srcId="{962CB158-3C54-AE4D-BBCE-4C5E801E27E4}" destId="{AB2CF515-B1B8-3945-A4FE-0BF8465A95A0}" srcOrd="2" destOrd="0" presId="urn:microsoft.com/office/officeart/2008/layout/LinedList"/>
    <dgm:cxn modelId="{581532FC-93BE-354F-B867-80ABD117D7EF}" type="presParOf" srcId="{962CB158-3C54-AE4D-BBCE-4C5E801E27E4}" destId="{11AFAD1A-3B3C-C449-9E15-B34BCBB22008}" srcOrd="3" destOrd="0" presId="urn:microsoft.com/office/officeart/2008/layout/LinedList"/>
    <dgm:cxn modelId="{53468E78-2493-1840-BF0D-4A536CB33EAD}" type="presParOf" srcId="{11AFAD1A-3B3C-C449-9E15-B34BCBB22008}" destId="{10D3CD9D-476F-934E-B606-7D7632E681C2}" srcOrd="0" destOrd="0" presId="urn:microsoft.com/office/officeart/2008/layout/LinedList"/>
    <dgm:cxn modelId="{B886F4C7-0F57-1440-B7A2-A7F56B07B772}" type="presParOf" srcId="{11AFAD1A-3B3C-C449-9E15-B34BCBB22008}" destId="{1B0B72C2-2527-294A-BB65-F55007A00A09}" srcOrd="1" destOrd="0" presId="urn:microsoft.com/office/officeart/2008/layout/LinedList"/>
    <dgm:cxn modelId="{22656697-C717-1E4E-B79E-F7804B4828F4}" type="presParOf" srcId="{962CB158-3C54-AE4D-BBCE-4C5E801E27E4}" destId="{F73360D2-7C5A-3043-BE3B-B756E6450F01}" srcOrd="4" destOrd="0" presId="urn:microsoft.com/office/officeart/2008/layout/LinedList"/>
    <dgm:cxn modelId="{1C82AD5B-9637-B542-8F9F-4EF324CAE71E}" type="presParOf" srcId="{962CB158-3C54-AE4D-BBCE-4C5E801E27E4}" destId="{DADB3AB6-840D-5544-AACB-B477C1E10A0D}" srcOrd="5" destOrd="0" presId="urn:microsoft.com/office/officeart/2008/layout/LinedList"/>
    <dgm:cxn modelId="{2F489AF0-AC66-2A45-A7D1-A971FCA7B994}" type="presParOf" srcId="{DADB3AB6-840D-5544-AACB-B477C1E10A0D}" destId="{0C94E009-C705-0348-9309-CB5FCD8A2129}" srcOrd="0" destOrd="0" presId="urn:microsoft.com/office/officeart/2008/layout/LinedList"/>
    <dgm:cxn modelId="{2C843A89-7331-7049-ACB7-75F18FA8FF4D}" type="presParOf" srcId="{DADB3AB6-840D-5544-AACB-B477C1E10A0D}" destId="{3E426AB6-B899-5649-8A4E-BFF48DE612A9}" srcOrd="1" destOrd="0" presId="urn:microsoft.com/office/officeart/2008/layout/LinedList"/>
    <dgm:cxn modelId="{A6EB5776-0701-FC40-A136-4228CE466839}" type="presParOf" srcId="{962CB158-3C54-AE4D-BBCE-4C5E801E27E4}" destId="{F9435ACC-6BB9-7840-AB1E-E971225A5D4B}" srcOrd="6" destOrd="0" presId="urn:microsoft.com/office/officeart/2008/layout/LinedList"/>
    <dgm:cxn modelId="{632237AB-45D4-4243-AB47-25BABE7431F5}" type="presParOf" srcId="{962CB158-3C54-AE4D-BBCE-4C5E801E27E4}" destId="{8530F637-4967-6947-A1DA-0123E30F1851}" srcOrd="7" destOrd="0" presId="urn:microsoft.com/office/officeart/2008/layout/LinedList"/>
    <dgm:cxn modelId="{CC0CBE3C-D500-6C47-AB00-6D6201171D0F}" type="presParOf" srcId="{8530F637-4967-6947-A1DA-0123E30F1851}" destId="{5B185DDB-2262-2045-B427-18B3341274C2}" srcOrd="0" destOrd="0" presId="urn:microsoft.com/office/officeart/2008/layout/LinedList"/>
    <dgm:cxn modelId="{E2056802-23AC-1B4E-9C16-06ED992A69D0}" type="presParOf" srcId="{8530F637-4967-6947-A1DA-0123E30F1851}" destId="{D041E473-08D3-174F-B04F-6DB60D18AC7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7B6D8-6C2B-294D-B02A-4C2772715C3F}">
      <dsp:nvSpPr>
        <dsp:cNvPr id="0" name=""/>
        <dsp:cNvSpPr/>
      </dsp:nvSpPr>
      <dsp:spPr>
        <a:xfrm>
          <a:off x="10255" y="77236"/>
          <a:ext cx="2759027" cy="8277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024" tIns="218024" rIns="218024" bIns="218024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Cambria" panose="02040503050406030204" pitchFamily="18" charset="0"/>
            </a:rPr>
            <a:t>1. Introduce</a:t>
          </a:r>
        </a:p>
      </dsp:txBody>
      <dsp:txXfrm>
        <a:off x="10255" y="77236"/>
        <a:ext cx="2759027" cy="827708"/>
      </dsp:txXfrm>
    </dsp:sp>
    <dsp:sp modelId="{5A5ED73C-E4DB-D04F-A48F-F78B96ECA737}">
      <dsp:nvSpPr>
        <dsp:cNvPr id="0" name=""/>
        <dsp:cNvSpPr/>
      </dsp:nvSpPr>
      <dsp:spPr>
        <a:xfrm>
          <a:off x="10255" y="904944"/>
          <a:ext cx="2759027" cy="243190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531" tIns="272531" rIns="272531" bIns="27253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mbria" panose="02040503050406030204" pitchFamily="18" charset="0"/>
            </a:rPr>
            <a:t>The tutor will introduce the students to the workshop and </a:t>
          </a:r>
          <a:r>
            <a:rPr lang="en-US" sz="2000" kern="1200" dirty="0">
              <a:highlight>
                <a:srgbClr val="FFFF00"/>
              </a:highlight>
              <a:latin typeface="Cambria" panose="02040503050406030204" pitchFamily="18" charset="0"/>
            </a:rPr>
            <a:t>recap</a:t>
          </a:r>
          <a:r>
            <a:rPr lang="en-US" sz="2000" kern="1200" dirty="0">
              <a:latin typeface="Cambria" panose="02040503050406030204" pitchFamily="18" charset="0"/>
            </a:rPr>
            <a:t> on the contents of the previous week. </a:t>
          </a:r>
        </a:p>
      </dsp:txBody>
      <dsp:txXfrm>
        <a:off x="10255" y="904944"/>
        <a:ext cx="2759027" cy="2431909"/>
      </dsp:txXfrm>
    </dsp:sp>
    <dsp:sp modelId="{73EE8CCD-4847-A143-8E06-B77658231A7C}">
      <dsp:nvSpPr>
        <dsp:cNvPr id="0" name=""/>
        <dsp:cNvSpPr/>
      </dsp:nvSpPr>
      <dsp:spPr>
        <a:xfrm>
          <a:off x="2877177" y="77236"/>
          <a:ext cx="2759027" cy="8277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024" tIns="218024" rIns="218024" bIns="218024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Cambria" panose="02040503050406030204" pitchFamily="18" charset="0"/>
            </a:rPr>
            <a:t>2. Work on</a:t>
          </a:r>
        </a:p>
      </dsp:txBody>
      <dsp:txXfrm>
        <a:off x="2877177" y="77236"/>
        <a:ext cx="2759027" cy="827708"/>
      </dsp:txXfrm>
    </dsp:sp>
    <dsp:sp modelId="{11D0FFC3-F7B6-294B-A75E-B3B3177C2B80}">
      <dsp:nvSpPr>
        <dsp:cNvPr id="0" name=""/>
        <dsp:cNvSpPr/>
      </dsp:nvSpPr>
      <dsp:spPr>
        <a:xfrm>
          <a:off x="2877177" y="904944"/>
          <a:ext cx="2759027" cy="243190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531" tIns="272531" rIns="272531" bIns="27253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mbria" panose="02040503050406030204" pitchFamily="18" charset="0"/>
            </a:rPr>
            <a:t>The students will work on the activities/tasks while the tutor </a:t>
          </a:r>
          <a:r>
            <a:rPr lang="en-US" sz="2000" kern="1200" dirty="0">
              <a:highlight>
                <a:srgbClr val="FFFF00"/>
              </a:highlight>
              <a:latin typeface="Cambria" panose="02040503050406030204" pitchFamily="18" charset="0"/>
            </a:rPr>
            <a:t>oversees</a:t>
          </a:r>
          <a:r>
            <a:rPr lang="en-US" sz="2000" kern="1200" dirty="0">
              <a:latin typeface="Cambria" panose="02040503050406030204" pitchFamily="18" charset="0"/>
            </a:rPr>
            <a:t> them and answers their questions.</a:t>
          </a:r>
        </a:p>
      </dsp:txBody>
      <dsp:txXfrm>
        <a:off x="2877177" y="904944"/>
        <a:ext cx="2759027" cy="2431909"/>
      </dsp:txXfrm>
    </dsp:sp>
    <dsp:sp modelId="{4796B19B-B76D-3B4C-853C-18A13BBB48C0}">
      <dsp:nvSpPr>
        <dsp:cNvPr id="0" name=""/>
        <dsp:cNvSpPr/>
      </dsp:nvSpPr>
      <dsp:spPr>
        <a:xfrm>
          <a:off x="5744099" y="77236"/>
          <a:ext cx="2759027" cy="82770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024" tIns="218024" rIns="218024" bIns="218024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Cambria" panose="02040503050406030204" pitchFamily="18" charset="0"/>
            </a:rPr>
            <a:t>3. Explain</a:t>
          </a:r>
        </a:p>
      </dsp:txBody>
      <dsp:txXfrm>
        <a:off x="5744099" y="77236"/>
        <a:ext cx="2759027" cy="827708"/>
      </dsp:txXfrm>
    </dsp:sp>
    <dsp:sp modelId="{F9CDFF1F-370B-5042-B06F-43B73198E7EF}">
      <dsp:nvSpPr>
        <dsp:cNvPr id="0" name=""/>
        <dsp:cNvSpPr/>
      </dsp:nvSpPr>
      <dsp:spPr>
        <a:xfrm>
          <a:off x="5744099" y="904944"/>
          <a:ext cx="2759027" cy="243190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531" tIns="272531" rIns="272531" bIns="27253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mbria" panose="02040503050406030204" pitchFamily="18" charset="0"/>
            </a:rPr>
            <a:t>The tutor will provide more </a:t>
          </a:r>
          <a:r>
            <a:rPr lang="en-US" sz="2000" kern="1200" dirty="0">
              <a:highlight>
                <a:srgbClr val="FFFF00"/>
              </a:highlight>
              <a:latin typeface="Cambria" panose="02040503050406030204" pitchFamily="18" charset="0"/>
            </a:rPr>
            <a:t>guidance</a:t>
          </a:r>
          <a:r>
            <a:rPr lang="en-US" sz="2000" kern="1200" dirty="0">
              <a:latin typeface="Cambria" panose="02040503050406030204" pitchFamily="18" charset="0"/>
            </a:rPr>
            <a:t> or walk the students through the solutions when appropriate. </a:t>
          </a:r>
        </a:p>
      </dsp:txBody>
      <dsp:txXfrm>
        <a:off x="5744099" y="904944"/>
        <a:ext cx="2759027" cy="2431909"/>
      </dsp:txXfrm>
    </dsp:sp>
    <dsp:sp modelId="{2A005CE9-1D20-B04E-B614-A447759AEEF1}">
      <dsp:nvSpPr>
        <dsp:cNvPr id="0" name=""/>
        <dsp:cNvSpPr/>
      </dsp:nvSpPr>
      <dsp:spPr>
        <a:xfrm>
          <a:off x="8611020" y="77236"/>
          <a:ext cx="2759027" cy="8277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024" tIns="218024" rIns="218024" bIns="218024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Cambria" panose="02040503050406030204" pitchFamily="18" charset="0"/>
            </a:rPr>
            <a:t>4. Continue</a:t>
          </a:r>
        </a:p>
      </dsp:txBody>
      <dsp:txXfrm>
        <a:off x="8611020" y="77236"/>
        <a:ext cx="2759027" cy="827708"/>
      </dsp:txXfrm>
    </dsp:sp>
    <dsp:sp modelId="{8A4B2936-7C51-5D41-8C83-91FBF9A15604}">
      <dsp:nvSpPr>
        <dsp:cNvPr id="0" name=""/>
        <dsp:cNvSpPr/>
      </dsp:nvSpPr>
      <dsp:spPr>
        <a:xfrm>
          <a:off x="8611020" y="904944"/>
          <a:ext cx="2759027" cy="243190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531" tIns="272531" rIns="272531" bIns="27253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mbria" panose="02040503050406030204" pitchFamily="18" charset="0"/>
            </a:rPr>
            <a:t>The students will </a:t>
          </a:r>
          <a:r>
            <a:rPr lang="en-US" sz="2000" kern="1200" dirty="0">
              <a:highlight>
                <a:srgbClr val="FFFF00"/>
              </a:highlight>
              <a:latin typeface="Cambria" panose="02040503050406030204" pitchFamily="18" charset="0"/>
            </a:rPr>
            <a:t>continue to work </a:t>
          </a:r>
          <a:r>
            <a:rPr lang="en-US" sz="2000" kern="1200" dirty="0">
              <a:latin typeface="Cambria" panose="02040503050406030204" pitchFamily="18" charset="0"/>
            </a:rPr>
            <a:t>on the activities/tasks while the tutor </a:t>
          </a:r>
          <a:r>
            <a:rPr lang="en-US" sz="2000" kern="1200" dirty="0">
              <a:highlight>
                <a:srgbClr val="FFFF00"/>
              </a:highlight>
              <a:latin typeface="Cambria" panose="02040503050406030204" pitchFamily="18" charset="0"/>
            </a:rPr>
            <a:t>oversees</a:t>
          </a:r>
          <a:r>
            <a:rPr lang="en-US" sz="2000" kern="1200" dirty="0">
              <a:latin typeface="Cambria" panose="02040503050406030204" pitchFamily="18" charset="0"/>
            </a:rPr>
            <a:t> them and answers their questions.</a:t>
          </a:r>
        </a:p>
      </dsp:txBody>
      <dsp:txXfrm>
        <a:off x="8611020" y="904944"/>
        <a:ext cx="2759027" cy="24319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C3846A-FBC5-6442-8078-5E63850A756B}">
      <dsp:nvSpPr>
        <dsp:cNvPr id="0" name=""/>
        <dsp:cNvSpPr/>
      </dsp:nvSpPr>
      <dsp:spPr>
        <a:xfrm>
          <a:off x="0" y="0"/>
          <a:ext cx="103086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547BDA-1C68-8D49-9222-005240AE913B}">
      <dsp:nvSpPr>
        <dsp:cNvPr id="0" name=""/>
        <dsp:cNvSpPr/>
      </dsp:nvSpPr>
      <dsp:spPr>
        <a:xfrm>
          <a:off x="0" y="0"/>
          <a:ext cx="10308634" cy="813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HelpHub</a:t>
          </a:r>
          <a:r>
            <a:rPr lang="en-US" sz="2600" kern="1200" dirty="0"/>
            <a:t> sessions can be accessed from the </a:t>
          </a:r>
          <a:r>
            <a:rPr lang="en-US" sz="2600" kern="1200" dirty="0" err="1"/>
            <a:t>CloudDeakin</a:t>
          </a:r>
          <a:r>
            <a:rPr lang="en-US" sz="2600" kern="1200" dirty="0"/>
            <a:t> site. </a:t>
          </a:r>
        </a:p>
      </dsp:txBody>
      <dsp:txXfrm>
        <a:off x="0" y="0"/>
        <a:ext cx="10308634" cy="813174"/>
      </dsp:txXfrm>
    </dsp:sp>
    <dsp:sp modelId="{16AC38B6-9F4A-A14C-9AE3-BCFA45F8A128}">
      <dsp:nvSpPr>
        <dsp:cNvPr id="0" name=""/>
        <dsp:cNvSpPr/>
      </dsp:nvSpPr>
      <dsp:spPr>
        <a:xfrm>
          <a:off x="0" y="813174"/>
          <a:ext cx="103086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80C08-5D21-214F-A546-5C6AFEA2E010}">
      <dsp:nvSpPr>
        <dsp:cNvPr id="0" name=""/>
        <dsp:cNvSpPr/>
      </dsp:nvSpPr>
      <dsp:spPr>
        <a:xfrm>
          <a:off x="0" y="813174"/>
          <a:ext cx="10308634" cy="813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You can ask programming questions and get support on the tasks.</a:t>
          </a:r>
        </a:p>
      </dsp:txBody>
      <dsp:txXfrm>
        <a:off x="0" y="813174"/>
        <a:ext cx="10308634" cy="813174"/>
      </dsp:txXfrm>
    </dsp:sp>
    <dsp:sp modelId="{5C1DB8B5-C1D8-7C43-A17C-3E72C5E3BCDA}">
      <dsp:nvSpPr>
        <dsp:cNvPr id="0" name=""/>
        <dsp:cNvSpPr/>
      </dsp:nvSpPr>
      <dsp:spPr>
        <a:xfrm>
          <a:off x="0" y="1626349"/>
          <a:ext cx="103086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3DD48-209B-D74B-A4A7-5352A13535EB}">
      <dsp:nvSpPr>
        <dsp:cNvPr id="0" name=""/>
        <dsp:cNvSpPr/>
      </dsp:nvSpPr>
      <dsp:spPr>
        <a:xfrm>
          <a:off x="0" y="1626349"/>
          <a:ext cx="10308634" cy="813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You can </a:t>
          </a:r>
          <a:r>
            <a:rPr lang="en-US" sz="2600" kern="1200" dirty="0">
              <a:highlight>
                <a:srgbClr val="FFFF00"/>
              </a:highlight>
            </a:rPr>
            <a:t>attend multiple </a:t>
          </a:r>
          <a:r>
            <a:rPr lang="en-US" sz="2600" kern="1200" dirty="0" err="1">
              <a:highlight>
                <a:srgbClr val="FFFF00"/>
              </a:highlight>
            </a:rPr>
            <a:t>HelpHub</a:t>
          </a:r>
          <a:r>
            <a:rPr lang="en-US" sz="2600" kern="1200" dirty="0">
              <a:highlight>
                <a:srgbClr val="FFFF00"/>
              </a:highlight>
            </a:rPr>
            <a:t> sessions </a:t>
          </a:r>
          <a:r>
            <a:rPr lang="en-US" sz="2600" kern="1200" dirty="0"/>
            <a:t>if you need help. </a:t>
          </a:r>
        </a:p>
      </dsp:txBody>
      <dsp:txXfrm>
        <a:off x="0" y="1626349"/>
        <a:ext cx="10308634" cy="813174"/>
      </dsp:txXfrm>
    </dsp:sp>
    <dsp:sp modelId="{82724C43-ED21-3040-93CC-B72F629A5AFA}">
      <dsp:nvSpPr>
        <dsp:cNvPr id="0" name=""/>
        <dsp:cNvSpPr/>
      </dsp:nvSpPr>
      <dsp:spPr>
        <a:xfrm>
          <a:off x="0" y="2439523"/>
          <a:ext cx="103086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095E7A-D6DD-7043-84DA-4F8E4115A071}">
      <dsp:nvSpPr>
        <dsp:cNvPr id="0" name=""/>
        <dsp:cNvSpPr/>
      </dsp:nvSpPr>
      <dsp:spPr>
        <a:xfrm>
          <a:off x="0" y="2439523"/>
          <a:ext cx="10308634" cy="813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Please do </a:t>
          </a:r>
          <a:r>
            <a:rPr lang="en-US" sz="2600" kern="1200" dirty="0">
              <a:highlight>
                <a:srgbClr val="FFFF00"/>
              </a:highlight>
            </a:rPr>
            <a:t>not </a:t>
          </a:r>
          <a:r>
            <a:rPr lang="en-US" sz="2600" kern="1200" dirty="0"/>
            <a:t>use </a:t>
          </a:r>
          <a:r>
            <a:rPr lang="en-US" sz="2600" kern="1200" dirty="0" err="1"/>
            <a:t>HelpHub</a:t>
          </a:r>
          <a:r>
            <a:rPr lang="en-US" sz="2600" kern="1200" dirty="0"/>
            <a:t> as a </a:t>
          </a:r>
          <a:r>
            <a:rPr lang="en-US" sz="2600" kern="1200" dirty="0">
              <a:highlight>
                <a:srgbClr val="FFFF00"/>
              </a:highlight>
            </a:rPr>
            <a:t>replacement for the Workshops</a:t>
          </a:r>
          <a:r>
            <a:rPr lang="en-US" sz="2600" kern="1200" dirty="0"/>
            <a:t>. </a:t>
          </a:r>
        </a:p>
      </dsp:txBody>
      <dsp:txXfrm>
        <a:off x="0" y="2439523"/>
        <a:ext cx="10308634" cy="8131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04357A-E97E-C94C-81BD-FBF4AB020353}">
      <dsp:nvSpPr>
        <dsp:cNvPr id="0" name=""/>
        <dsp:cNvSpPr/>
      </dsp:nvSpPr>
      <dsp:spPr>
        <a:xfrm>
          <a:off x="0" y="2000"/>
          <a:ext cx="108692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EFE51-87FD-9649-AD56-C7EBEC730FF6}">
      <dsp:nvSpPr>
        <dsp:cNvPr id="0" name=""/>
        <dsp:cNvSpPr/>
      </dsp:nvSpPr>
      <dsp:spPr>
        <a:xfrm>
          <a:off x="0" y="2000"/>
          <a:ext cx="10869248" cy="68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science from scratch: first principles with Python, Joel Grus, O'Reilly Media, 2019</a:t>
          </a:r>
        </a:p>
      </dsp:txBody>
      <dsp:txXfrm>
        <a:off x="0" y="2000"/>
        <a:ext cx="10869248" cy="682060"/>
      </dsp:txXfrm>
    </dsp:sp>
    <dsp:sp modelId="{A9E5E7C2-ACE7-E84F-96FD-748D4FDDC33B}">
      <dsp:nvSpPr>
        <dsp:cNvPr id="0" name=""/>
        <dsp:cNvSpPr/>
      </dsp:nvSpPr>
      <dsp:spPr>
        <a:xfrm>
          <a:off x="0" y="684060"/>
          <a:ext cx="108692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1990BB-F42D-774B-A62E-E5377C0D062B}">
      <dsp:nvSpPr>
        <dsp:cNvPr id="0" name=""/>
        <dsp:cNvSpPr/>
      </dsp:nvSpPr>
      <dsp:spPr>
        <a:xfrm>
          <a:off x="0" y="684060"/>
          <a:ext cx="10869248" cy="68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Python for Data Analysis: Data Wrangling with Pandas, NumPy, and </a:t>
          </a:r>
          <a:r>
            <a:rPr lang="en-US" sz="1900" kern="1200" dirty="0" err="1"/>
            <a:t>IPython</a:t>
          </a:r>
          <a:r>
            <a:rPr lang="en-US" sz="1900" kern="1200" dirty="0"/>
            <a:t>, Wes McKinney, O'Reilly Media, 3rd edition, 2022. </a:t>
          </a:r>
        </a:p>
      </dsp:txBody>
      <dsp:txXfrm>
        <a:off x="0" y="684060"/>
        <a:ext cx="10869248" cy="682060"/>
      </dsp:txXfrm>
    </dsp:sp>
    <dsp:sp modelId="{146A514D-661A-6548-807A-C37C96C91EC2}">
      <dsp:nvSpPr>
        <dsp:cNvPr id="0" name=""/>
        <dsp:cNvSpPr/>
      </dsp:nvSpPr>
      <dsp:spPr>
        <a:xfrm>
          <a:off x="0" y="1366121"/>
          <a:ext cx="108692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C40E20-AA65-244E-9F76-70B2EFCF7762}">
      <dsp:nvSpPr>
        <dsp:cNvPr id="0" name=""/>
        <dsp:cNvSpPr/>
      </dsp:nvSpPr>
      <dsp:spPr>
        <a:xfrm>
          <a:off x="0" y="1366121"/>
          <a:ext cx="10869248" cy="68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Python Data Science Handbook: Essential Tools for Working with Data, Jake Vanderplas, O'Reilly Media, 2022</a:t>
          </a:r>
        </a:p>
      </dsp:txBody>
      <dsp:txXfrm>
        <a:off x="0" y="1366121"/>
        <a:ext cx="10869248" cy="682060"/>
      </dsp:txXfrm>
    </dsp:sp>
    <dsp:sp modelId="{92916D02-6E08-CD4F-8D51-F0B12F4568B1}">
      <dsp:nvSpPr>
        <dsp:cNvPr id="0" name=""/>
        <dsp:cNvSpPr/>
      </dsp:nvSpPr>
      <dsp:spPr>
        <a:xfrm>
          <a:off x="0" y="2048181"/>
          <a:ext cx="108692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B325B-2BCE-A347-B2B0-3F422897EE6C}">
      <dsp:nvSpPr>
        <dsp:cNvPr id="0" name=""/>
        <dsp:cNvSpPr/>
      </dsp:nvSpPr>
      <dsp:spPr>
        <a:xfrm>
          <a:off x="0" y="2048181"/>
          <a:ext cx="10869248" cy="68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Murach’s Python for Data Analysis, Scott McCoy, Mike Murach &amp; Associates, Incorporated, 2021.</a:t>
          </a:r>
        </a:p>
      </dsp:txBody>
      <dsp:txXfrm>
        <a:off x="0" y="2048181"/>
        <a:ext cx="10869248" cy="682060"/>
      </dsp:txXfrm>
    </dsp:sp>
    <dsp:sp modelId="{42AB5525-B53D-D94F-B836-8EC17BEF85BC}">
      <dsp:nvSpPr>
        <dsp:cNvPr id="0" name=""/>
        <dsp:cNvSpPr/>
      </dsp:nvSpPr>
      <dsp:spPr>
        <a:xfrm>
          <a:off x="0" y="2730241"/>
          <a:ext cx="108692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30862-EE26-6C41-AD7E-F8C5A8222893}">
      <dsp:nvSpPr>
        <dsp:cNvPr id="0" name=""/>
        <dsp:cNvSpPr/>
      </dsp:nvSpPr>
      <dsp:spPr>
        <a:xfrm>
          <a:off x="0" y="2730241"/>
          <a:ext cx="10869248" cy="68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Intro to Python for Computer Science and Data Science: Learning to Program with AI, Big Data and The Cloud, Paul </a:t>
          </a:r>
          <a:r>
            <a:rPr lang="en-US" sz="1900" kern="1200" dirty="0" err="1"/>
            <a:t>Deitel</a:t>
          </a:r>
          <a:r>
            <a:rPr lang="en-US" sz="1900" kern="1200" dirty="0"/>
            <a:t>, Pearson Education Limited, 2021.</a:t>
          </a:r>
        </a:p>
      </dsp:txBody>
      <dsp:txXfrm>
        <a:off x="0" y="2730241"/>
        <a:ext cx="10869248" cy="682060"/>
      </dsp:txXfrm>
    </dsp:sp>
    <dsp:sp modelId="{49FEF376-19E5-4246-9297-C1AB6253D858}">
      <dsp:nvSpPr>
        <dsp:cNvPr id="0" name=""/>
        <dsp:cNvSpPr/>
      </dsp:nvSpPr>
      <dsp:spPr>
        <a:xfrm>
          <a:off x="0" y="3412302"/>
          <a:ext cx="108692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C8E4D-097C-CE46-B44B-E827B23C04B5}">
      <dsp:nvSpPr>
        <dsp:cNvPr id="0" name=""/>
        <dsp:cNvSpPr/>
      </dsp:nvSpPr>
      <dsp:spPr>
        <a:xfrm>
          <a:off x="0" y="3412302"/>
          <a:ext cx="10869248" cy="68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Artificial Intelligence: a Modern Approach, Global Edition, Stuart Russell , and Peter Norvig, Pearson Education, 2021.</a:t>
          </a:r>
          <a:endParaRPr lang="en-US" sz="1900" kern="1200" dirty="0"/>
        </a:p>
      </dsp:txBody>
      <dsp:txXfrm>
        <a:off x="0" y="3412302"/>
        <a:ext cx="10869248" cy="6820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8387A-D37E-1E40-9916-DF9467A69C99}">
      <dsp:nvSpPr>
        <dsp:cNvPr id="0" name=""/>
        <dsp:cNvSpPr/>
      </dsp:nvSpPr>
      <dsp:spPr>
        <a:xfrm>
          <a:off x="0" y="0"/>
          <a:ext cx="108692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E14F0-F30A-9E42-AEE8-815A17F08625}">
      <dsp:nvSpPr>
        <dsp:cNvPr id="0" name=""/>
        <dsp:cNvSpPr/>
      </dsp:nvSpPr>
      <dsp:spPr>
        <a:xfrm>
          <a:off x="0" y="0"/>
          <a:ext cx="10869248" cy="821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hlinkClick xmlns:r="http://schemas.openxmlformats.org/officeDocument/2006/relationships" r:id="rId1"/>
            </a:rPr>
            <a:t>https://www.kaggle.com/</a:t>
          </a:r>
          <a:endParaRPr lang="en-US" sz="2400" kern="1200" dirty="0"/>
        </a:p>
      </dsp:txBody>
      <dsp:txXfrm>
        <a:off x="0" y="0"/>
        <a:ext cx="10869248" cy="821802"/>
      </dsp:txXfrm>
    </dsp:sp>
    <dsp:sp modelId="{AB2CF515-B1B8-3945-A4FE-0BF8465A95A0}">
      <dsp:nvSpPr>
        <dsp:cNvPr id="0" name=""/>
        <dsp:cNvSpPr/>
      </dsp:nvSpPr>
      <dsp:spPr>
        <a:xfrm>
          <a:off x="0" y="821802"/>
          <a:ext cx="108692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3CD9D-476F-934E-B606-7D7632E681C2}">
      <dsp:nvSpPr>
        <dsp:cNvPr id="0" name=""/>
        <dsp:cNvSpPr/>
      </dsp:nvSpPr>
      <dsp:spPr>
        <a:xfrm>
          <a:off x="0" y="821802"/>
          <a:ext cx="10869248" cy="821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hlinkClick xmlns:r="http://schemas.openxmlformats.org/officeDocument/2006/relationships" r:id="rId2"/>
            </a:rPr>
            <a:t>https://towardsdatascience.com/</a:t>
          </a:r>
          <a:endParaRPr lang="en-US" sz="2400" kern="1200" dirty="0"/>
        </a:p>
      </dsp:txBody>
      <dsp:txXfrm>
        <a:off x="0" y="821802"/>
        <a:ext cx="10869248" cy="821802"/>
      </dsp:txXfrm>
    </dsp:sp>
    <dsp:sp modelId="{F73360D2-7C5A-3043-BE3B-B756E6450F01}">
      <dsp:nvSpPr>
        <dsp:cNvPr id="0" name=""/>
        <dsp:cNvSpPr/>
      </dsp:nvSpPr>
      <dsp:spPr>
        <a:xfrm>
          <a:off x="0" y="1643605"/>
          <a:ext cx="108692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4E009-C705-0348-9309-CB5FCD8A2129}">
      <dsp:nvSpPr>
        <dsp:cNvPr id="0" name=""/>
        <dsp:cNvSpPr/>
      </dsp:nvSpPr>
      <dsp:spPr>
        <a:xfrm>
          <a:off x="0" y="1643605"/>
          <a:ext cx="10869248" cy="821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hlinkClick xmlns:r="http://schemas.openxmlformats.org/officeDocument/2006/relationships" r:id="rId3"/>
            </a:rPr>
            <a:t>https://www.datasciencecentral.com/</a:t>
          </a:r>
          <a:endParaRPr lang="en-US" sz="2400" kern="1200" dirty="0"/>
        </a:p>
      </dsp:txBody>
      <dsp:txXfrm>
        <a:off x="0" y="1643605"/>
        <a:ext cx="10869248" cy="821802"/>
      </dsp:txXfrm>
    </dsp:sp>
    <dsp:sp modelId="{F9435ACC-6BB9-7840-AB1E-E971225A5D4B}">
      <dsp:nvSpPr>
        <dsp:cNvPr id="0" name=""/>
        <dsp:cNvSpPr/>
      </dsp:nvSpPr>
      <dsp:spPr>
        <a:xfrm>
          <a:off x="0" y="2465407"/>
          <a:ext cx="108692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85DDB-2262-2045-B427-18B3341274C2}">
      <dsp:nvSpPr>
        <dsp:cNvPr id="0" name=""/>
        <dsp:cNvSpPr/>
      </dsp:nvSpPr>
      <dsp:spPr>
        <a:xfrm>
          <a:off x="0" y="2465407"/>
          <a:ext cx="10869248" cy="821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hlinkClick xmlns:r="http://schemas.openxmlformats.org/officeDocument/2006/relationships" r:id="rId4"/>
            </a:rPr>
            <a:t>https://www.kdnuggets.com/</a:t>
          </a:r>
          <a:endParaRPr lang="en-US" sz="2400" kern="1200" dirty="0"/>
        </a:p>
      </dsp:txBody>
      <dsp:txXfrm>
        <a:off x="0" y="2465407"/>
        <a:ext cx="10869248" cy="821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7T05:40:05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89 24575,'24'0'0,"18"-3"0,9-1 0,-6 1 0,2 0 0,3 1-986,-8-1 0,2 1 0,1 0 0,0 0 986,0 0 0,1 0 0,-1 0 0,-2 1 0,3 1 0,-2 0 0,-1 0 329,-5 0 0,0 0 0,-2 0-329,10 0 0,-3 0 0,-4 0 0,-1 0 0,-3 0 0,-1 0 348,-1 0 1,0 0-349,-3 1 0,0 1 0,-5 2 0,-1 2 0,20 11 2056,-7 4-2056,1 8 204,1 1-204,-1 4 0,-1 1 0,-10-8 0,-7-7 0,-6-4 0,-4-3 0,-5-2 0,-1-3 0,-3-2 0,0-1 0,1 2 0,1 2 0,3 2 0,0 1 0,-2 1 0,0 0 0,-1-1 0,-1 3 0,0 6 0,0 7 0,0 3 0,-2 1 0,0-4 0,0 3 0,-4 7 0,-6 6 0,-4 4 0,-2-3 0,1-8 0,1-8 0,-3-8 0,-6 1 0,-6 1 0,-8 0 0,-3 2 0,-2-3 0,1-2 0,4-5 0,4-6 0,-2-4 0,1-5 0,-5 0 0,0 0 0,-2 0 0,0-3 0,3 0 0,1 0 0,4 0 0,6 3 0,0-2 0,-11-1 0,14 2 0,-2-1 0,-6 1 0,-1 0 0,-2 1 0,1 0 0,1 0 0,2 0 0,0 0 0,1 0 0,5-1 0,0 0 0,-1 0 0,1 0 0,-16-4 0,7-1 0,6 3 0,11-1 0,4 2 0,1-3 0,-2-1 0,-7-1 0,-6 0 0,-4-1 0,1-1 0,6-1 0,1-3 0,2 0 0,-1-2 0,2 0 0,3 1 0,1 0 0,4 1 0,-1-3 0,0-4 0,-2-8 0,-2-8 0,1-7 0,1-8 0,3-6 0,4-3 0,2 0 0,3 1 0,2 9 0,1 2 0,0 6 0,0 6 0,2 3 0,2 5 0,3 0 0,1 3 0,-1 2 0,1 6 0,-3 5 0,3 2 0,2 1 0,4-3 0,3 2 0,1 0 0,-1 3 0,1 3 0,2 2 0,3 2 0,0 0 0,-2 0 0,-3 2 0,-6 0 0,-3 4 0,-2 4 0,1 0 0,2 6 0,3 4 0,0 1 0,-6-6 0,-2-6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F23D8-0271-F541-9BCD-5C391912005C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12D8E-D471-A34E-AB17-24705BCE4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7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683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80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submit work to be marked that uses the work, words and ideas of others and </a:t>
            </a:r>
            <a:r>
              <a:rPr lang="en-A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haven’t acknowledged them properly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are pretending that it is all your own work when it isn’t. You are trying to get credit for other people’s work.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99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2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10869248" cy="120549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4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4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2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7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9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4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6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9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31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19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65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58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28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34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58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374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231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329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55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2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1"/>
            <a:ext cx="12192000" cy="17890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94519"/>
            <a:ext cx="10869248" cy="1205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065467"/>
            <a:ext cx="10869248" cy="409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6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bg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1"/>
            <a:ext cx="12192000" cy="15945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94519"/>
            <a:ext cx="10869248" cy="1205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1789047"/>
            <a:ext cx="10869248" cy="4372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85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bg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ontrack.deakin.edu.au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A26A151-13BF-4305-A6DC-9DC7C9877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FFDDA6-2CAE-438F-B0D6-FF4E710E2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29884" y="6324431"/>
            <a:ext cx="62116" cy="4289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F8BA2-5609-1185-67AB-D0B477AE4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121" y="365125"/>
            <a:ext cx="5479791" cy="24300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Introduction to Data Science &amp;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4F7A9-0B69-50D3-EFD6-01EB73B91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054927"/>
            <a:ext cx="5230448" cy="31220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SIT112 | Intro to Data Science &amp; AI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Lecture Week 1 - Part 1 (Unit Outline)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27DDA6F5-26EC-28A4-45B4-8F5AB8D9F2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64" r="9242"/>
          <a:stretch/>
        </p:blipFill>
        <p:spPr>
          <a:xfrm>
            <a:off x="6083645" y="10"/>
            <a:ext cx="6108356" cy="6857990"/>
          </a:xfrm>
          <a:prstGeom prst="rect">
            <a:avLst/>
          </a:prstGeom>
        </p:spPr>
      </p:pic>
      <p:pic>
        <p:nvPicPr>
          <p:cNvPr id="2056" name="Picture 8" descr="Free Artificial Intelligence Brain illustration and picture">
            <a:extLst>
              <a:ext uri="{FF2B5EF4-FFF2-40B4-BE49-F238E27FC236}">
                <a16:creationId xmlns:a16="http://schemas.microsoft.com/office/drawing/2014/main" id="{2CAC7885-F5FC-9728-CD03-112A71453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321" y="1552489"/>
            <a:ext cx="60960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38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A5F7747-6817-0746-B601-0EBDB86F1139}"/>
              </a:ext>
            </a:extLst>
          </p:cNvPr>
          <p:cNvCxnSpPr>
            <a:cxnSpLocks/>
          </p:cNvCxnSpPr>
          <p:nvPr/>
        </p:nvCxnSpPr>
        <p:spPr>
          <a:xfrm>
            <a:off x="7062168" y="5312396"/>
            <a:ext cx="587734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3F41906-6669-6CEA-732D-1E7CA76EF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7" y="433724"/>
            <a:ext cx="10589645" cy="58387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BC8B69-A758-23CD-A310-BB53C2361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91" y="6185888"/>
            <a:ext cx="5878852" cy="67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7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757A-1DC5-4610-897D-1BF798A5D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Lectures: How to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EBEF-C5EF-C27F-584B-2C710C594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94" y="2108197"/>
            <a:ext cx="5050972" cy="1468503"/>
          </a:xfrm>
        </p:spPr>
        <p:txBody>
          <a:bodyPr>
            <a:normAutofit/>
          </a:bodyPr>
          <a:lstStyle/>
          <a:p>
            <a:pPr marL="285750" indent="-2857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600" dirty="0">
              <a:cs typeface="Calibri" panose="020F0502020204030204" pitchFamily="34" charset="0"/>
            </a:endParaRPr>
          </a:p>
          <a:p>
            <a:pPr marL="285750" indent="-2857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cs typeface="Calibri" panose="020F0502020204030204" pitchFamily="34" charset="0"/>
              </a:rPr>
              <a:t>The link for the (online) lectures is provided on </a:t>
            </a:r>
            <a:r>
              <a:rPr lang="en-US" sz="2600" dirty="0" err="1">
                <a:cs typeface="Calibri" panose="020F0502020204030204" pitchFamily="34" charset="0"/>
              </a:rPr>
              <a:t>CloudDeakin</a:t>
            </a:r>
            <a:r>
              <a:rPr lang="en-US" sz="2600" dirty="0"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3BDE4-353A-C66C-12A7-7A71C48EE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607" y="1805341"/>
            <a:ext cx="6594265" cy="485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7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757A-1DC5-4610-897D-1BF798A5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92" y="175404"/>
            <a:ext cx="10869248" cy="1205491"/>
          </a:xfrm>
        </p:spPr>
        <p:txBody>
          <a:bodyPr/>
          <a:lstStyle/>
          <a:p>
            <a:r>
              <a:rPr lang="en-US" dirty="0"/>
              <a:t>Lectures: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EBEF-C5EF-C27F-584B-2C710C594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1519127"/>
            <a:ext cx="11495245" cy="1396092"/>
          </a:xfrm>
        </p:spPr>
        <p:txBody>
          <a:bodyPr>
            <a:normAutofit/>
          </a:bodyPr>
          <a:lstStyle/>
          <a:p>
            <a:pPr marL="285750" indent="-2857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600" dirty="0">
              <a:cs typeface="Calibri" panose="020F0502020204030204" pitchFamily="34" charset="0"/>
            </a:endParaRPr>
          </a:p>
          <a:p>
            <a:pPr marL="285750" indent="-2857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highlight>
                  <a:srgbClr val="FFFF00"/>
                </a:highlight>
                <a:cs typeface="Calibri" panose="020F0502020204030204" pitchFamily="34" charset="0"/>
              </a:rPr>
              <a:t>Recorded lectures </a:t>
            </a:r>
            <a:r>
              <a:rPr lang="en-US" sz="2600" dirty="0">
                <a:cs typeface="Calibri" panose="020F0502020204030204" pitchFamily="34" charset="0"/>
              </a:rPr>
              <a:t>can be accessed from </a:t>
            </a:r>
            <a:r>
              <a:rPr lang="en-US" sz="2600" dirty="0" err="1">
                <a:cs typeface="Calibri" panose="020F0502020204030204" pitchFamily="34" charset="0"/>
              </a:rPr>
              <a:t>CloudDeakin</a:t>
            </a:r>
            <a:r>
              <a:rPr lang="en-US" sz="2600" dirty="0"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973AA5B-7761-9C25-DF98-47653ADF6A3F}"/>
                  </a:ext>
                </a:extLst>
              </p14:cNvPr>
              <p14:cNvContentPartPr/>
              <p14:nvPr/>
            </p14:nvContentPartPr>
            <p14:xfrm>
              <a:off x="1295402" y="4446706"/>
              <a:ext cx="631372" cy="3715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973AA5B-7761-9C25-DF98-47653ADF6A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6403" y="4437706"/>
                <a:ext cx="649010" cy="38916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7C0985B-F1D5-B90E-3793-D5068C2477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258" y="2964750"/>
            <a:ext cx="10251484" cy="381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62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757A-1DC5-4610-897D-1BF798A5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1" y="93423"/>
            <a:ext cx="10869248" cy="1205491"/>
          </a:xfrm>
        </p:spPr>
        <p:txBody>
          <a:bodyPr/>
          <a:lstStyle/>
          <a:p>
            <a:r>
              <a:rPr lang="en-US" dirty="0"/>
              <a:t>Workshops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EBEF-C5EF-C27F-584B-2C710C594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194" y="1870690"/>
            <a:ext cx="10869248" cy="404841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Links for the Online workshops are provided on </a:t>
            </a:r>
            <a:r>
              <a:rPr lang="en-US" dirty="0" err="1"/>
              <a:t>CloudDeakin</a:t>
            </a:r>
            <a:r>
              <a:rPr lang="en-US" dirty="0"/>
              <a:t> and MS Teams.</a:t>
            </a:r>
          </a:p>
          <a:p>
            <a:pPr marL="342900" indent="-3429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Workshops are the </a:t>
            </a:r>
            <a:r>
              <a:rPr lang="en-US" dirty="0">
                <a:highlight>
                  <a:srgbClr val="FCCDCD"/>
                </a:highlight>
                <a:cs typeface="Calibri" panose="020F0502020204030204" pitchFamily="34" charset="0"/>
              </a:rPr>
              <a:t>primary venue </a:t>
            </a:r>
            <a:r>
              <a:rPr lang="en-US" dirty="0">
                <a:cs typeface="Calibri" panose="020F0502020204030204" pitchFamily="34" charset="0"/>
              </a:rPr>
              <a:t>for you to ask technical questions and get help on the tasks. </a:t>
            </a:r>
          </a:p>
          <a:p>
            <a:pPr marL="342900" indent="-3429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You can ask for feedback from your tutors in the workshops.</a:t>
            </a:r>
          </a:p>
          <a:p>
            <a:pPr marL="342900" indent="-3429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The tutors will walk you through the tasks and help you complete them:</a:t>
            </a:r>
          </a:p>
          <a:p>
            <a:pPr marL="800100" lvl="2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FFFF00"/>
                </a:highlight>
                <a:cs typeface="Calibri" panose="020F0502020204030204" pitchFamily="34" charset="0"/>
              </a:rPr>
              <a:t>Pass</a:t>
            </a:r>
            <a:r>
              <a:rPr lang="en-US" sz="1800" dirty="0">
                <a:cs typeface="Calibri" panose="020F0502020204030204" pitchFamily="34" charset="0"/>
              </a:rPr>
              <a:t> tasks: you will be guided to complete the tasks. </a:t>
            </a:r>
          </a:p>
          <a:p>
            <a:pPr marL="800100" lvl="2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00FF00"/>
                </a:highlight>
                <a:cs typeface="Calibri" panose="020F0502020204030204" pitchFamily="34" charset="0"/>
              </a:rPr>
              <a:t>Credit</a:t>
            </a:r>
            <a:r>
              <a:rPr lang="en-US" sz="1800" dirty="0">
                <a:cs typeface="Calibri" panose="020F0502020204030204" pitchFamily="34" charset="0"/>
              </a:rPr>
              <a:t> tasks: limited guidance will be provided to complete the tasks.</a:t>
            </a:r>
          </a:p>
          <a:p>
            <a:pPr marL="800100" lvl="2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00FFFF"/>
                </a:highlight>
                <a:cs typeface="Calibri" panose="020F0502020204030204" pitchFamily="34" charset="0"/>
              </a:rPr>
              <a:t>Distinction</a:t>
            </a:r>
            <a:r>
              <a:rPr lang="en-US" sz="1800" dirty="0">
                <a:cs typeface="Calibri" panose="020F0502020204030204" pitchFamily="34" charset="0"/>
              </a:rPr>
              <a:t> and </a:t>
            </a:r>
            <a:r>
              <a:rPr lang="en-US" sz="1800" dirty="0">
                <a:highlight>
                  <a:srgbClr val="FF00FF"/>
                </a:highlight>
                <a:cs typeface="Calibri" panose="020F0502020204030204" pitchFamily="34" charset="0"/>
              </a:rPr>
              <a:t>High Distinction </a:t>
            </a:r>
            <a:r>
              <a:rPr lang="en-US" sz="1800" dirty="0">
                <a:cs typeface="Calibri" panose="020F0502020204030204" pitchFamily="34" charset="0"/>
              </a:rPr>
              <a:t>tasks: are to be completed independently; the tutors can still give you hints and tell you if you are on the right track. </a:t>
            </a:r>
          </a:p>
        </p:txBody>
      </p:sp>
    </p:spTree>
    <p:extLst>
      <p:ext uri="{BB962C8B-B14F-4D97-AF65-F5344CB8AC3E}">
        <p14:creationId xmlns:p14="http://schemas.microsoft.com/office/powerpoint/2010/main" val="1714460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1585-F885-0C0D-EF2B-422F907AB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02" y="47549"/>
            <a:ext cx="10869248" cy="1205491"/>
          </a:xfrm>
        </p:spPr>
        <p:txBody>
          <a:bodyPr/>
          <a:lstStyle/>
          <a:p>
            <a:r>
              <a:rPr lang="en-US" dirty="0"/>
              <a:t>Workshops: Structure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0B898301-3247-7C40-FA9F-227CA78FBF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590842"/>
              </p:ext>
            </p:extLst>
          </p:nvPr>
        </p:nvGraphicFramePr>
        <p:xfrm>
          <a:off x="484552" y="2190869"/>
          <a:ext cx="11380304" cy="3414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9676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0C7E-A257-FEE6-16D4-71BCD07D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03" y="0"/>
            <a:ext cx="10869248" cy="1205491"/>
          </a:xfrm>
        </p:spPr>
        <p:txBody>
          <a:bodyPr/>
          <a:lstStyle/>
          <a:p>
            <a:r>
              <a:rPr lang="en-US" dirty="0"/>
              <a:t>Workshops: One-To-One Online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9BA6B-B809-8ECA-3F5A-72299FD21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9" y="1947303"/>
            <a:ext cx="5205955" cy="4616783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Don’t be shy to ask for help!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It is okay not to know </a:t>
            </a:r>
            <a:r>
              <a:rPr lang="en-US" sz="2000" dirty="0">
                <a:sym typeface="Wingdings" pitchFamily="2" charset="2"/>
              </a:rPr>
              <a:t>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One-to-One Sessions (</a:t>
            </a:r>
            <a:r>
              <a:rPr lang="en-US" sz="2400" dirty="0">
                <a:highlight>
                  <a:srgbClr val="FFFF00"/>
                </a:highlight>
              </a:rPr>
              <a:t>breakouts</a:t>
            </a:r>
            <a:r>
              <a:rPr lang="en-US" sz="2400" dirty="0"/>
              <a:t>) can be arranged during the Online workshops; ask your tutor!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ym typeface="Wingdings" pitchFamily="2" charset="2"/>
              </a:rPr>
              <a:t>Use this responsibly, as other students might need help too </a:t>
            </a:r>
            <a:r>
              <a:rPr lang="en-US" sz="22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0242" name="Picture 2" descr="Free Chipmunk Squirrel photo and picture">
            <a:extLst>
              <a:ext uri="{FF2B5EF4-FFF2-40B4-BE49-F238E27FC236}">
                <a16:creationId xmlns:a16="http://schemas.microsoft.com/office/drawing/2014/main" id="{AD2AE956-94D5-86FC-A38A-0D61A9E1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627" y="1947303"/>
            <a:ext cx="6181494" cy="412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6092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0C7E-A257-FEE6-16D4-71BCD07D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909" y="0"/>
            <a:ext cx="10869248" cy="1205491"/>
          </a:xfrm>
        </p:spPr>
        <p:txBody>
          <a:bodyPr/>
          <a:lstStyle/>
          <a:p>
            <a:r>
              <a:rPr lang="en-US" dirty="0"/>
              <a:t>Workshops: Dos and Don’ts!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9BA6B-B809-8ECA-3F5A-72299FD21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Please avoid emailing code or </a:t>
            </a:r>
            <a:r>
              <a:rPr lang="en-US" sz="2400" dirty="0">
                <a:highlight>
                  <a:srgbClr val="FFFF00"/>
                </a:highlight>
              </a:rPr>
              <a:t>screenshots</a:t>
            </a:r>
            <a:r>
              <a:rPr lang="en-US" sz="2400" dirty="0"/>
              <a:t> of your </a:t>
            </a:r>
            <a:r>
              <a:rPr lang="en-US" sz="2400" dirty="0">
                <a:highlight>
                  <a:srgbClr val="FFFF00"/>
                </a:highlight>
              </a:rPr>
              <a:t>code</a:t>
            </a:r>
            <a:r>
              <a:rPr lang="en-US" sz="2400" dirty="0"/>
              <a:t> to the teaching team </a:t>
            </a:r>
            <a:r>
              <a:rPr lang="en-US" sz="2400" dirty="0">
                <a:highlight>
                  <a:srgbClr val="FFFF00"/>
                </a:highlight>
              </a:rPr>
              <a:t>outside workshop hours</a:t>
            </a:r>
            <a:r>
              <a:rPr lang="en-US" sz="2400" dirty="0"/>
              <a:t>; instead, </a:t>
            </a:r>
            <a:r>
              <a:rPr lang="en-US" sz="2400" dirty="0">
                <a:highlight>
                  <a:srgbClr val="00FF00"/>
                </a:highlight>
              </a:rPr>
              <a:t>demonstrate</a:t>
            </a:r>
            <a:r>
              <a:rPr lang="en-US" sz="2400" dirty="0"/>
              <a:t> your solutions (code/report) to the tutors during the workshops.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tutors can help you fix your code in a one-to-one discussion. They can also show you how to use </a:t>
            </a:r>
            <a:r>
              <a:rPr lang="en-US" sz="2400" dirty="0">
                <a:highlight>
                  <a:srgbClr val="00FFFF"/>
                </a:highlight>
              </a:rPr>
              <a:t>external resources </a:t>
            </a:r>
            <a:r>
              <a:rPr lang="en-US" sz="2400" dirty="0"/>
              <a:t>(e.g., </a:t>
            </a:r>
            <a:r>
              <a:rPr lang="en-US" sz="2400" dirty="0" err="1"/>
              <a:t>ChatGPT</a:t>
            </a:r>
            <a:r>
              <a:rPr lang="en-US" sz="2400" dirty="0"/>
              <a:t>) to fix your code while improving your programming/problem solving skills.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Please bring your own Windows/Mac/Linux laptop to the workshop; </a:t>
            </a:r>
            <a:r>
              <a:rPr lang="en-US" sz="2400" dirty="0">
                <a:highlight>
                  <a:srgbClr val="FFFF00"/>
                </a:highlight>
              </a:rPr>
              <a:t>do not use tablets or Chromebooks</a:t>
            </a:r>
            <a:r>
              <a:rPr lang="en-US" sz="2400" dirty="0"/>
              <a:t> for completing the tasks.</a:t>
            </a:r>
          </a:p>
        </p:txBody>
      </p:sp>
    </p:spTree>
    <p:extLst>
      <p:ext uri="{BB962C8B-B14F-4D97-AF65-F5344CB8AC3E}">
        <p14:creationId xmlns:p14="http://schemas.microsoft.com/office/powerpoint/2010/main" val="1464181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2412-F633-A0FB-68E7-74EEC1B0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468" y="57168"/>
            <a:ext cx="10869248" cy="1205491"/>
          </a:xfrm>
        </p:spPr>
        <p:txBody>
          <a:bodyPr/>
          <a:lstStyle/>
          <a:p>
            <a:r>
              <a:rPr lang="en-US" dirty="0"/>
              <a:t>Assessment: Tasks</a:t>
            </a:r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42AD4BDE-1432-64D1-1E9B-972CC28CB8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9586028"/>
              </p:ext>
            </p:extLst>
          </p:nvPr>
        </p:nvGraphicFramePr>
        <p:xfrm>
          <a:off x="531635" y="2036378"/>
          <a:ext cx="10775081" cy="4370402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2168022">
                  <a:extLst>
                    <a:ext uri="{9D8B030D-6E8A-4147-A177-3AD203B41FA5}">
                      <a16:colId xmlns:a16="http://schemas.microsoft.com/office/drawing/2014/main" val="1913642963"/>
                    </a:ext>
                  </a:extLst>
                </a:gridCol>
                <a:gridCol w="8607059">
                  <a:extLst>
                    <a:ext uri="{9D8B030D-6E8A-4147-A177-3AD203B41FA5}">
                      <a16:colId xmlns:a16="http://schemas.microsoft.com/office/drawing/2014/main" val="296221847"/>
                    </a:ext>
                  </a:extLst>
                </a:gridCol>
              </a:tblGrid>
              <a:tr h="2999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Task</a:t>
                      </a:r>
                      <a:endParaRPr kumimoji="0" lang="en-US" sz="1400" b="1" i="0" u="none" strike="noStrike" kern="1200" cap="none" spc="3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038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b="1" cap="none" spc="3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Definition</a:t>
                      </a:r>
                      <a:endParaRPr lang="en-US" sz="1400" b="1" cap="none" spc="3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038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387637"/>
                  </a:ext>
                </a:extLst>
              </a:tr>
              <a:tr h="82055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</a:rPr>
                        <a:t>Pass Tasks P1-P8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mbria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7892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rtl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Symbol" pitchFamily="2" charset="2"/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To achieve the minimum acceptable standard for this unit. To complete the Pass tasks, students should be able to comprehend and execute solutions implemented in Python and write code for </a:t>
                      </a:r>
                      <a:r>
                        <a:rPr lang="en-US" sz="1400" u="sng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</a:rPr>
                        <a:t>basic problems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</a:rPr>
                        <a:t> with </a:t>
                      </a:r>
                      <a:r>
                        <a:rPr lang="en-US" sz="1400" u="sng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</a:rPr>
                        <a:t>guidance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. </a:t>
                      </a:r>
                      <a:endParaRPr lang="en-US" sz="14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7892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928408"/>
                  </a:ext>
                </a:extLst>
              </a:tr>
              <a:tr h="101270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ambria" panose="02040503050406030204" pitchFamily="18" charset="0"/>
                        </a:rPr>
                        <a:t>Credit Tasks C1-C2</a:t>
                      </a:r>
                    </a:p>
                  </a:txBody>
                  <a:tcPr marL="51928" marR="77892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Symbol" pitchFamily="2" charset="2"/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Students will apply what they have learnt in the pass tasks with less guidance. To complete the Credit tasks, </a:t>
                      </a:r>
                      <a:r>
                        <a:rPr lang="en-AU" sz="14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students should be able to understand and implement solutions 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in Python and write code for </a:t>
                      </a:r>
                      <a:r>
                        <a:rPr lang="en-US" sz="1400" u="sng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</a:rPr>
                        <a:t>basic problems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</a:rPr>
                        <a:t> with </a:t>
                      </a:r>
                      <a:r>
                        <a:rPr lang="en-US" sz="1400" u="sng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</a:rPr>
                        <a:t>limited guidance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</a:rPr>
                        <a:t>. </a:t>
                      </a:r>
                      <a:endParaRPr lang="en-US" sz="1400" cap="none" spc="0" dirty="0">
                        <a:solidFill>
                          <a:schemeClr val="tx1"/>
                        </a:solidFill>
                        <a:effectLst/>
                        <a:highlight>
                          <a:srgbClr val="C0C0C0"/>
                        </a:highlight>
                        <a:latin typeface="Cambria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28" marR="77892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624474"/>
                  </a:ext>
                </a:extLst>
              </a:tr>
              <a:tr h="101270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mbria" panose="02040503050406030204" pitchFamily="18" charset="0"/>
                        </a:rPr>
                        <a:t>Distinction Task D1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77892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Symbol" pitchFamily="2" charset="2"/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Students will apply their advanced knowledge to design and build solutions to a real-world scenario. To complete the Distinction tasks, students should be able to </a:t>
                      </a:r>
                      <a:r>
                        <a:rPr lang="en-AU" sz="1400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</a:rPr>
                        <a:t>independently</a:t>
                      </a:r>
                      <a:r>
                        <a:rPr lang="en-AU" sz="14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 comprehend and implement solutions in Python and write code for </a:t>
                      </a:r>
                      <a:r>
                        <a:rPr lang="en-AU" sz="1400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</a:rPr>
                        <a:t>moderately complex problems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.</a:t>
                      </a:r>
                      <a:endParaRPr lang="en-US" sz="14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7892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396196"/>
                  </a:ext>
                </a:extLst>
              </a:tr>
              <a:tr h="122450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00FF"/>
                          </a:highlight>
                          <a:latin typeface="Cambria" panose="02040503050406030204" pitchFamily="18" charset="0"/>
                        </a:rPr>
                        <a:t>High Distinction Task HD1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28" marR="77892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Symbol" pitchFamily="2" charset="2"/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Students will extend their understanding to demonstrate greater technical ability in developing more complex solutions to a real-world scenario. To complete the High Distinction tasks, Students should be able to comprehend and execute solutions implemented in Python and write code for </a:t>
                      </a:r>
                      <a:r>
                        <a:rPr lang="en-US" sz="1400" u="sng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</a:rPr>
                        <a:t>complex problems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</a:rPr>
                        <a:t> </a:t>
                      </a:r>
                      <a:r>
                        <a:rPr lang="en-US" sz="1400" u="sng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</a:rPr>
                        <a:t>independently.</a:t>
                      </a:r>
                      <a:endParaRPr lang="en-US" sz="1400" cap="none" spc="0" dirty="0">
                        <a:solidFill>
                          <a:schemeClr val="tx1"/>
                        </a:solidFill>
                        <a:effectLst/>
                        <a:highlight>
                          <a:srgbClr val="C0C0C0"/>
                        </a:highlight>
                        <a:latin typeface="Cambria" panose="02040503050406030204" pitchFamily="18" charset="0"/>
                      </a:endParaRPr>
                    </a:p>
                  </a:txBody>
                  <a:tcPr marL="51928" marR="77892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153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2539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7808-D306-D8E2-C2AC-B3A7A6EC8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0"/>
            <a:ext cx="10869248" cy="1205491"/>
          </a:xfrm>
        </p:spPr>
        <p:txBody>
          <a:bodyPr>
            <a:normAutofit/>
          </a:bodyPr>
          <a:lstStyle/>
          <a:p>
            <a:r>
              <a:rPr lang="en-US" dirty="0"/>
              <a:t>Assessment : Set a Target Grade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AC15BF8F-F6D7-79C3-08C9-DE985E620B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5888697"/>
              </p:ext>
            </p:extLst>
          </p:nvPr>
        </p:nvGraphicFramePr>
        <p:xfrm>
          <a:off x="613659" y="2147990"/>
          <a:ext cx="10964681" cy="3876016"/>
        </p:xfrm>
        <a:graphic>
          <a:graphicData uri="http://schemas.openxmlformats.org/drawingml/2006/table">
            <a:tbl>
              <a:tblPr firstRow="1" firstCol="1" bandRow="1"/>
              <a:tblGrid>
                <a:gridCol w="1734290">
                  <a:extLst>
                    <a:ext uri="{9D8B030D-6E8A-4147-A177-3AD203B41FA5}">
                      <a16:colId xmlns:a16="http://schemas.microsoft.com/office/drawing/2014/main" val="1681810069"/>
                    </a:ext>
                  </a:extLst>
                </a:gridCol>
                <a:gridCol w="9230391">
                  <a:extLst>
                    <a:ext uri="{9D8B030D-6E8A-4147-A177-3AD203B41FA5}">
                      <a16:colId xmlns:a16="http://schemas.microsoft.com/office/drawing/2014/main" val="312882527"/>
                    </a:ext>
                  </a:extLst>
                </a:gridCol>
              </a:tblGrid>
              <a:tr h="357285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Grade</a:t>
                      </a:r>
                      <a:endParaRPr lang="en-US" sz="3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672" marR="118672" marT="1648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Minimum Requirements</a:t>
                      </a:r>
                      <a:endParaRPr lang="en-US" sz="3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672" marR="118672" marT="1648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106618"/>
                  </a:ext>
                </a:extLst>
              </a:tr>
              <a:tr h="765984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Pass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672" marR="118672" marT="1648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 the Pass tasks are completed.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l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Failure to complete any of the Pass tasks will result in a Fail grade.</a:t>
                      </a:r>
                      <a:endParaRPr lang="en-US" sz="3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672" marR="118672" marT="1648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2469119"/>
                  </a:ext>
                </a:extLst>
              </a:tr>
              <a:tr h="357285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>
                          <a:effectLst/>
                          <a:highlight>
                            <a:srgbClr val="00FF0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672" marR="118672" marT="1648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just" rtl="0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Minimum requirements for a Pass grade are met AND all Credit tasks are completed.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672" marR="118672" marT="1648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7156296"/>
                  </a:ext>
                </a:extLst>
              </a:tr>
              <a:tr h="1072399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effectLst/>
                          <a:highlight>
                            <a:srgbClr val="00FFFF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Distinction</a:t>
                      </a:r>
                      <a:endParaRPr lang="en-US" sz="3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672" marR="118672" marT="1648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Minimum requirements for a Credit grade are met, AND the Distention task is completed.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student must </a:t>
                      </a:r>
                      <a:r>
                        <a:rPr lang="en-US" sz="1700" b="0" i="0" u="none" strike="noStrike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create a video recording presenting their completed task</a:t>
                      </a:r>
                      <a:r>
                        <a:rPr lang="en-US" sz="1700" b="0" i="0" u="none" strike="noStrike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they may be required to </a:t>
                      </a:r>
                      <a:r>
                        <a:rPr lang="en-US" sz="1700" b="0" i="0" u="none" strike="noStrike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answer questions or make changes </a:t>
                      </a:r>
                      <a:r>
                        <a:rPr lang="en-US" sz="1700" b="0" i="0" u="none" strike="noStrike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their code.</a:t>
                      </a:r>
                      <a:r>
                        <a:rPr lang="en-US" sz="19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		</a:t>
                      </a:r>
                      <a:endParaRPr lang="en-US" sz="3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672" marR="118672" marT="1648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1465503"/>
                  </a:ext>
                </a:extLst>
              </a:tr>
              <a:tr h="1323063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effectLst/>
                          <a:highlight>
                            <a:srgbClr val="FF00FF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Distinction</a:t>
                      </a:r>
                      <a:endParaRPr lang="en-US" sz="3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672" marR="118672" marT="1648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Minimum requirements for a Distinction grade are met, AND all High Distinction tasks are completed.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indent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700" b="0" i="0" u="sng" strike="noStrike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Interviews are required</a:t>
                      </a:r>
                      <a:r>
                        <a:rPr lang="en-US" sz="1700" b="0" i="0" u="none" strike="noStrike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The students will be asked questions about their submissions, and they will be required to </a:t>
                      </a:r>
                      <a:r>
                        <a:rPr lang="en-US" sz="1700" b="0" i="0" u="none" strike="noStrike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 small tasks during the interviews</a:t>
                      </a:r>
                      <a:r>
                        <a:rPr lang="en-US" sz="1700" b="0" i="0" u="none" strike="noStrike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US" sz="3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672" marR="118672" marT="1648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18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001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0A4D-59CD-177E-281F-570377A6D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417" y="0"/>
            <a:ext cx="10869248" cy="1205491"/>
          </a:xfrm>
        </p:spPr>
        <p:txBody>
          <a:bodyPr>
            <a:normAutofit/>
          </a:bodyPr>
          <a:lstStyle/>
          <a:p>
            <a:r>
              <a:rPr lang="en-US" dirty="0"/>
              <a:t>Assessment: OnTrack Task List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8220AA-5130-8910-FDDE-81E1B81D3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88" y="1850460"/>
            <a:ext cx="9778877" cy="500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96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21F8F-D906-F336-920B-91C1ECE4B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416" y="0"/>
            <a:ext cx="10869248" cy="1205491"/>
          </a:xfrm>
        </p:spPr>
        <p:txBody>
          <a:bodyPr>
            <a:normAutofit/>
          </a:bodyPr>
          <a:lstStyle/>
          <a:p>
            <a:r>
              <a:rPr lang="en-US" dirty="0"/>
              <a:t>Assessment: Working on a Task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5DE07-E1B2-ED77-8AB1-D490E4DBF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1960567"/>
            <a:ext cx="9160191" cy="46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45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D6449-4DF3-03DF-DB16-4F429335B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02" y="0"/>
            <a:ext cx="10869248" cy="1205491"/>
          </a:xfrm>
        </p:spPr>
        <p:txBody>
          <a:bodyPr>
            <a:normAutofit/>
          </a:bodyPr>
          <a:lstStyle/>
          <a:p>
            <a:r>
              <a:rPr lang="en-US" dirty="0"/>
              <a:t>Assessment: Complete the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1BE64-DD1D-F8CC-3EED-56306DC63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05" y="2501417"/>
            <a:ext cx="10869248" cy="3727550"/>
          </a:xfrm>
        </p:spPr>
        <p:txBody>
          <a:bodyPr>
            <a:normAutofit/>
          </a:bodyPr>
          <a:lstStyle/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Knowledge and skills in this unit continuously build on those learnt in the weeks before. Therefore, if you fall behind, it becomes difficult to understand the subsequent content; try to </a:t>
            </a:r>
            <a:r>
              <a:rPr lang="en-US" sz="1800" u="sng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submit your tasks by </a:t>
            </a:r>
            <a:r>
              <a:rPr lang="en-US" sz="1800" u="sng" dirty="0">
                <a:effectLst/>
                <a:highlight>
                  <a:srgbClr val="C0C0C0"/>
                </a:highlight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11 am on the due dates</a:t>
            </a:r>
            <a:r>
              <a:rPr lang="en-US" sz="1800" dirty="0">
                <a:effectLst/>
                <a:highlight>
                  <a:srgbClr val="C0C0C0"/>
                </a:highlight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If you miss a due date, you can still submit your task by the </a:t>
            </a:r>
            <a:r>
              <a:rPr lang="en-US" sz="1800" dirty="0">
                <a:effectLst/>
                <a:highlight>
                  <a:srgbClr val="C0C0C0"/>
                </a:highlight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end of Week 12 (The Deadline).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However, only submissions by 11 am of the due date will receive feedback (via OnTrack). 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a typeface="Calibri" panose="020F0502020204030204" pitchFamily="34" charset="0"/>
                <a:cs typeface="Calibri" panose="020F0502020204030204" pitchFamily="34" charset="0"/>
              </a:rPr>
              <a:t>Having said that, </a:t>
            </a:r>
            <a:r>
              <a:rPr lang="en-US" sz="1800" dirty="0">
                <a:highlight>
                  <a:srgbClr val="FF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you can still ask for help on overdue tasks during the workshops</a:t>
            </a:r>
            <a:r>
              <a:rPr lang="en-US" sz="1800" dirty="0">
                <a:ea typeface="Calibri" panose="020F0502020204030204" pitchFamily="34" charset="0"/>
                <a:cs typeface="Calibri" panose="020F0502020204030204" pitchFamily="34" charset="0"/>
              </a:rPr>
              <a:t>, although the priority goes to the current tasks (released and not due yet). </a:t>
            </a:r>
            <a:endParaRPr lang="en-U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Before completing any task, please read the instructions in the </a:t>
            </a:r>
            <a:r>
              <a:rPr lang="en-US" sz="1800" u="sng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task description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and task </a:t>
            </a:r>
            <a:r>
              <a:rPr lang="en-US" sz="1800" u="sng" dirty="0">
                <a:effectLst/>
                <a:highlight>
                  <a:srgbClr val="FFFF00"/>
                </a:highlight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completion form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; submit via OnTrack: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https://ontrack.deakin.edu.au/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5994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21AB-F14B-6109-2ACD-1409A3EEE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192" y="-97953"/>
            <a:ext cx="10869248" cy="1205491"/>
          </a:xfrm>
        </p:spPr>
        <p:txBody>
          <a:bodyPr>
            <a:normAutofit/>
          </a:bodyPr>
          <a:lstStyle/>
          <a:p>
            <a:r>
              <a:rPr lang="en-US" dirty="0"/>
              <a:t>Assessment: Submission Items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E464E558-AB47-8042-B3DF-EDB12E0D69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2151852"/>
              </p:ext>
            </p:extLst>
          </p:nvPr>
        </p:nvGraphicFramePr>
        <p:xfrm>
          <a:off x="600911" y="2087056"/>
          <a:ext cx="10636529" cy="3761934"/>
        </p:xfrm>
        <a:graphic>
          <a:graphicData uri="http://schemas.openxmlformats.org/drawingml/2006/table">
            <a:tbl>
              <a:tblPr firstRow="1" firstCol="1" bandRow="1"/>
              <a:tblGrid>
                <a:gridCol w="2654064">
                  <a:extLst>
                    <a:ext uri="{9D8B030D-6E8A-4147-A177-3AD203B41FA5}">
                      <a16:colId xmlns:a16="http://schemas.microsoft.com/office/drawing/2014/main" val="2596488181"/>
                    </a:ext>
                  </a:extLst>
                </a:gridCol>
                <a:gridCol w="7982465">
                  <a:extLst>
                    <a:ext uri="{9D8B030D-6E8A-4147-A177-3AD203B41FA5}">
                      <a16:colId xmlns:a16="http://schemas.microsoft.com/office/drawing/2014/main" val="2828197536"/>
                    </a:ext>
                  </a:extLst>
                </a:gridCol>
              </a:tblGrid>
              <a:tr h="27805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 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164" marR="91164" marT="1266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Submission Items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164" marR="91164" marT="1266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227821"/>
                  </a:ext>
                </a:extLst>
              </a:tr>
              <a:tr h="79175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Pass Tasks P1-P8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164" marR="91164" marT="1266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rtl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P1: </a:t>
                      </a:r>
                      <a:r>
                        <a:rPr lang="en-US" sz="1600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Sign and submit 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assessment guideline via OnTrack. 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P2-P8: Submit the </a:t>
                      </a:r>
                      <a:r>
                        <a:rPr lang="en-US" sz="1600" u="sng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 completion</a:t>
                      </a:r>
                      <a:r>
                        <a:rPr lang="en-US" sz="1600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report 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(PDF file) via OnTrack.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998862"/>
                  </a:ext>
                </a:extLst>
              </a:tr>
              <a:tr h="71756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highlight>
                            <a:srgbClr val="00FF0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 Tasks C1-C2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164" marR="91164" marT="1266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rtl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Submit the </a:t>
                      </a:r>
                      <a:r>
                        <a:rPr lang="en-US" sz="1600" u="sng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 completion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report (PDF file) via OnTrack.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Submit the 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Jupyter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Notebook (</a:t>
                      </a:r>
                      <a:r>
                        <a:rPr lang="en-US" sz="1600" dirty="0" err="1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ipynb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file) via OnTrack.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682509"/>
                  </a:ext>
                </a:extLst>
              </a:tr>
              <a:tr h="953625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effectLst/>
                          <a:highlight>
                            <a:srgbClr val="00FFFF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Distinction Task D1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164" marR="91164" marT="1266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rtl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Submit the </a:t>
                      </a:r>
                      <a:r>
                        <a:rPr lang="en-US" sz="1600" u="sng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 completion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report (PDF file) via OnTrack; a </a:t>
                      </a:r>
                      <a:r>
                        <a:rPr lang="en-US" sz="1600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link to the </a:t>
                      </a:r>
                      <a:r>
                        <a:rPr lang="en-US" sz="1600" u="sng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 recording</a:t>
                      </a:r>
                      <a:r>
                        <a:rPr lang="en-US" sz="1600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must be </a:t>
                      </a:r>
                      <a:r>
                        <a:rPr lang="en-US" sz="1600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included in the </a:t>
                      </a:r>
                      <a:r>
                        <a:rPr lang="en-US" sz="1600" u="sng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 completion</a:t>
                      </a:r>
                      <a:r>
                        <a:rPr lang="en-US" sz="1600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report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Submit the 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Jupyter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Notebook (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ipynb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file) via OnTrack.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9114276"/>
                  </a:ext>
                </a:extLst>
              </a:tr>
              <a:tr h="1020948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highlight>
                            <a:srgbClr val="FF00FF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Distinction Task HD1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164" marR="91164" marT="1266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rtl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Submit the </a:t>
                      </a:r>
                      <a:r>
                        <a:rPr lang="en-US" sz="1600" u="sng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 completion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report (PDF file) via OnTrack; a link to the </a:t>
                      </a:r>
                      <a:r>
                        <a:rPr lang="en-US" sz="1600" u="sng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 recording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must be included in the </a:t>
                      </a:r>
                      <a:r>
                        <a:rPr lang="en-US" sz="1600" u="sng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 completion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report.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Submit the 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Jupyter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Notebook (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ipynb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file) via OnTrack.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2572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770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D90D76C-184F-4A96-8FE8-1114F8EE1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9DE355-E8A7-498B-A6A0-54D03B95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CDC5E-1C66-CF9E-7E28-C93C2433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122363"/>
            <a:ext cx="5469934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Task Completion Report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9FA2D2-029B-AA4E-DB06-BAE7E59A2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5146" b="12708"/>
          <a:stretch/>
        </p:blipFill>
        <p:spPr>
          <a:xfrm>
            <a:off x="6083644" y="283093"/>
            <a:ext cx="6108356" cy="645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5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1B91E-D867-34BD-9360-1A840D817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Assessment: Feedback 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3233BB4B-E89F-2889-EA84-1612B4A02E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852606"/>
              </p:ext>
            </p:extLst>
          </p:nvPr>
        </p:nvGraphicFramePr>
        <p:xfrm>
          <a:off x="613498" y="1922551"/>
          <a:ext cx="11164845" cy="3724500"/>
        </p:xfrm>
        <a:graphic>
          <a:graphicData uri="http://schemas.openxmlformats.org/drawingml/2006/table">
            <a:tbl>
              <a:tblPr firstRow="1" firstCol="1" bandRow="1"/>
              <a:tblGrid>
                <a:gridCol w="1726931">
                  <a:extLst>
                    <a:ext uri="{9D8B030D-6E8A-4147-A177-3AD203B41FA5}">
                      <a16:colId xmlns:a16="http://schemas.microsoft.com/office/drawing/2014/main" val="1870599104"/>
                    </a:ext>
                  </a:extLst>
                </a:gridCol>
                <a:gridCol w="3298371">
                  <a:extLst>
                    <a:ext uri="{9D8B030D-6E8A-4147-A177-3AD203B41FA5}">
                      <a16:colId xmlns:a16="http://schemas.microsoft.com/office/drawing/2014/main" val="4087880190"/>
                    </a:ext>
                  </a:extLst>
                </a:gridCol>
                <a:gridCol w="6139543">
                  <a:extLst>
                    <a:ext uri="{9D8B030D-6E8A-4147-A177-3AD203B41FA5}">
                      <a16:colId xmlns:a16="http://schemas.microsoft.com/office/drawing/2014/main" val="235372645"/>
                    </a:ext>
                  </a:extLst>
                </a:gridCol>
              </a:tblGrid>
              <a:tr h="312633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Feedback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02" marR="102502" marT="14236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Meaning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02" marR="102502" marT="14236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Required Action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02" marR="102502" marT="14236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723457"/>
                  </a:ext>
                </a:extLst>
              </a:tr>
              <a:tr h="55636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submission meets the essential requirements of the task and is ready for inclusion in the portfolio.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rtl="0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further action is required.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131672"/>
                  </a:ext>
                </a:extLst>
              </a:tr>
              <a:tr h="5563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Discuss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tutor would like to discuss the submission with the student.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rtl="0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Respond to the tutor’s questions via OnTrack</a:t>
                      </a: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7430576"/>
                  </a:ext>
                </a:extLst>
              </a:tr>
              <a:tr h="5563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Demonstrate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tutor would like the student to demonstrate the submission.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rtl="0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Meet with the </a:t>
                      </a: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tutor (online/on-campus) </a:t>
                      </a: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demonstrate your submission.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7132508"/>
                  </a:ext>
                </a:extLst>
              </a:tr>
              <a:tr h="11197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Fix and Resubmit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submission needs to be improved or fixed.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rtl="0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Fix your submission and resubmit.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u="sng" dirty="0">
                          <a:effectLst/>
                          <a:highlight>
                            <a:srgbClr val="C0C0C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Maximum of 2 resubmissions</a:t>
                      </a:r>
                      <a:r>
                        <a:rPr lang="en-US" sz="1400" u="sng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are allowed per task, but </a:t>
                      </a:r>
                      <a:r>
                        <a:rPr lang="en-US" sz="1400" u="sng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only the first resubmission</a:t>
                      </a: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will receive further feedback</a:t>
                      </a: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– only if it is received </a:t>
                      </a: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within 7 days of the initial feedback</a:t>
                      </a: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The 2nd resubmission can be made anytime by the end of Week 12 (the Deadline) with no feedback.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5074273"/>
                  </a:ext>
                </a:extLst>
              </a:tr>
              <a:tr h="31263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Fail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submission has failed to meet the essential requirements of the task.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rtl="0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action is required.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2793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9F05A3C-B2A8-F008-617C-C2D28CE7F9AB}"/>
              </a:ext>
            </a:extLst>
          </p:cNvPr>
          <p:cNvSpPr txBox="1"/>
          <p:nvPr/>
        </p:nvSpPr>
        <p:spPr>
          <a:xfrm>
            <a:off x="548846" y="5773237"/>
            <a:ext cx="11643154" cy="527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You are </a:t>
            </a:r>
            <a:r>
              <a:rPr lang="en-US" sz="1200" u="sng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not allowed to make more than 3 submissions per task</a:t>
            </a:r>
            <a:r>
              <a:rPr lang="en-US" sz="1200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(original submission plus a maximum of 2 resubmissions). </a:t>
            </a:r>
          </a:p>
          <a:p>
            <a:pPr marR="0" lvl="0" algn="just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If you mistakenly exceeded this limit, please contact your tutor; they will help you fix the issue. </a:t>
            </a:r>
            <a:endParaRPr lang="en-US" sz="1200" dirty="0">
              <a:solidFill>
                <a:srgbClr val="FF0000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148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3F9B-A471-BA88-0D02-B40C63951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252" y="154"/>
            <a:ext cx="10869248" cy="1205491"/>
          </a:xfrm>
        </p:spPr>
        <p:txBody>
          <a:bodyPr/>
          <a:lstStyle/>
          <a:p>
            <a:r>
              <a:rPr lang="en-US" dirty="0"/>
              <a:t>Assessment: Portfolio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A7940-17C8-F702-552B-051374F74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032908"/>
            <a:ext cx="10869248" cy="3745201"/>
          </a:xfrm>
        </p:spPr>
        <p:txBody>
          <a:bodyPr/>
          <a:lstStyle/>
          <a:p>
            <a:pPr marL="285750" marR="0" indent="-285750" algn="just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By the end of Week 12, you will need to </a:t>
            </a:r>
            <a:r>
              <a:rPr lang="en-US" sz="1800" u="sng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create your final portfolio,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including all your completed tasks.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811C96-D421-4648-2B30-778F37085D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85" t="11801" b="5909"/>
          <a:stretch/>
        </p:blipFill>
        <p:spPr>
          <a:xfrm>
            <a:off x="1385207" y="2481943"/>
            <a:ext cx="9596066" cy="407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12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28AA5B0-EA1F-42BB-AE4B-1A06337DD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5B6F84-73EF-47ED-850E-4308B2C0D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8111"/>
            <a:ext cx="12192000" cy="2279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B7DFE-F0DD-AC44-2316-DC035DC4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799988"/>
            <a:ext cx="10869248" cy="1506684"/>
          </a:xfrm>
        </p:spPr>
        <p:txBody>
          <a:bodyPr anchor="ctr">
            <a:normAutofit/>
          </a:bodyPr>
          <a:lstStyle/>
          <a:p>
            <a:r>
              <a:rPr lang="en-US" dirty="0"/>
              <a:t>No Extensions for the Tasks!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4466C-DD22-FC43-C489-EB85A8927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95" y="221876"/>
            <a:ext cx="5815781" cy="4356235"/>
          </a:xfrm>
        </p:spPr>
        <p:txBody>
          <a:bodyPr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Please note the difference between the </a:t>
            </a:r>
            <a:r>
              <a:rPr lang="en-US" b="1" dirty="0"/>
              <a:t>Due Date </a:t>
            </a:r>
            <a:r>
              <a:rPr lang="en-US" dirty="0"/>
              <a:t>of a task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dirty="0"/>
              <a:t>the</a:t>
            </a:r>
            <a:r>
              <a:rPr lang="en-US" b="1" dirty="0"/>
              <a:t> Deadline. </a:t>
            </a:r>
          </a:p>
          <a:p>
            <a:pPr marL="4000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dirty="0">
                <a:highlight>
                  <a:srgbClr val="FFFF00"/>
                </a:highlight>
              </a:rPr>
              <a:t>Due Date </a:t>
            </a:r>
            <a:r>
              <a:rPr lang="en-US" sz="2000" dirty="0"/>
              <a:t>aims to regulate the </a:t>
            </a:r>
            <a:r>
              <a:rPr lang="en-US" sz="2000" dirty="0">
                <a:highlight>
                  <a:srgbClr val="FFFF00"/>
                </a:highlight>
              </a:rPr>
              <a:t>feedback</a:t>
            </a:r>
            <a:r>
              <a:rPr lang="en-US" sz="2000" dirty="0"/>
              <a:t> process; it </a:t>
            </a:r>
            <a:r>
              <a:rPr lang="en-US" sz="2000" dirty="0">
                <a:highlight>
                  <a:srgbClr val="FFFF00"/>
                </a:highlight>
              </a:rPr>
              <a:t>cannot be extended. </a:t>
            </a:r>
          </a:p>
          <a:p>
            <a:pPr marL="4000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There is </a:t>
            </a:r>
            <a:r>
              <a:rPr lang="en-US" sz="2000" u="sng" dirty="0">
                <a:highlight>
                  <a:srgbClr val="FFFF00"/>
                </a:highlight>
              </a:rPr>
              <a:t>one Deadline for all tasks</a:t>
            </a:r>
            <a:r>
              <a:rPr lang="en-US" sz="2000" u="sng" dirty="0"/>
              <a:t>, </a:t>
            </a:r>
            <a:r>
              <a:rPr lang="en-US" sz="2000" dirty="0"/>
              <a:t>and it </a:t>
            </a:r>
            <a:r>
              <a:rPr lang="en-US" sz="2000" dirty="0">
                <a:highlight>
                  <a:srgbClr val="FFFF00"/>
                </a:highlight>
              </a:rPr>
              <a:t>cannot be extended</a:t>
            </a:r>
            <a:r>
              <a:rPr lang="en-US" sz="2000" dirty="0"/>
              <a:t>:  </a:t>
            </a:r>
            <a:r>
              <a:rPr lang="en-US" sz="2000" dirty="0">
                <a:effectLst/>
                <a:highlight>
                  <a:srgbClr val="D5FC79"/>
                </a:highligh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 of Week 12 - Friday.</a:t>
            </a:r>
            <a:endParaRPr lang="en-US" sz="2000" dirty="0"/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student </a:t>
            </a:r>
            <a:r>
              <a:rPr lang="en-US" dirty="0">
                <a:highlight>
                  <a:srgbClr val="FFFF00"/>
                </a:highlight>
              </a:rPr>
              <a:t>cannot expect feedback </a:t>
            </a:r>
            <a:r>
              <a:rPr lang="en-US" dirty="0"/>
              <a:t>via OnTrack if they submit a task </a:t>
            </a:r>
            <a:r>
              <a:rPr lang="en-US" dirty="0">
                <a:highlight>
                  <a:srgbClr val="FFFF00"/>
                </a:highlight>
              </a:rPr>
              <a:t>after the due date</a:t>
            </a:r>
            <a:r>
              <a:rPr lang="en-US" dirty="0"/>
              <a:t>, but their submission will still be </a:t>
            </a:r>
            <a:r>
              <a:rPr lang="en-US" dirty="0">
                <a:highlight>
                  <a:srgbClr val="FFFF00"/>
                </a:highlight>
              </a:rPr>
              <a:t>marked as long as it is submitted by the deadline</a:t>
            </a:r>
            <a:r>
              <a:rPr lang="en-US" dirty="0"/>
              <a:t>; </a:t>
            </a:r>
            <a:r>
              <a:rPr lang="en-US" i="1" dirty="0">
                <a:highlight>
                  <a:srgbClr val="FFFF00"/>
                </a:highlight>
              </a:rPr>
              <a:t>feedback can be provided during the workshops</a:t>
            </a:r>
            <a:r>
              <a:rPr lang="en-US" dirty="0"/>
              <a:t>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  <p:pic>
        <p:nvPicPr>
          <p:cNvPr id="5" name="Picture 4" descr="Calendar">
            <a:extLst>
              <a:ext uri="{FF2B5EF4-FFF2-40B4-BE49-F238E27FC236}">
                <a16:creationId xmlns:a16="http://schemas.microsoft.com/office/drawing/2014/main" id="{B32C8D59-DA0F-399F-8CAB-3EE016A94A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9" r="8757" b="-3"/>
          <a:stretch/>
        </p:blipFill>
        <p:spPr>
          <a:xfrm>
            <a:off x="6095998" y="10"/>
            <a:ext cx="6096002" cy="457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68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3EB9F-C24F-BBFE-824F-2B384793E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02" y="93424"/>
            <a:ext cx="10869248" cy="1205491"/>
          </a:xfrm>
        </p:spPr>
        <p:txBody>
          <a:bodyPr/>
          <a:lstStyle/>
          <a:p>
            <a:r>
              <a:rPr lang="en-US" dirty="0"/>
              <a:t>Assessment: Plagiarism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43C86-7E6A-B606-B218-4E590FF8E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852" y="2579817"/>
            <a:ext cx="10869248" cy="1785149"/>
          </a:xfrm>
        </p:spPr>
        <p:txBody>
          <a:bodyPr/>
          <a:lstStyle/>
          <a:p>
            <a:pPr marL="342900" marR="0" lvl="0" indent="-342900" algn="just" rtl="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SIT112 has </a:t>
            </a:r>
            <a:r>
              <a:rPr lang="en-US" sz="2400" u="sng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zero tolerance for plagiarism</a:t>
            </a:r>
            <a:r>
              <a:rPr lang="en-US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24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plagiarised</a:t>
            </a:r>
            <a:r>
              <a:rPr lang="en-US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submissions will be </a:t>
            </a:r>
            <a:r>
              <a:rPr lang="en-US" sz="2400" dirty="0">
                <a:effectLst/>
                <a:highlight>
                  <a:srgbClr val="FF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flagged as Fail and reported</a:t>
            </a:r>
            <a:r>
              <a:rPr lang="en-US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to the academic integrity committee for further investigation.</a:t>
            </a:r>
            <a:endParaRPr lang="en-US" sz="2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algn="just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741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F182B-8C5C-1949-087E-1A1ED1602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69" y="0"/>
            <a:ext cx="10869248" cy="1205491"/>
          </a:xfrm>
        </p:spPr>
        <p:txBody>
          <a:bodyPr/>
          <a:lstStyle/>
          <a:p>
            <a:r>
              <a:rPr lang="en-US" dirty="0"/>
              <a:t>Help-Hub Sessions (Online)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46C89D-3282-7E7A-F298-F987A0A0D7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6806893"/>
              </p:ext>
            </p:extLst>
          </p:nvPr>
        </p:nvGraphicFramePr>
        <p:xfrm>
          <a:off x="941683" y="2334985"/>
          <a:ext cx="10308634" cy="3252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6859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2C78F-CA91-70BD-1B5C-A4B77856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198781"/>
          </a:xfrm>
        </p:spPr>
        <p:txBody>
          <a:bodyPr>
            <a:normAutofit/>
          </a:bodyPr>
          <a:lstStyle/>
          <a:p>
            <a:r>
              <a:rPr lang="en-US" dirty="0"/>
              <a:t>ChatGPT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05193-47CB-D365-7C7F-198F51116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1" y="2983211"/>
            <a:ext cx="5273991" cy="3122036"/>
          </a:xfrm>
        </p:spPr>
        <p:txBody>
          <a:bodyPr>
            <a:normAutofit/>
          </a:bodyPr>
          <a:lstStyle/>
          <a:p>
            <a:pPr marL="342900" marR="0" lvl="0" indent="-342900" rtl="0">
              <a:spcBef>
                <a:spcPts val="20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6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In this unit, we </a:t>
            </a:r>
            <a:r>
              <a:rPr lang="en-US" sz="1600" b="1" dirty="0">
                <a:solidFill>
                  <a:srgbClr val="FFC00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encourage</a:t>
            </a:r>
            <a:r>
              <a:rPr lang="en-US" sz="16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you to use ChatGPT when appropriate. </a:t>
            </a:r>
          </a:p>
          <a:p>
            <a:pPr marL="342900" marR="0" lvl="0" indent="-342900" rtl="0">
              <a:spcBef>
                <a:spcPts val="20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6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The tutors will help you navigate your way through this new world of AI in education to have an enjoyable learning experience! </a:t>
            </a:r>
          </a:p>
          <a:p>
            <a:pPr marL="342900" marR="0" lvl="0" indent="-342900" rtl="0">
              <a:spcBef>
                <a:spcPts val="200"/>
              </a:spcBef>
              <a:spcAft>
                <a:spcPts val="0"/>
              </a:spcAft>
              <a:buFont typeface="Symbol" pitchFamily="2" charset="2"/>
              <a:buChar char=""/>
            </a:pP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77FB8E-AA3A-5E28-2415-D3FF4F761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232" y="27249"/>
            <a:ext cx="5948909" cy="6799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242BB-93AD-8B5B-4C5E-8C308F3A7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83" y="1172415"/>
            <a:ext cx="19939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47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36A7-CD4B-854D-5780-8C4C048E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– Asking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73D58-F57F-FA15-824C-67B2C33D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065467"/>
            <a:ext cx="11326448" cy="4096363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Technical Questions: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Any technical questions about the lectures or tasks should be asked during the </a:t>
            </a:r>
            <a:r>
              <a:rPr lang="en-US" dirty="0">
                <a:highlight>
                  <a:srgbClr val="FFFF00"/>
                </a:highlight>
              </a:rPr>
              <a:t>Workshops</a:t>
            </a:r>
            <a:r>
              <a:rPr lang="en-US" dirty="0"/>
              <a:t>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If you are attending the online workshops, you can ask your tutors to help you in a </a:t>
            </a:r>
            <a:r>
              <a:rPr lang="en-US" dirty="0">
                <a:highlight>
                  <a:srgbClr val="FFFF00"/>
                </a:highlight>
              </a:rPr>
              <a:t>one-to-one</a:t>
            </a:r>
            <a:r>
              <a:rPr lang="en-US" dirty="0"/>
              <a:t> (breakout) session.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Non-Technical Questions: 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Directly email the unit chair: </a:t>
            </a:r>
            <a:r>
              <a:rPr lang="en-US" dirty="0">
                <a:highlight>
                  <a:srgbClr val="FFFF00"/>
                </a:highlight>
              </a:rPr>
              <a:t>f.ansarizadeh@deakin.edu.au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Your subject line must contain:  </a:t>
            </a:r>
            <a:r>
              <a:rPr lang="en-US" dirty="0">
                <a:highlight>
                  <a:srgbClr val="FFFF00"/>
                </a:highlight>
              </a:rPr>
              <a:t>SIT112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dirty="0"/>
              <a:t>For any email sent, your subject line </a:t>
            </a:r>
            <a:r>
              <a:rPr lang="en-US" b="1" dirty="0"/>
              <a:t>must contain "SIT112” </a:t>
            </a:r>
            <a:r>
              <a:rPr lang="en-US" dirty="0"/>
              <a:t>without the quotation mark. 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dirty="0"/>
              <a:t>Emails that do not follow this rule in the subject line may get a </a:t>
            </a:r>
            <a:r>
              <a:rPr lang="en-US" dirty="0">
                <a:highlight>
                  <a:srgbClr val="FFFF00"/>
                </a:highlight>
              </a:rPr>
              <a:t>delayed response </a:t>
            </a:r>
            <a:r>
              <a:rPr lang="en-US" dirty="0"/>
              <a:t>or get buried in a busy mailbox.</a:t>
            </a:r>
            <a:endParaRPr lang="en-US" dirty="0">
              <a:highlight>
                <a:srgbClr val="FFFF00"/>
              </a:highlight>
            </a:endParaRP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You can expect an answer within </a:t>
            </a:r>
            <a:r>
              <a:rPr lang="en-US" dirty="0">
                <a:highlight>
                  <a:srgbClr val="FFFF00"/>
                </a:highlight>
              </a:rPr>
              <a:t>2 </a:t>
            </a:r>
            <a:r>
              <a:rPr lang="en-US" u="sng" dirty="0">
                <a:highlight>
                  <a:srgbClr val="FFFF00"/>
                </a:highlight>
              </a:rPr>
              <a:t>working</a:t>
            </a:r>
            <a:r>
              <a:rPr lang="en-US" dirty="0">
                <a:highlight>
                  <a:srgbClr val="FFFF00"/>
                </a:highlight>
              </a:rPr>
              <a:t> days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directly message me on</a:t>
            </a:r>
            <a:r>
              <a:rPr lang="en-US" dirty="0">
                <a:highlight>
                  <a:srgbClr val="FFFF00"/>
                </a:highlight>
              </a:rPr>
              <a:t> MS Teams.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773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58906-1149-447F-BF07-D608911E8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38" y="0"/>
            <a:ext cx="10869248" cy="1205491"/>
          </a:xfrm>
        </p:spPr>
        <p:txBody>
          <a:bodyPr/>
          <a:lstStyle/>
          <a:p>
            <a:r>
              <a:rPr lang="en-US" dirty="0"/>
              <a:t>Communication - 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10EE2-0380-5F75-67CD-A7A2E0C18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622869"/>
            <a:ext cx="5298410" cy="3332134"/>
          </a:xfrm>
        </p:spPr>
        <p:txBody>
          <a:bodyPr>
            <a:normAutofit/>
          </a:bodyPr>
          <a:lstStyle/>
          <a:p>
            <a:pPr marL="285750" indent="-2857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cs typeface="Calibri" panose="020F0502020204030204" pitchFamily="34" charset="0"/>
              </a:rPr>
              <a:t>We use </a:t>
            </a:r>
            <a:r>
              <a:rPr lang="en-US" sz="2400" dirty="0" err="1">
                <a:cs typeface="Calibri" panose="020F0502020204030204" pitchFamily="34" charset="0"/>
              </a:rPr>
              <a:t>CloudDeakin</a:t>
            </a:r>
            <a:r>
              <a:rPr lang="en-US" sz="2400" dirty="0">
                <a:cs typeface="Calibri" panose="020F0502020204030204" pitchFamily="34" charset="0"/>
              </a:rPr>
              <a:t> </a:t>
            </a:r>
            <a:r>
              <a:rPr lang="en-US" sz="2400" dirty="0">
                <a:highlight>
                  <a:srgbClr val="FFFF00"/>
                </a:highlight>
                <a:cs typeface="Calibri" panose="020F0502020204030204" pitchFamily="34" charset="0"/>
              </a:rPr>
              <a:t>announcements</a:t>
            </a:r>
            <a:r>
              <a:rPr lang="en-US" sz="2400" dirty="0">
                <a:cs typeface="Calibri" panose="020F0502020204030204" pitchFamily="34" charset="0"/>
              </a:rPr>
              <a:t> to communicate any updates, news, and changes about the lectures, workshops, tasks, etc.</a:t>
            </a:r>
          </a:p>
          <a:p>
            <a:pPr marL="285750" indent="-2857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cs typeface="Calibri" panose="020F0502020204030204" pitchFamily="34" charset="0"/>
              </a:rPr>
              <a:t>You are </a:t>
            </a:r>
            <a:r>
              <a:rPr lang="en-US" sz="2400" dirty="0">
                <a:highlight>
                  <a:srgbClr val="FFFF00"/>
                </a:highlight>
                <a:cs typeface="Calibri" panose="020F0502020204030204" pitchFamily="34" charset="0"/>
              </a:rPr>
              <a:t>expected to read the announcements </a:t>
            </a:r>
            <a:r>
              <a:rPr lang="en-US" sz="2400" dirty="0">
                <a:cs typeface="Calibri" panose="020F0502020204030204" pitchFamily="34" charset="0"/>
              </a:rPr>
              <a:t>carefully.</a:t>
            </a:r>
          </a:p>
        </p:txBody>
      </p:sp>
      <p:pic>
        <p:nvPicPr>
          <p:cNvPr id="5" name="Picture 2" descr="Students, Announcement, Communication">
            <a:extLst>
              <a:ext uri="{FF2B5EF4-FFF2-40B4-BE49-F238E27FC236}">
                <a16:creationId xmlns:a16="http://schemas.microsoft.com/office/drawing/2014/main" id="{8E59570E-DAD3-108E-F8A8-810822EA2C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92" r="6859"/>
          <a:stretch/>
        </p:blipFill>
        <p:spPr bwMode="auto">
          <a:xfrm>
            <a:off x="6327006" y="1863129"/>
            <a:ext cx="5748603" cy="469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899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2997C5-9EEA-C9CD-E933-AD6D83F4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07" y="136525"/>
            <a:ext cx="4609963" cy="1251404"/>
          </a:xfrm>
        </p:spPr>
        <p:txBody>
          <a:bodyPr>
            <a:normAutofit/>
          </a:bodyPr>
          <a:lstStyle/>
          <a:p>
            <a:r>
              <a:rPr lang="en-US" dirty="0"/>
              <a:t>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5021A-2603-D3D6-F259-920A3DAF6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99" y="1926771"/>
            <a:ext cx="5715000" cy="357595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During the Workshops: we may allocate some time to discussion.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Outside the Workshops: you can continue to discuss on the student forum.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The student forum is to encourage discussion among the students; </a:t>
            </a:r>
            <a:r>
              <a:rPr lang="en-US" sz="1800" b="1" dirty="0">
                <a:solidFill>
                  <a:srgbClr val="FFC000"/>
                </a:solidFill>
              </a:rPr>
              <a:t>they are not frequently monitored by the teaching team.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F8F652-A969-82C3-6C2B-18092D6A6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654" y="-12192"/>
            <a:ext cx="52802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818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7F051-7DC2-D06D-189F-822C93C5A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580" y="0"/>
            <a:ext cx="10869248" cy="1205491"/>
          </a:xfrm>
        </p:spPr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4A961-5A81-5B88-4B54-BFBC1595C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797" y="2057302"/>
            <a:ext cx="11442405" cy="4096363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Work on your tasks as early as possible; do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not procrastinate</a:t>
            </a:r>
            <a:r>
              <a:rPr lang="en-US" dirty="0">
                <a:latin typeface="Cambria" panose="02040503050406030204" pitchFamily="18" charset="0"/>
              </a:rPr>
              <a:t>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D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emonstrate</a:t>
            </a:r>
            <a:r>
              <a:rPr lang="en-US" dirty="0">
                <a:latin typeface="Cambria" panose="02040503050406030204" pitchFamily="18" charset="0"/>
              </a:rPr>
              <a:t> your work to the tutors and ask for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in-class feedback</a:t>
            </a:r>
            <a:r>
              <a:rPr lang="en-US" dirty="0">
                <a:latin typeface="Cambria" panose="02040503050406030204" pitchFamily="18" charset="0"/>
              </a:rPr>
              <a:t>. </a:t>
            </a:r>
            <a:r>
              <a:rPr lang="en-US" dirty="0"/>
              <a:t>That is especially useful for Credit, Distinction, and High Distinction tasks. Your tutors can tell you how far your task is from completion. </a:t>
            </a:r>
            <a:endParaRPr lang="en-US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Try </a:t>
            </a:r>
            <a:r>
              <a:rPr lang="en-US" dirty="0">
                <a:highlight>
                  <a:srgbClr val="FFFF00"/>
                </a:highlight>
              </a:rPr>
              <a:t>not to miss the due dates</a:t>
            </a:r>
            <a:r>
              <a:rPr lang="en-US" dirty="0"/>
              <a:t>; you still can resubmit if the tutor did not flag your initial submission as complete </a:t>
            </a:r>
            <a:r>
              <a:rPr lang="en-US" dirty="0">
                <a:sym typeface="Wingdings" pitchFamily="2" charset="2"/>
              </a:rPr>
              <a:t></a:t>
            </a:r>
            <a:r>
              <a:rPr lang="en-US" dirty="0"/>
              <a:t> </a:t>
            </a:r>
            <a:endParaRPr lang="en-US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Learn how to use </a:t>
            </a:r>
            <a:r>
              <a:rPr lang="en-US" dirty="0" err="1">
                <a:highlight>
                  <a:srgbClr val="FFFF00"/>
                </a:highlight>
              </a:rPr>
              <a:t>ChatGPT</a:t>
            </a:r>
            <a:r>
              <a:rPr lang="en-US" dirty="0">
                <a:highlight>
                  <a:srgbClr val="FFFF00"/>
                </a:highlight>
              </a:rPr>
              <a:t> as your personal tutor!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Set a </a:t>
            </a:r>
            <a:r>
              <a:rPr lang="en-US" dirty="0">
                <a:highlight>
                  <a:srgbClr val="FFFF00"/>
                </a:highlight>
              </a:rPr>
              <a:t>realistic target grade </a:t>
            </a:r>
            <a:r>
              <a:rPr lang="en-US" dirty="0"/>
              <a:t>that matches your skills, the grade requirements, and your career/study plans. If you are not sure, talk to the teaching team; they will be able to guide you.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Feel free to </a:t>
            </a:r>
            <a:r>
              <a:rPr lang="en-US" dirty="0">
                <a:highlight>
                  <a:srgbClr val="FFFF00"/>
                </a:highlight>
              </a:rPr>
              <a:t>communicate</a:t>
            </a:r>
            <a:r>
              <a:rPr lang="en-US" dirty="0"/>
              <a:t> any obstacle that prevents you from achieving your target grade; we can always help you overcome it - as long as the target grade is set realistically.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 respectful to the tutors; they are there to help you achieve your goals!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Stay positive and don’t be stressed; teaching and learning  must be joyful </a:t>
            </a:r>
            <a:r>
              <a:rPr lang="en-US" dirty="0">
                <a:sym typeface="Wingdings" pitchFamily="2" charset="2"/>
              </a:rPr>
              <a:t>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3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317ADF9C-7729-43E0-B44E-3392C2BD0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C264CE6C-E4DD-47B0-947A-FE4B1135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28C87E-3275-CF97-FC0B-4528AAE0E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102" y="226333"/>
            <a:ext cx="5252571" cy="27664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Something about this unit has made me feel stressed. What should I do?</a:t>
            </a:r>
          </a:p>
        </p:txBody>
      </p:sp>
      <p:pic>
        <p:nvPicPr>
          <p:cNvPr id="2050" name="Picture 2" descr="Free relaxation meditation health illustration">
            <a:extLst>
              <a:ext uri="{FF2B5EF4-FFF2-40B4-BE49-F238E27FC236}">
                <a16:creationId xmlns:a16="http://schemas.microsoft.com/office/drawing/2014/main" id="{2812C601-34FC-C7A1-D010-DBBC300D62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88" r="-2" b="24686"/>
          <a:stretch/>
        </p:blipFill>
        <p:spPr bwMode="auto">
          <a:xfrm>
            <a:off x="20" y="3429000"/>
            <a:ext cx="609597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DDB2F-D309-154D-29A1-EF79C0B6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9100" y="418859"/>
            <a:ext cx="5183746" cy="5586654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1</a:t>
            </a:r>
            <a:r>
              <a:rPr lang="en-US" dirty="0"/>
              <a:t>: </a:t>
            </a:r>
            <a:r>
              <a:rPr lang="en-US" dirty="0">
                <a:highlight>
                  <a:srgbClr val="FFFF00"/>
                </a:highlight>
              </a:rPr>
              <a:t>Relax</a:t>
            </a:r>
            <a:r>
              <a:rPr lang="en-US" dirty="0"/>
              <a:t> and take a deep breath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ym typeface="Wingdings" pitchFamily="2" charset="2"/>
              </a:rPr>
              <a:t>Step 2</a:t>
            </a:r>
            <a:r>
              <a:rPr lang="en-US" dirty="0">
                <a:sym typeface="Wingdings" pitchFamily="2" charset="2"/>
              </a:rPr>
              <a:t>: T</a:t>
            </a:r>
            <a:r>
              <a:rPr lang="en-US" dirty="0"/>
              <a:t>ake some time to </a:t>
            </a:r>
            <a:r>
              <a:rPr lang="en-US" dirty="0">
                <a:highlight>
                  <a:srgbClr val="FFFF00"/>
                </a:highlight>
              </a:rPr>
              <a:t>reflect</a:t>
            </a:r>
            <a:r>
              <a:rPr lang="en-US" dirty="0"/>
              <a:t> on what’s really concerned you. Make sure you have fully understood the requirements of the unit as in the Assessment Guideline. </a:t>
            </a:r>
            <a:endParaRPr lang="en-US" dirty="0">
              <a:sym typeface="Wingdings" pitchFamily="2" charset="2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3</a:t>
            </a:r>
            <a:r>
              <a:rPr lang="en-US" dirty="0"/>
              <a:t>:  </a:t>
            </a:r>
            <a:r>
              <a:rPr lang="en-US" dirty="0">
                <a:highlight>
                  <a:srgbClr val="FFFF00"/>
                </a:highlight>
              </a:rPr>
              <a:t>Communicate</a:t>
            </a:r>
            <a:r>
              <a:rPr lang="en-US" dirty="0"/>
              <a:t> your concern, respectfully, with the teaching team; we can always find a way to help you if you have a legitimate concern. 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4</a:t>
            </a:r>
            <a:r>
              <a:rPr lang="en-US" dirty="0"/>
              <a:t>: Give the teaching team some </a:t>
            </a:r>
            <a:r>
              <a:rPr lang="en-US" dirty="0">
                <a:highlight>
                  <a:srgbClr val="FFFF00"/>
                </a:highlight>
              </a:rPr>
              <a:t>time</a:t>
            </a:r>
            <a:r>
              <a:rPr lang="en-US" dirty="0"/>
              <a:t> to find a solution and get back to you.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5</a:t>
            </a:r>
            <a:r>
              <a:rPr lang="en-US" dirty="0"/>
              <a:t>: If you did not hear from us in 2 working days, feel free to </a:t>
            </a:r>
            <a:r>
              <a:rPr lang="en-US" dirty="0">
                <a:highlight>
                  <a:srgbClr val="FFFF00"/>
                </a:highlight>
              </a:rPr>
              <a:t>follow up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29760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C28AA5B0-EA1F-42BB-AE4B-1A06337DD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4F5B6F84-73EF-47ED-850E-4308B2C0D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8111"/>
            <a:ext cx="12192000" cy="2279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28C87E-3275-CF97-FC0B-4528AAE0E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94" y="4799988"/>
            <a:ext cx="11122306" cy="1506684"/>
          </a:xfrm>
        </p:spPr>
        <p:txBody>
          <a:bodyPr anchor="ctr">
            <a:normAutofit/>
          </a:bodyPr>
          <a:lstStyle/>
          <a:p>
            <a:r>
              <a:rPr lang="en-US" dirty="0"/>
              <a:t>Can X be done differently? I (we) prefer …</a:t>
            </a:r>
          </a:p>
        </p:txBody>
      </p:sp>
      <p:pic>
        <p:nvPicPr>
          <p:cNvPr id="3074" name="Picture 2" descr="Free people social game illustration">
            <a:extLst>
              <a:ext uri="{FF2B5EF4-FFF2-40B4-BE49-F238E27FC236}">
                <a16:creationId xmlns:a16="http://schemas.microsoft.com/office/drawing/2014/main" id="{4A809743-13A0-5E74-D64D-D8957653A6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9" r="1184"/>
          <a:stretch/>
        </p:blipFill>
        <p:spPr bwMode="auto">
          <a:xfrm>
            <a:off x="20" y="10"/>
            <a:ext cx="6095979" cy="457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DDB2F-D309-154D-29A1-EF79C0B6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318" y="233450"/>
            <a:ext cx="5201877" cy="426910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buFontTx/>
              <a:buChar char="-"/>
            </a:pPr>
            <a:r>
              <a:rPr lang="en-US" dirty="0"/>
              <a:t>We celebrate diversity and recognize your preferences.  </a:t>
            </a:r>
          </a:p>
          <a:p>
            <a:pPr marL="342900" indent="-342900">
              <a:lnSpc>
                <a:spcPct val="110000"/>
              </a:lnSpc>
              <a:buFontTx/>
              <a:buChar char="-"/>
            </a:pPr>
            <a:r>
              <a:rPr lang="en-US" dirty="0"/>
              <a:t>We welcome feedback for future enhancements.</a:t>
            </a:r>
          </a:p>
          <a:p>
            <a:pPr marL="342900" indent="-342900">
              <a:lnSpc>
                <a:spcPct val="110000"/>
              </a:lnSpc>
              <a:buFontTx/>
              <a:buChar char="-"/>
            </a:pPr>
            <a:r>
              <a:rPr lang="en-US" dirty="0"/>
              <a:t>We </a:t>
            </a:r>
            <a:r>
              <a:rPr lang="en-US" u="sng" dirty="0"/>
              <a:t>cannot</a:t>
            </a:r>
            <a:r>
              <a:rPr lang="en-US" dirty="0"/>
              <a:t> incorporate preferences into a running version of the unit. </a:t>
            </a:r>
          </a:p>
          <a:p>
            <a:pPr marL="571500" lvl="1" indent="-342900">
              <a:lnSpc>
                <a:spcPct val="110000"/>
              </a:lnSpc>
              <a:buFontTx/>
              <a:buChar char="-"/>
            </a:pPr>
            <a:r>
              <a:rPr lang="en-US" dirty="0"/>
              <a:t>To avoid confusion.</a:t>
            </a:r>
          </a:p>
          <a:p>
            <a:pPr marL="571500" lvl="1" indent="-342900">
              <a:lnSpc>
                <a:spcPct val="110000"/>
              </a:lnSpc>
              <a:buFontTx/>
              <a:buChar char="-"/>
            </a:pPr>
            <a:r>
              <a:rPr lang="en-US" dirty="0"/>
              <a:t>To ensure the unit's coherence and integrity.</a:t>
            </a:r>
          </a:p>
          <a:p>
            <a:pPr marL="342900" indent="-342900">
              <a:lnSpc>
                <a:spcPct val="110000"/>
              </a:lnSpc>
              <a:buFontTx/>
              <a:buChar char="-"/>
            </a:pPr>
            <a:r>
              <a:rPr lang="en-US" dirty="0"/>
              <a:t>We thank you for your understanding and cooperation. </a:t>
            </a:r>
          </a:p>
        </p:txBody>
      </p:sp>
    </p:spTree>
    <p:extLst>
      <p:ext uri="{BB962C8B-B14F-4D97-AF65-F5344CB8AC3E}">
        <p14:creationId xmlns:p14="http://schemas.microsoft.com/office/powerpoint/2010/main" val="1443244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3F5F-2B13-28BD-3ECD-8AB6AFE2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FDC2CD-5F44-5409-D37D-72EB87FDA1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239920"/>
              </p:ext>
            </p:extLst>
          </p:nvPr>
        </p:nvGraphicFramePr>
        <p:xfrm>
          <a:off x="484552" y="2065467"/>
          <a:ext cx="10869248" cy="4096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3936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7CB86-50EA-C0C6-4417-F4453006C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Resources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D48BD47-80BF-1C1B-1E81-63B62F0D22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285403"/>
              </p:ext>
            </p:extLst>
          </p:nvPr>
        </p:nvGraphicFramePr>
        <p:xfrm>
          <a:off x="567679" y="2569580"/>
          <a:ext cx="10869248" cy="3287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8260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3087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90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Free Meeting Modern photo and picture">
            <a:extLst>
              <a:ext uri="{FF2B5EF4-FFF2-40B4-BE49-F238E27FC236}">
                <a16:creationId xmlns:a16="http://schemas.microsoft.com/office/drawing/2014/main" id="{76FBD399-7BE7-EC10-DA33-19A99166B2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32" b="7668"/>
          <a:stretch/>
        </p:blipFill>
        <p:spPr bwMode="auto">
          <a:xfrm>
            <a:off x="20" y="10"/>
            <a:ext cx="12191979" cy="6857988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2" name="Rectangle 3091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1879D-F756-F7EC-BF8D-7396BD0C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4850597"/>
            <a:ext cx="5741086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latin typeface="+mj-lt"/>
              </a:rPr>
              <a:t>End of part 1 …</a:t>
            </a:r>
          </a:p>
        </p:txBody>
      </p:sp>
    </p:spTree>
    <p:extLst>
      <p:ext uri="{BB962C8B-B14F-4D97-AF65-F5344CB8AC3E}">
        <p14:creationId xmlns:p14="http://schemas.microsoft.com/office/powerpoint/2010/main" val="3639124216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AnalogousFromDarkSeedLeftStep">
      <a:dk1>
        <a:srgbClr val="000000"/>
      </a:dk1>
      <a:lt1>
        <a:srgbClr val="FFFFFF"/>
      </a:lt1>
      <a:dk2>
        <a:srgbClr val="2F1B2F"/>
      </a:dk2>
      <a:lt2>
        <a:srgbClr val="F0F3F2"/>
      </a:lt2>
      <a:accent1>
        <a:srgbClr val="E72989"/>
      </a:accent1>
      <a:accent2>
        <a:srgbClr val="D517C6"/>
      </a:accent2>
      <a:accent3>
        <a:srgbClr val="A629E7"/>
      </a:accent3>
      <a:accent4>
        <a:srgbClr val="542AD8"/>
      </a:accent4>
      <a:accent5>
        <a:srgbClr val="294AE7"/>
      </a:accent5>
      <a:accent6>
        <a:srgbClr val="1787D5"/>
      </a:accent6>
      <a:hlink>
        <a:srgbClr val="3F40BF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1_MatrixVTI">
  <a:themeElements>
    <a:clrScheme name="AnalogousFromDarkSeedLeftStep">
      <a:dk1>
        <a:srgbClr val="000000"/>
      </a:dk1>
      <a:lt1>
        <a:srgbClr val="FFFFFF"/>
      </a:lt1>
      <a:dk2>
        <a:srgbClr val="2F1B2F"/>
      </a:dk2>
      <a:lt2>
        <a:srgbClr val="F0F3F2"/>
      </a:lt2>
      <a:accent1>
        <a:srgbClr val="E72989"/>
      </a:accent1>
      <a:accent2>
        <a:srgbClr val="D517C6"/>
      </a:accent2>
      <a:accent3>
        <a:srgbClr val="A629E7"/>
      </a:accent3>
      <a:accent4>
        <a:srgbClr val="542AD8"/>
      </a:accent4>
      <a:accent5>
        <a:srgbClr val="294AE7"/>
      </a:accent5>
      <a:accent6>
        <a:srgbClr val="1787D5"/>
      </a:accent6>
      <a:hlink>
        <a:srgbClr val="3F40BF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{92A7E645-25A4-9944-AA59-369BA7A7B2F7}tf10001070</Template>
  <TotalTime>11881</TotalTime>
  <Words>2324</Words>
  <Application>Microsoft Office PowerPoint</Application>
  <PresentationFormat>Widescreen</PresentationFormat>
  <Paragraphs>187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Avenir Next LT Pro</vt:lpstr>
      <vt:lpstr>Calibri</vt:lpstr>
      <vt:lpstr>Cambria</vt:lpstr>
      <vt:lpstr>Symbol</vt:lpstr>
      <vt:lpstr>Wingdings</vt:lpstr>
      <vt:lpstr>MatrixVTI</vt:lpstr>
      <vt:lpstr>1_MatrixVTI</vt:lpstr>
      <vt:lpstr>Introduction to Data Science &amp; AI</vt:lpstr>
      <vt:lpstr>PowerPoint Presentation</vt:lpstr>
      <vt:lpstr>Lectures: How to Access</vt:lpstr>
      <vt:lpstr>Lectures: Content</vt:lpstr>
      <vt:lpstr>Workshops</vt:lpstr>
      <vt:lpstr>Workshops: Structure</vt:lpstr>
      <vt:lpstr>Workshops: One-To-One Online Sessions</vt:lpstr>
      <vt:lpstr>Workshops: Dos and Don’ts!</vt:lpstr>
      <vt:lpstr>Assessment: Tasks</vt:lpstr>
      <vt:lpstr>Assessment : Set a Target Grade</vt:lpstr>
      <vt:lpstr>Assessment: OnTrack Task List</vt:lpstr>
      <vt:lpstr>Assessment: Working on a Task</vt:lpstr>
      <vt:lpstr>Assessment: Complete the Tasks</vt:lpstr>
      <vt:lpstr>Assessment: Submission Items</vt:lpstr>
      <vt:lpstr>Task Completion Report</vt:lpstr>
      <vt:lpstr>Assessment: Feedback </vt:lpstr>
      <vt:lpstr>Assessment: Portfolio submission</vt:lpstr>
      <vt:lpstr>No Extensions for the Tasks!</vt:lpstr>
      <vt:lpstr>Assessment: Plagiarism</vt:lpstr>
      <vt:lpstr>Help-Hub Sessions (Online)</vt:lpstr>
      <vt:lpstr>ChatGPT</vt:lpstr>
      <vt:lpstr>Communication – Asking Questions</vt:lpstr>
      <vt:lpstr>Communication - Announcements</vt:lpstr>
      <vt:lpstr>Discussions</vt:lpstr>
      <vt:lpstr>Best Practices</vt:lpstr>
      <vt:lpstr>Something about this unit has made me feel stressed. What should I do?</vt:lpstr>
      <vt:lpstr>Can X be done differently? I (we) prefer …</vt:lpstr>
      <vt:lpstr>References</vt:lpstr>
      <vt:lpstr>Online Resources</vt:lpstr>
      <vt:lpstr>End of part 1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Science</dc:title>
  <dc:creator>Davoud Mougouei</dc:creator>
  <cp:lastModifiedBy>Fatima Ansarizadeh</cp:lastModifiedBy>
  <cp:revision>642</cp:revision>
  <dcterms:created xsi:type="dcterms:W3CDTF">2023-02-28T21:57:24Z</dcterms:created>
  <dcterms:modified xsi:type="dcterms:W3CDTF">2026-07-22T01:07:30Z</dcterms:modified>
</cp:coreProperties>
</file>