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43"/>
  </p:notesMasterIdLst>
  <p:sldIdLst>
    <p:sldId id="256" r:id="rId2"/>
    <p:sldId id="339" r:id="rId3"/>
    <p:sldId id="620" r:id="rId4"/>
    <p:sldId id="375" r:id="rId5"/>
    <p:sldId id="619" r:id="rId6"/>
    <p:sldId id="621" r:id="rId7"/>
    <p:sldId id="622" r:id="rId8"/>
    <p:sldId id="623" r:id="rId9"/>
    <p:sldId id="624" r:id="rId10"/>
    <p:sldId id="625" r:id="rId11"/>
    <p:sldId id="615" r:id="rId12"/>
    <p:sldId id="626" r:id="rId13"/>
    <p:sldId id="627" r:id="rId14"/>
    <p:sldId id="628" r:id="rId15"/>
    <p:sldId id="629" r:id="rId16"/>
    <p:sldId id="630" r:id="rId17"/>
    <p:sldId id="631" r:id="rId18"/>
    <p:sldId id="632" r:id="rId19"/>
    <p:sldId id="633" r:id="rId20"/>
    <p:sldId id="616" r:id="rId21"/>
    <p:sldId id="634" r:id="rId22"/>
    <p:sldId id="635" r:id="rId23"/>
    <p:sldId id="636" r:id="rId24"/>
    <p:sldId id="637" r:id="rId25"/>
    <p:sldId id="638" r:id="rId26"/>
    <p:sldId id="617" r:id="rId27"/>
    <p:sldId id="640" r:id="rId28"/>
    <p:sldId id="646" r:id="rId29"/>
    <p:sldId id="641" r:id="rId30"/>
    <p:sldId id="642" r:id="rId31"/>
    <p:sldId id="645" r:id="rId32"/>
    <p:sldId id="644" r:id="rId33"/>
    <p:sldId id="618" r:id="rId34"/>
    <p:sldId id="654" r:id="rId35"/>
    <p:sldId id="655" r:id="rId36"/>
    <p:sldId id="656" r:id="rId37"/>
    <p:sldId id="657" r:id="rId38"/>
    <p:sldId id="651" r:id="rId39"/>
    <p:sldId id="652" r:id="rId40"/>
    <p:sldId id="340" r:id="rId41"/>
    <p:sldId id="34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5B3"/>
    <a:srgbClr val="8EFA00"/>
    <a:srgbClr val="FFFD78"/>
    <a:srgbClr val="D5FC79"/>
    <a:srgbClr val="FFD579"/>
    <a:srgbClr val="FC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C8E170-9B14-4C5C-B44B-74D85C044FC1}" v="58" dt="2026-08-16T21:54:55.366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37"/>
    <p:restoredTop sz="73684" autoAdjust="0"/>
  </p:normalViewPr>
  <p:slideViewPr>
    <p:cSldViewPr snapToGrid="0">
      <p:cViewPr varScale="1">
        <p:scale>
          <a:sx n="106" d="100"/>
          <a:sy n="106" d="100"/>
        </p:scale>
        <p:origin x="10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Ansarizadeh" userId="2e2f4077-aba0-49c7-b26f-c647714fbdc0" providerId="ADAL" clId="{4AF819A5-1A07-4075-8C4E-D726B4CE70A1}"/>
    <pc:docChg chg="undo custSel addSld delSld modSld sldOrd">
      <pc:chgData name="Fatima Ansarizadeh" userId="2e2f4077-aba0-49c7-b26f-c647714fbdc0" providerId="ADAL" clId="{4AF819A5-1A07-4075-8C4E-D726B4CE70A1}" dt="2026-08-16T21:49:48.391" v="191" actId="20577"/>
      <pc:docMkLst>
        <pc:docMk/>
      </pc:docMkLst>
      <pc:sldChg chg="modSp mod">
        <pc:chgData name="Fatima Ansarizadeh" userId="2e2f4077-aba0-49c7-b26f-c647714fbdc0" providerId="ADAL" clId="{4AF819A5-1A07-4075-8C4E-D726B4CE70A1}" dt="2026-08-15T22:26:25.398" v="47" actId="1076"/>
        <pc:sldMkLst>
          <pc:docMk/>
          <pc:sldMk cId="3931624780" sldId="339"/>
        </pc:sldMkLst>
        <pc:spChg chg="mod">
          <ac:chgData name="Fatima Ansarizadeh" userId="2e2f4077-aba0-49c7-b26f-c647714fbdc0" providerId="ADAL" clId="{4AF819A5-1A07-4075-8C4E-D726B4CE70A1}" dt="2026-08-15T22:26:25.398" v="47" actId="1076"/>
          <ac:spMkLst>
            <pc:docMk/>
            <pc:sldMk cId="3931624780" sldId="339"/>
            <ac:spMk id="3" creationId="{35A7EBEF-C5EF-C27F-584B-2C710C594F8F}"/>
          </ac:spMkLst>
        </pc:spChg>
      </pc:sldChg>
      <pc:sldChg chg="modSp mod">
        <pc:chgData name="Fatima Ansarizadeh" userId="2e2f4077-aba0-49c7-b26f-c647714fbdc0" providerId="ADAL" clId="{4AF819A5-1A07-4075-8C4E-D726B4CE70A1}" dt="2026-08-03T06:54:43.459" v="27" actId="13926"/>
        <pc:sldMkLst>
          <pc:docMk/>
          <pc:sldMk cId="2959213440" sldId="620"/>
        </pc:sldMkLst>
        <pc:spChg chg="mod">
          <ac:chgData name="Fatima Ansarizadeh" userId="2e2f4077-aba0-49c7-b26f-c647714fbdc0" providerId="ADAL" clId="{4AF819A5-1A07-4075-8C4E-D726B4CE70A1}" dt="2026-08-03T06:54:43.459" v="27" actId="13926"/>
          <ac:spMkLst>
            <pc:docMk/>
            <pc:sldMk cId="2959213440" sldId="620"/>
            <ac:spMk id="3" creationId="{C5626B37-C5AF-E395-1F74-53E18AFBC606}"/>
          </ac:spMkLst>
        </pc:spChg>
      </pc:sldChg>
      <pc:sldChg chg="addSp delSp modSp mod">
        <pc:chgData name="Fatima Ansarizadeh" userId="2e2f4077-aba0-49c7-b26f-c647714fbdc0" providerId="ADAL" clId="{4AF819A5-1A07-4075-8C4E-D726B4CE70A1}" dt="2026-08-03T07:05:34.109" v="46" actId="14100"/>
        <pc:sldMkLst>
          <pc:docMk/>
          <pc:sldMk cId="4089166359" sldId="621"/>
        </pc:sldMkLst>
        <pc:spChg chg="mod ord">
          <ac:chgData name="Fatima Ansarizadeh" userId="2e2f4077-aba0-49c7-b26f-c647714fbdc0" providerId="ADAL" clId="{4AF819A5-1A07-4075-8C4E-D726B4CE70A1}" dt="2026-08-03T07:05:34.109" v="46" actId="14100"/>
          <ac:spMkLst>
            <pc:docMk/>
            <pc:sldMk cId="4089166359" sldId="621"/>
            <ac:spMk id="6" creationId="{E14942B6-8940-57B2-27B4-56B257BC2566}"/>
          </ac:spMkLst>
        </pc:spChg>
        <pc:picChg chg="add mod">
          <ac:chgData name="Fatima Ansarizadeh" userId="2e2f4077-aba0-49c7-b26f-c647714fbdc0" providerId="ADAL" clId="{4AF819A5-1A07-4075-8C4E-D726B4CE70A1}" dt="2026-08-03T07:04:54.605" v="36" actId="1076"/>
          <ac:picMkLst>
            <pc:docMk/>
            <pc:sldMk cId="4089166359" sldId="621"/>
            <ac:picMk id="5" creationId="{C142D9DB-6441-4367-BED6-C25576D5ADA7}"/>
          </ac:picMkLst>
        </pc:picChg>
        <pc:picChg chg="add mod">
          <ac:chgData name="Fatima Ansarizadeh" userId="2e2f4077-aba0-49c7-b26f-c647714fbdc0" providerId="ADAL" clId="{4AF819A5-1A07-4075-8C4E-D726B4CE70A1}" dt="2026-08-03T07:04:44.752" v="33" actId="1076"/>
          <ac:picMkLst>
            <pc:docMk/>
            <pc:sldMk cId="4089166359" sldId="621"/>
            <ac:picMk id="9" creationId="{0DAB5C5A-A8C6-CA62-4A2C-A3B794CC86C4}"/>
          </ac:picMkLst>
        </pc:picChg>
      </pc:sldChg>
      <pc:sldChg chg="mod modShow">
        <pc:chgData name="Fatima Ansarizadeh" userId="2e2f4077-aba0-49c7-b26f-c647714fbdc0" providerId="ADAL" clId="{4AF819A5-1A07-4075-8C4E-D726B4CE70A1}" dt="2026-08-16T06:31:41.701" v="183" actId="34476"/>
        <pc:sldMkLst>
          <pc:docMk/>
          <pc:sldMk cId="3328337816" sldId="630"/>
        </pc:sldMkLst>
      </pc:sldChg>
      <pc:sldChg chg="modNotesTx">
        <pc:chgData name="Fatima Ansarizadeh" userId="2e2f4077-aba0-49c7-b26f-c647714fbdc0" providerId="ADAL" clId="{4AF819A5-1A07-4075-8C4E-D726B4CE70A1}" dt="2026-08-16T21:49:48.391" v="191" actId="20577"/>
        <pc:sldMkLst>
          <pc:docMk/>
          <pc:sldMk cId="1877615911" sldId="657"/>
        </pc:sldMkLst>
      </pc:sldChg>
      <pc:sldChg chg="addSp delSp modSp new del mod modAnim">
        <pc:chgData name="Fatima Ansarizadeh" userId="2e2f4077-aba0-49c7-b26f-c647714fbdc0" providerId="ADAL" clId="{4AF819A5-1A07-4075-8C4E-D726B4CE70A1}" dt="2026-08-16T04:58:14.497" v="181" actId="2696"/>
        <pc:sldMkLst>
          <pc:docMk/>
          <pc:sldMk cId="106865386" sldId="658"/>
        </pc:sldMkLst>
        <pc:spChg chg="mod">
          <ac:chgData name="Fatima Ansarizadeh" userId="2e2f4077-aba0-49c7-b26f-c647714fbdc0" providerId="ADAL" clId="{4AF819A5-1A07-4075-8C4E-D726B4CE70A1}" dt="2026-08-15T23:48:18.960" v="52" actId="20577"/>
          <ac:spMkLst>
            <pc:docMk/>
            <pc:sldMk cId="106865386" sldId="658"/>
            <ac:spMk id="2" creationId="{BF0718A4-2C80-4E8B-B45C-B344E1C28ECF}"/>
          </ac:spMkLst>
        </pc:spChg>
        <pc:spChg chg="mod">
          <ac:chgData name="Fatima Ansarizadeh" userId="2e2f4077-aba0-49c7-b26f-c647714fbdc0" providerId="ADAL" clId="{4AF819A5-1A07-4075-8C4E-D726B4CE70A1}" dt="2026-08-15T23:50:18.226" v="75" actId="27636"/>
          <ac:spMkLst>
            <pc:docMk/>
            <pc:sldMk cId="106865386" sldId="658"/>
            <ac:spMk id="3" creationId="{296CD646-596F-4004-EE76-2DC6DE18A254}"/>
          </ac:spMkLst>
        </pc:spChg>
        <pc:spChg chg="add del mod">
          <ac:chgData name="Fatima Ansarizadeh" userId="2e2f4077-aba0-49c7-b26f-c647714fbdc0" providerId="ADAL" clId="{4AF819A5-1A07-4075-8C4E-D726B4CE70A1}" dt="2026-08-15T23:49:21.400" v="62"/>
          <ac:spMkLst>
            <pc:docMk/>
            <pc:sldMk cId="106865386" sldId="658"/>
            <ac:spMk id="4" creationId="{A4EC7221-58C1-8379-D03F-41C5736255CD}"/>
          </ac:spMkLst>
        </pc:spChg>
        <pc:spChg chg="add mod">
          <ac:chgData name="Fatima Ansarizadeh" userId="2e2f4077-aba0-49c7-b26f-c647714fbdc0" providerId="ADAL" clId="{4AF819A5-1A07-4075-8C4E-D726B4CE70A1}" dt="2026-08-15T23:50:22.274" v="76"/>
          <ac:spMkLst>
            <pc:docMk/>
            <pc:sldMk cId="106865386" sldId="658"/>
            <ac:spMk id="5" creationId="{3148BAF6-B68A-FC0C-9B10-C581B9017298}"/>
          </ac:spMkLst>
        </pc:spChg>
        <pc:spChg chg="add mod">
          <ac:chgData name="Fatima Ansarizadeh" userId="2e2f4077-aba0-49c7-b26f-c647714fbdc0" providerId="ADAL" clId="{4AF819A5-1A07-4075-8C4E-D726B4CE70A1}" dt="2026-08-16T00:03:14.213" v="131"/>
          <ac:spMkLst>
            <pc:docMk/>
            <pc:sldMk cId="106865386" sldId="658"/>
            <ac:spMk id="7" creationId="{3811AFF9-4A2C-0862-8F44-3AFE015CD2EC}"/>
          </ac:spMkLst>
        </pc:spChg>
      </pc:sldChg>
      <pc:sldChg chg="addSp modSp add del mod ord modTransition modAnim">
        <pc:chgData name="Fatima Ansarizadeh" userId="2e2f4077-aba0-49c7-b26f-c647714fbdc0" providerId="ADAL" clId="{4AF819A5-1A07-4075-8C4E-D726B4CE70A1}" dt="2026-08-16T04:58:14.497" v="181" actId="2696"/>
        <pc:sldMkLst>
          <pc:docMk/>
          <pc:sldMk cId="3068468060" sldId="659"/>
        </pc:sldMkLst>
        <pc:spChg chg="mod">
          <ac:chgData name="Fatima Ansarizadeh" userId="2e2f4077-aba0-49c7-b26f-c647714fbdc0" providerId="ADAL" clId="{4AF819A5-1A07-4075-8C4E-D726B4CE70A1}" dt="2026-08-16T00:07:56.245" v="171" actId="27636"/>
          <ac:spMkLst>
            <pc:docMk/>
            <pc:sldMk cId="3068468060" sldId="659"/>
            <ac:spMk id="3" creationId="{4DDD689A-C064-726D-CA38-12A9483A93D3}"/>
          </ac:spMkLst>
        </pc:spChg>
        <pc:spChg chg="mod">
          <ac:chgData name="Fatima Ansarizadeh" userId="2e2f4077-aba0-49c7-b26f-c647714fbdc0" providerId="ADAL" clId="{4AF819A5-1A07-4075-8C4E-D726B4CE70A1}" dt="2026-08-16T00:02:37.510" v="125" actId="1076"/>
          <ac:spMkLst>
            <pc:docMk/>
            <pc:sldMk cId="3068468060" sldId="659"/>
            <ac:spMk id="5" creationId="{4A1B760C-3075-F58E-E6A2-136C09263F61}"/>
          </ac:spMkLst>
        </pc:spChg>
        <pc:spChg chg="add mod">
          <ac:chgData name="Fatima Ansarizadeh" userId="2e2f4077-aba0-49c7-b26f-c647714fbdc0" providerId="ADAL" clId="{4AF819A5-1A07-4075-8C4E-D726B4CE70A1}" dt="2026-08-16T00:06:21.500" v="159" actId="1076"/>
          <ac:spMkLst>
            <pc:docMk/>
            <pc:sldMk cId="3068468060" sldId="659"/>
            <ac:spMk id="6" creationId="{CD209138-3B93-600C-B529-B36EBB0ECECE}"/>
          </ac:spMkLst>
        </pc:spChg>
      </pc:sldChg>
      <pc:sldChg chg="addSp modSp add del mod modAnim">
        <pc:chgData name="Fatima Ansarizadeh" userId="2e2f4077-aba0-49c7-b26f-c647714fbdc0" providerId="ADAL" clId="{4AF819A5-1A07-4075-8C4E-D726B4CE70A1}" dt="2026-08-16T04:58:14.497" v="181" actId="2696"/>
        <pc:sldMkLst>
          <pc:docMk/>
          <pc:sldMk cId="863528772" sldId="660"/>
        </pc:sldMkLst>
        <pc:spChg chg="mod">
          <ac:chgData name="Fatima Ansarizadeh" userId="2e2f4077-aba0-49c7-b26f-c647714fbdc0" providerId="ADAL" clId="{4AF819A5-1A07-4075-8C4E-D726B4CE70A1}" dt="2026-08-15T23:51:57.153" v="83" actId="27636"/>
          <ac:spMkLst>
            <pc:docMk/>
            <pc:sldMk cId="863528772" sldId="660"/>
            <ac:spMk id="3" creationId="{F47B9F45-6A32-68D0-92D8-4F6C97E34C41}"/>
          </ac:spMkLst>
        </pc:spChg>
        <pc:spChg chg="mod">
          <ac:chgData name="Fatima Ansarizadeh" userId="2e2f4077-aba0-49c7-b26f-c647714fbdc0" providerId="ADAL" clId="{4AF819A5-1A07-4075-8C4E-D726B4CE70A1}" dt="2026-08-15T23:52:01.478" v="84"/>
          <ac:spMkLst>
            <pc:docMk/>
            <pc:sldMk cId="863528772" sldId="660"/>
            <ac:spMk id="5" creationId="{1017C4EE-778A-E288-FFA1-7B1680194DD7}"/>
          </ac:spMkLst>
        </pc:spChg>
        <pc:spChg chg="add mod">
          <ac:chgData name="Fatima Ansarizadeh" userId="2e2f4077-aba0-49c7-b26f-c647714fbdc0" providerId="ADAL" clId="{4AF819A5-1A07-4075-8C4E-D726B4CE70A1}" dt="2026-08-16T00:03:28.689" v="134"/>
          <ac:spMkLst>
            <pc:docMk/>
            <pc:sldMk cId="863528772" sldId="660"/>
            <ac:spMk id="6" creationId="{2F22BE3F-2A45-E11F-D602-3768EAE95B38}"/>
          </ac:spMkLst>
        </pc:spChg>
      </pc:sldChg>
      <pc:sldChg chg="addSp modSp add del mod modAnim">
        <pc:chgData name="Fatima Ansarizadeh" userId="2e2f4077-aba0-49c7-b26f-c647714fbdc0" providerId="ADAL" clId="{4AF819A5-1A07-4075-8C4E-D726B4CE70A1}" dt="2026-08-16T04:58:14.497" v="181" actId="2696"/>
        <pc:sldMkLst>
          <pc:docMk/>
          <pc:sldMk cId="2642017546" sldId="661"/>
        </pc:sldMkLst>
        <pc:spChg chg="mod">
          <ac:chgData name="Fatima Ansarizadeh" userId="2e2f4077-aba0-49c7-b26f-c647714fbdc0" providerId="ADAL" clId="{4AF819A5-1A07-4075-8C4E-D726B4CE70A1}" dt="2026-08-15T23:53:37.870" v="89" actId="20577"/>
          <ac:spMkLst>
            <pc:docMk/>
            <pc:sldMk cId="2642017546" sldId="661"/>
            <ac:spMk id="3" creationId="{5F594099-1F7D-E94C-3EAE-46744346CFC4}"/>
          </ac:spMkLst>
        </pc:spChg>
        <pc:spChg chg="mod">
          <ac:chgData name="Fatima Ansarizadeh" userId="2e2f4077-aba0-49c7-b26f-c647714fbdc0" providerId="ADAL" clId="{4AF819A5-1A07-4075-8C4E-D726B4CE70A1}" dt="2026-08-15T23:53:43.401" v="90"/>
          <ac:spMkLst>
            <pc:docMk/>
            <pc:sldMk cId="2642017546" sldId="661"/>
            <ac:spMk id="5" creationId="{47396BB5-8D3D-6891-F200-96AE0D92CE63}"/>
          </ac:spMkLst>
        </pc:spChg>
        <pc:spChg chg="add mod">
          <ac:chgData name="Fatima Ansarizadeh" userId="2e2f4077-aba0-49c7-b26f-c647714fbdc0" providerId="ADAL" clId="{4AF819A5-1A07-4075-8C4E-D726B4CE70A1}" dt="2026-08-16T00:03:45.390" v="138" actId="14100"/>
          <ac:spMkLst>
            <pc:docMk/>
            <pc:sldMk cId="2642017546" sldId="661"/>
            <ac:spMk id="6" creationId="{CA91474A-D48B-D6D5-CE21-770DF1260D3F}"/>
          </ac:spMkLst>
        </pc:spChg>
      </pc:sldChg>
      <pc:sldChg chg="addSp modSp add del mod modAnim">
        <pc:chgData name="Fatima Ansarizadeh" userId="2e2f4077-aba0-49c7-b26f-c647714fbdc0" providerId="ADAL" clId="{4AF819A5-1A07-4075-8C4E-D726B4CE70A1}" dt="2026-08-16T04:58:14.497" v="181" actId="2696"/>
        <pc:sldMkLst>
          <pc:docMk/>
          <pc:sldMk cId="2348685679" sldId="662"/>
        </pc:sldMkLst>
        <pc:spChg chg="mod">
          <ac:chgData name="Fatima Ansarizadeh" userId="2e2f4077-aba0-49c7-b26f-c647714fbdc0" providerId="ADAL" clId="{4AF819A5-1A07-4075-8C4E-D726B4CE70A1}" dt="2026-08-15T23:54:46.034" v="95" actId="27636"/>
          <ac:spMkLst>
            <pc:docMk/>
            <pc:sldMk cId="2348685679" sldId="662"/>
            <ac:spMk id="3" creationId="{699875AE-4B2A-863A-A248-21971C38100B}"/>
          </ac:spMkLst>
        </pc:spChg>
        <pc:spChg chg="mod">
          <ac:chgData name="Fatima Ansarizadeh" userId="2e2f4077-aba0-49c7-b26f-c647714fbdc0" providerId="ADAL" clId="{4AF819A5-1A07-4075-8C4E-D726B4CE70A1}" dt="2026-08-15T23:54:52.401" v="97"/>
          <ac:spMkLst>
            <pc:docMk/>
            <pc:sldMk cId="2348685679" sldId="662"/>
            <ac:spMk id="5" creationId="{6D48390C-63C5-19F7-8C45-C0BFDA6DBB22}"/>
          </ac:spMkLst>
        </pc:spChg>
        <pc:spChg chg="add mod">
          <ac:chgData name="Fatima Ansarizadeh" userId="2e2f4077-aba0-49c7-b26f-c647714fbdc0" providerId="ADAL" clId="{4AF819A5-1A07-4075-8C4E-D726B4CE70A1}" dt="2026-08-16T00:04:04.551" v="143" actId="14100"/>
          <ac:spMkLst>
            <pc:docMk/>
            <pc:sldMk cId="2348685679" sldId="662"/>
            <ac:spMk id="6" creationId="{9BC09C4A-C448-DA05-1A8D-544E535F930A}"/>
          </ac:spMkLst>
        </pc:spChg>
      </pc:sldChg>
      <pc:sldChg chg="addSp modSp add del mod modAnim">
        <pc:chgData name="Fatima Ansarizadeh" userId="2e2f4077-aba0-49c7-b26f-c647714fbdc0" providerId="ADAL" clId="{4AF819A5-1A07-4075-8C4E-D726B4CE70A1}" dt="2026-08-16T04:58:14.497" v="181" actId="2696"/>
        <pc:sldMkLst>
          <pc:docMk/>
          <pc:sldMk cId="4021436155" sldId="663"/>
        </pc:sldMkLst>
        <pc:spChg chg="mod">
          <ac:chgData name="Fatima Ansarizadeh" userId="2e2f4077-aba0-49c7-b26f-c647714fbdc0" providerId="ADAL" clId="{4AF819A5-1A07-4075-8C4E-D726B4CE70A1}" dt="2026-08-16T00:02:07.381" v="119"/>
          <ac:spMkLst>
            <pc:docMk/>
            <pc:sldMk cId="4021436155" sldId="663"/>
            <ac:spMk id="3" creationId="{309FFCBA-75EE-C168-BA21-4992E990F623}"/>
          </ac:spMkLst>
        </pc:spChg>
        <pc:spChg chg="mod">
          <ac:chgData name="Fatima Ansarizadeh" userId="2e2f4077-aba0-49c7-b26f-c647714fbdc0" providerId="ADAL" clId="{4AF819A5-1A07-4075-8C4E-D726B4CE70A1}" dt="2026-08-15T23:56:00.372" v="105"/>
          <ac:spMkLst>
            <pc:docMk/>
            <pc:sldMk cId="4021436155" sldId="663"/>
            <ac:spMk id="5" creationId="{EDCE9D2C-1993-1A50-14EC-3F303BDC27F4}"/>
          </ac:spMkLst>
        </pc:spChg>
        <pc:spChg chg="add mod">
          <ac:chgData name="Fatima Ansarizadeh" userId="2e2f4077-aba0-49c7-b26f-c647714fbdc0" providerId="ADAL" clId="{4AF819A5-1A07-4075-8C4E-D726B4CE70A1}" dt="2026-08-16T00:04:14.973" v="145" actId="1076"/>
          <ac:spMkLst>
            <pc:docMk/>
            <pc:sldMk cId="4021436155" sldId="663"/>
            <ac:spMk id="6" creationId="{560C98AE-0092-686D-F4B3-5867B0BBDB8C}"/>
          </ac:spMkLst>
        </pc:spChg>
      </pc:sldChg>
      <pc:sldChg chg="addSp modSp add del mod modAnim">
        <pc:chgData name="Fatima Ansarizadeh" userId="2e2f4077-aba0-49c7-b26f-c647714fbdc0" providerId="ADAL" clId="{4AF819A5-1A07-4075-8C4E-D726B4CE70A1}" dt="2026-08-16T04:58:14.497" v="181" actId="2696"/>
        <pc:sldMkLst>
          <pc:docMk/>
          <pc:sldMk cId="938942753" sldId="664"/>
        </pc:sldMkLst>
        <pc:spChg chg="mod">
          <ac:chgData name="Fatima Ansarizadeh" userId="2e2f4077-aba0-49c7-b26f-c647714fbdc0" providerId="ADAL" clId="{4AF819A5-1A07-4075-8C4E-D726B4CE70A1}" dt="2026-08-16T00:00:45.908" v="110" actId="27636"/>
          <ac:spMkLst>
            <pc:docMk/>
            <pc:sldMk cId="938942753" sldId="664"/>
            <ac:spMk id="3" creationId="{4A0810D1-3DA9-FC49-AE35-4A153C187798}"/>
          </ac:spMkLst>
        </pc:spChg>
        <pc:spChg chg="add mod">
          <ac:chgData name="Fatima Ansarizadeh" userId="2e2f4077-aba0-49c7-b26f-c647714fbdc0" providerId="ADAL" clId="{4AF819A5-1A07-4075-8C4E-D726B4CE70A1}" dt="2026-08-16T00:02:03.296" v="115"/>
          <ac:spMkLst>
            <pc:docMk/>
            <pc:sldMk cId="938942753" sldId="664"/>
            <ac:spMk id="4" creationId="{E0088DA9-B626-DAB2-957D-8237A845783A}"/>
          </ac:spMkLst>
        </pc:spChg>
        <pc:spChg chg="mod">
          <ac:chgData name="Fatima Ansarizadeh" userId="2e2f4077-aba0-49c7-b26f-c647714fbdc0" providerId="ADAL" clId="{4AF819A5-1A07-4075-8C4E-D726B4CE70A1}" dt="2026-08-16T00:00:49.302" v="111"/>
          <ac:spMkLst>
            <pc:docMk/>
            <pc:sldMk cId="938942753" sldId="664"/>
            <ac:spMk id="5" creationId="{2C7E2C40-3FAF-06D5-7ADA-3EEA5E71385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0T03:43:18.809"/>
    </inkml:context>
    <inkml:brush xml:id="br0">
      <inkml:brushProperty name="width" value="0.05292" units="cm"/>
      <inkml:brushProperty name="height" value="0.05292" units="cm"/>
      <inkml:brushProperty name="color" value="#FFFF00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3-04-20T03:42:55.706"/>
    </inkml:context>
  </inkml:definitions>
  <inkml:trace contextRef="#ctx0" brushRef="#br0">2928 13458 24575,'0'0'0</inkml:trace>
  <inkml:trace contextRef="#ctx1" brushRef="#br0">2928 13458 24575 0,'0'0'0'133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0T06:16:31.508"/>
    </inkml:context>
    <inkml:brush xml:id="br0">
      <inkml:brushProperty name="width" value="0.05292" units="cm"/>
      <inkml:brushProperty name="height" value="0.05292" units="cm"/>
      <inkml:brushProperty name="color" value="#FFFF00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3-04-20T05:01:20.923"/>
    </inkml:context>
  </inkml:definitions>
  <inkml:trace contextRef="#ctx0" brushRef="#br0">16483 1959 24575,'35'0'0,"8"0"0,11 0 0,2 0 0,-1 0 0,1 0 0,5 0-1209,-7 0 0,3 0 1,3 0-1,1 0 0,0 0 1209,-7 0 0,1 0 0,1 0 0,0 0 0,0 0 0,0 0 0,-1 0 0,0 0 0,0 0 0,0 0 0,1 0 0,1 0-340,3 0 1,2 0-1,0 0 1,0 0 0,0 0-1,0 0 340,-3 0 0,0 0 0,-1 0 0,1 0 0,-2 0 0,1 0 0,-2 0 0,-1 0 0,0 0 0,-1 0 0,0 0 0,0 0 2,6 0 1,-1 0-1,0 0 1,-2 0-1,1 0-2,-6 0 0,1 1 0,-2 0 0,0-2 0,-1 0-218,8-3 1,-1-2 0,-1 0 0,-2 2 217,-4 2 0,-1 2 0,-2-1 0,0-1 591,10-4 0,-1-2 1,-1 2-592,-6 5 0,-1 1 0,0 1 0,1-1 0,-1 0 0,0 0 0,17 0 0,-2 0 1486,-5 0 1,-4 0-1487,-14 0 0,-2 0 1079,-4 0 1,-3 0-1080,6 0 1388,-4 0-1388,-3 0 644,-25 0-644,15 0 0,0 0 0,-15 0 0,25 0 0,-28 0 0,8 0 0,-10-20 0,0 15 0,0-15 0,0 20 0,0 0 0</inkml:trace>
  <inkml:trace contextRef="#ctx1" brushRef="#br0">16483 1959 24575 0,'35'0'0'9,"8"0"0"0,11 0 0 0,2 0 0 0,-1 0 0 1,1 0 0-1,5 0-1209 0,-7 0 0 0,3 0 1 1,3 0-1-1,1 0 0 0,0 0 1209 0,-7 0 0 1,1 0 0-1,1 0 0 0,0 0 0 0,0 0 0 1,0 0 0-1,-1 0 0 0,0 0 0 0,0 0 0 1,0 0 0-1,1 0 0 0,1 0-340 0,3 0 1 0,2 0-1 1,0 0 1-1,0 0 0 0,0 0-1 0,0 0 340 1,-3 0 0-1,0 0 0 0,-1 0 0 0,1 0 0 1,-2 0 0-1,1 0 0 0,-2 0 0 0,-1 0 0 1,0 0 0-1,-1 0 0 0,0 0 0 0,0 0 2 1,6 0 1-1,-1 0-1 0,0 0 1 0,-2 0-1 1,1 0-2-1,-6 0 0 0,1 1 0 0,-2 0 0 0,0-2 0 1,-1 0-218-1,8-3 1 0,-1-2 0 0,-1 0 0 1,-2 2 217-1,-4 2 0 0,-1 2 0 0,-2-1 0 1,0-1 591-1,10-4 0 0,-1-2 1 0,-1 2-592 1,-6 5 0-1,-1 1 0 0,0 1 0 0,1-1 0 1,-1 0 0-1,0 0 0 0,17 0 0 0,-2 0 1486 0,-5 0 1 1,-4 0-1487-1,-14 0 0 0,-2 0 1079 0,-4 0 1 1,-3 0-1080-1,6 0 1388 0,-4 0-1388 0,-3 0 644 1,-25 0-644-1,15 0 0 0,0 0 0 0,-15 0 0 1,25 0 0-1,-28 0 0 0,8 0 0 0,-10-20 0 1,0 15 0-1,0-15 0 0,0 20 0 0,0 0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F23D8-0271-F541-9BCD-5C391912005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12D8E-D471-A34E-AB17-24705BCE4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7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90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57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56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24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1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09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 we </a:t>
            </a:r>
            <a:r>
              <a:rPr lang="en-AU" dirty="0"/>
              <a:t>compare </a:t>
            </a:r>
            <a:r>
              <a:rPr lang="en-AU" b="1" dirty="0"/>
              <a:t>copies, slices, and references</a:t>
            </a:r>
            <a:r>
              <a:rPr lang="en-AU" dirty="0"/>
              <a:t> to show when changing one </a:t>
            </a:r>
            <a:r>
              <a:rPr lang="en-AU" dirty="0" err="1"/>
              <a:t>DataFrame</a:t>
            </a:r>
            <a:r>
              <a:rPr lang="en-AU" dirty="0"/>
              <a:t> unexpectedly changes another. Here, “data corruption” means an </a:t>
            </a:r>
            <a:r>
              <a:rPr lang="en-AU" b="1" dirty="0"/>
              <a:t>unintended change to the original </a:t>
            </a:r>
            <a:r>
              <a:rPr lang="en-AU" b="1" dirty="0" err="1"/>
              <a:t>DataFrame</a:t>
            </a:r>
            <a:r>
              <a:rPr lang="en-AU" dirty="0"/>
              <a:t>—not that the file becomes technically damaged.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85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is correct when you want to modify a </a:t>
            </a:r>
            <a:r>
              <a:rPr lang="en-AU" b="1" dirty="0"/>
              <a:t>separate subset</a:t>
            </a:r>
            <a:r>
              <a:rPr lang="en-A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17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08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7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99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2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10869248" cy="120549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4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4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2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7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9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4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6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9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3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1"/>
            <a:ext cx="12192000" cy="17890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94519"/>
            <a:ext cx="10869248" cy="1205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065467"/>
            <a:ext cx="10869248" cy="409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8/17/2026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6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bg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A26A151-13BF-4305-A6DC-9DC7C9877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FFDDA6-2CAE-438F-B0D6-FF4E710E2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29884" y="6324431"/>
            <a:ext cx="62116" cy="4289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F8BA2-5609-1185-67AB-D0B477AE4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122" y="365125"/>
            <a:ext cx="5406234" cy="24300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Preparing the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4F7A9-0B69-50D3-EFD6-01EB73B91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054927"/>
            <a:ext cx="5022630" cy="31220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SIT112 | Intro to Data Science &amp; AI</a:t>
            </a:r>
          </a:p>
          <a:p>
            <a:r>
              <a:rPr lang="en-US">
                <a:solidFill>
                  <a:schemeClr val="bg1"/>
                </a:solidFill>
              </a:rPr>
              <a:t>Lecture </a:t>
            </a:r>
            <a:r>
              <a:rPr lang="en-US" dirty="0">
                <a:solidFill>
                  <a:schemeClr val="bg1"/>
                </a:solidFill>
              </a:rPr>
              <a:t>Week 6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27DDA6F5-26EC-28A4-45B4-8F5AB8D9F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964" r="9242"/>
          <a:stretch/>
        </p:blipFill>
        <p:spPr>
          <a:xfrm>
            <a:off x="6083645" y="10"/>
            <a:ext cx="6108356" cy="6857990"/>
          </a:xfrm>
          <a:prstGeom prst="rect">
            <a:avLst/>
          </a:prstGeom>
        </p:spPr>
      </p:pic>
      <p:pic>
        <p:nvPicPr>
          <p:cNvPr id="2056" name="Picture 8" descr="Free Artificial Intelligence Brain illustration and picture">
            <a:extLst>
              <a:ext uri="{FF2B5EF4-FFF2-40B4-BE49-F238E27FC236}">
                <a16:creationId xmlns:a16="http://schemas.microsoft.com/office/drawing/2014/main" id="{2CAC7885-F5FC-9728-CD03-112A71453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321" y="1552489"/>
            <a:ext cx="60960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38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792"/>
    </mc:Choice>
    <mc:Fallback xmlns="">
      <p:transition spd="slow" advTm="377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7023783-1BA7-4B53-8EDC-B7F22732F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8B7D45-C71F-4FD6-BE9F-31CB24678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305878"/>
            <a:ext cx="12192000" cy="4552121"/>
            <a:chOff x="6096002" y="-9073"/>
            <a:chExt cx="6095998" cy="686707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0E55DB-2DD2-4990-952E-AF7499C79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31DE2E-D7A0-4137-B8A6-3F996F89A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BEECA9E-C489-4B62-9103-5A6D60EA2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913"/>
            <a:ext cx="6095996" cy="23187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A757A-1DC5-4610-897D-1BF798A5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98495"/>
            <a:ext cx="5251230" cy="1601755"/>
          </a:xfrm>
        </p:spPr>
        <p:txBody>
          <a:bodyPr>
            <a:normAutofit/>
          </a:bodyPr>
          <a:lstStyle/>
          <a:p>
            <a:r>
              <a:rPr lang="en-US" sz="4400" dirty="0"/>
              <a:t>Objectives</a:t>
            </a:r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19126D58-8FBC-653D-8295-1FBF59F14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5363" y="136526"/>
            <a:ext cx="1973954" cy="19739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EBEF-C5EF-C27F-584B-2C710C594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123" y="2585064"/>
            <a:ext cx="10459902" cy="4053386"/>
          </a:xfrm>
        </p:spPr>
        <p:txBody>
          <a:bodyPr>
            <a:noAutofit/>
          </a:bodyPr>
          <a:lstStyle/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datetime, string, and numeric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columns that are derived from other columns to 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summary columns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Apply functions,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user-defined functions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lambda expressions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 an index,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unstack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data based on an index, and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reset the index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Join, merge, and concatenate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Fix any problems that are identified by the </a:t>
            </a:r>
            <a:r>
              <a:rPr lang="en-US" sz="1800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SettingWithCopyWarning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appropriate uses for the join(), merge(), and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concat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 methods.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an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inner join.</a:t>
            </a:r>
            <a:endParaRPr lang="en-US" sz="105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SettingWithCopyWarning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message and the type of problem that it may identify.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316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072"/>
    </mc:Choice>
    <mc:Fallback xmlns="">
      <p:transition spd="slow" advTm="7907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67B0-2F23-82E2-332B-0CAFB780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Preparation?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26B37-C5AF-E395-1F74-53E18AFBC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26575"/>
            <a:ext cx="10869248" cy="40963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process of </a:t>
            </a:r>
            <a:r>
              <a:rPr lang="en-US" dirty="0">
                <a:highlight>
                  <a:srgbClr val="FFFF00"/>
                </a:highlight>
              </a:rPr>
              <a:t>transforming and </a:t>
            </a:r>
            <a:r>
              <a:rPr lang="en-US" dirty="0" err="1">
                <a:highlight>
                  <a:srgbClr val="FFFF00"/>
                </a:highlight>
              </a:rPr>
              <a:t>organising</a:t>
            </a:r>
            <a:r>
              <a:rPr lang="en-US" dirty="0">
                <a:highlight>
                  <a:srgbClr val="FFFF00"/>
                </a:highlight>
              </a:rPr>
              <a:t> raw data </a:t>
            </a:r>
            <a:r>
              <a:rPr lang="en-US" dirty="0"/>
              <a:t>into a format </a:t>
            </a:r>
            <a:r>
              <a:rPr lang="en-US" dirty="0">
                <a:highlight>
                  <a:srgbClr val="FFFF00"/>
                </a:highlight>
              </a:rPr>
              <a:t>suitable for analysis or machine learning algorithms.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crucial step in the data science workflow because the </a:t>
            </a:r>
            <a:r>
              <a:rPr lang="en-US" dirty="0">
                <a:highlight>
                  <a:srgbClr val="FFFF00"/>
                </a:highlight>
              </a:rPr>
              <a:t>quality of the data </a:t>
            </a:r>
            <a:r>
              <a:rPr lang="en-US" dirty="0"/>
              <a:t>directly affects the accuracy and </a:t>
            </a:r>
            <a:r>
              <a:rPr lang="en-US" dirty="0">
                <a:highlight>
                  <a:srgbClr val="FFFF00"/>
                </a:highlight>
              </a:rPr>
              <a:t>reliability of any insights </a:t>
            </a:r>
            <a:r>
              <a:rPr lang="en-US" dirty="0"/>
              <a:t>or models derived from it.</a:t>
            </a:r>
          </a:p>
          <a:p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854FD4-96D8-8BFD-CC39-7086C272B6BE}"/>
                  </a:ext>
                </a:extLst>
              </p14:cNvPr>
              <p14:cNvContentPartPr/>
              <p14:nvPr/>
            </p14:nvContentPartPr>
            <p14:xfrm>
              <a:off x="1054080" y="484488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854FD4-96D8-8BFD-CC39-7086C272B6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4720" y="48355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921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514"/>
    </mc:Choice>
    <mc:Fallback xmlns="">
      <p:transition spd="slow" advTm="17351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7885099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Add and Modify Columns</a:t>
            </a:r>
          </a:p>
        </p:txBody>
      </p:sp>
    </p:spTree>
    <p:extLst>
      <p:ext uri="{BB962C8B-B14F-4D97-AF65-F5344CB8AC3E}">
        <p14:creationId xmlns:p14="http://schemas.microsoft.com/office/powerpoint/2010/main" val="297992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00"/>
    </mc:Choice>
    <mc:Fallback xmlns="">
      <p:transition spd="slow" advTm="72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C4FE9C-09DF-5E8B-CEF2-776407FE2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Working with the </a:t>
            </a:r>
            <a:r>
              <a:rPr lang="en-US" sz="3200" dirty="0" err="1"/>
              <a:t>DateTime</a:t>
            </a:r>
            <a:r>
              <a:rPr lang="en-US" sz="3200" dirty="0"/>
              <a:t> Columns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81CD817-B331-92FD-7E4F-65DEF55B8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723" y="281735"/>
            <a:ext cx="7950072" cy="552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6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909"/>
    </mc:Choice>
    <mc:Fallback xmlns="">
      <p:transition spd="slow" advTm="16190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C4FE9C-09DF-5E8B-CEF2-776407FE2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Working with the </a:t>
            </a:r>
            <a:r>
              <a:rPr lang="en-US" sz="3200" dirty="0" err="1"/>
              <a:t>DateTime</a:t>
            </a:r>
            <a:r>
              <a:rPr lang="en-US" sz="3200" dirty="0"/>
              <a:t> Columns (Cont.)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142D9DB-6441-4367-BED6-C25576D5A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8" y="631337"/>
            <a:ext cx="9017463" cy="3010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AB5C5A-A8C6-CA62-4A2C-A3B794CC8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8" y="203242"/>
            <a:ext cx="5239019" cy="3873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4942B6-8940-57B2-27B4-56B257BC2566}"/>
              </a:ext>
            </a:extLst>
          </p:cNvPr>
          <p:cNvSpPr/>
          <p:nvPr/>
        </p:nvSpPr>
        <p:spPr>
          <a:xfrm>
            <a:off x="9706708" y="1252840"/>
            <a:ext cx="2282093" cy="2429277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16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218"/>
    </mc:Choice>
    <mc:Fallback xmlns="">
      <p:transition spd="slow" advTm="27021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AD1F-29DB-5517-4118-B8D31BDF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String and Numeric Columns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EBE108-5DB8-4CBA-742A-CDE891E7A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99" y="1967466"/>
            <a:ext cx="10370241" cy="36967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7F9162D-2007-351D-C29F-7B5B13CDB3B9}"/>
              </a:ext>
            </a:extLst>
          </p:cNvPr>
          <p:cNvSpPr/>
          <p:nvPr/>
        </p:nvSpPr>
        <p:spPr>
          <a:xfrm>
            <a:off x="1117015" y="3276600"/>
            <a:ext cx="1210550" cy="2292927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6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882"/>
    </mc:Choice>
    <mc:Fallback xmlns="">
      <p:transition spd="slow" advTm="9988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AD1F-29DB-5517-4118-B8D31BDF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String and Numeric Columns (Cont.)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0FCCA-EA7F-EAC9-EFE8-D11B679F3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1" y="2060970"/>
            <a:ext cx="11555315" cy="34635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70CA23-A749-B77E-8847-A7EAF79CA35C}"/>
              </a:ext>
            </a:extLst>
          </p:cNvPr>
          <p:cNvSpPr/>
          <p:nvPr/>
        </p:nvSpPr>
        <p:spPr>
          <a:xfrm>
            <a:off x="8105423" y="3623733"/>
            <a:ext cx="1873956" cy="1900766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1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399"/>
    </mc:Choice>
    <mc:Fallback xmlns="">
      <p:transition spd="slow" advTm="12739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47800F-2529-85E2-158A-2ABC27CFA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22" y="1873845"/>
            <a:ext cx="7772400" cy="42843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9FC030-9DBE-E396-A18D-61E087B8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String and Numeric Columns (Cont.)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678885-8478-8198-C8FA-E78460F337CB}"/>
              </a:ext>
            </a:extLst>
          </p:cNvPr>
          <p:cNvSpPr/>
          <p:nvPr/>
        </p:nvSpPr>
        <p:spPr>
          <a:xfrm>
            <a:off x="6491113" y="4222044"/>
            <a:ext cx="1275350" cy="1936154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2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360"/>
    </mc:Choice>
    <mc:Fallback xmlns="">
      <p:transition spd="slow" advTm="8736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74FB3D-3FFA-05F9-0817-DA524ABB3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038794"/>
            <a:ext cx="11213648" cy="36395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820C68-3C1A-E93D-9BFE-14613134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Summary Column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305B15-84C8-1A13-36BA-CAEBEBA68F59}"/>
              </a:ext>
            </a:extLst>
          </p:cNvPr>
          <p:cNvSpPr/>
          <p:nvPr/>
        </p:nvSpPr>
        <p:spPr>
          <a:xfrm>
            <a:off x="2731911" y="3558594"/>
            <a:ext cx="1095022" cy="2119717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2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064"/>
    </mc:Choice>
    <mc:Fallback xmlns="">
      <p:transition spd="slow" advTm="6006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10966160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Apply Functions &amp; Lambda Expressions</a:t>
            </a:r>
          </a:p>
        </p:txBody>
      </p:sp>
    </p:spTree>
    <p:extLst>
      <p:ext uri="{BB962C8B-B14F-4D97-AF65-F5344CB8AC3E}">
        <p14:creationId xmlns:p14="http://schemas.microsoft.com/office/powerpoint/2010/main" val="17462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74"/>
    </mc:Choice>
    <mc:Fallback xmlns="">
      <p:transition spd="slow" advTm="967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3F814-446A-FB10-D4A4-47E02DB58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Applying Functions to Columns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4A5BE76-2800-E7DA-5A2E-6B1D05022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8" y="149012"/>
            <a:ext cx="8324681" cy="59521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F03962-D70A-C718-8D05-2CB9EF3C114F}"/>
              </a:ext>
            </a:extLst>
          </p:cNvPr>
          <p:cNvSpPr/>
          <p:nvPr/>
        </p:nvSpPr>
        <p:spPr>
          <a:xfrm>
            <a:off x="3257712" y="4244394"/>
            <a:ext cx="2419187" cy="1993075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0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386"/>
    </mc:Choice>
    <mc:Fallback xmlns="">
      <p:transition spd="slow" advTm="6538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A8EDF-5958-9DE7-392D-3CDD1F1C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11222026" cy="1205491"/>
          </a:xfrm>
        </p:spPr>
        <p:txBody>
          <a:bodyPr>
            <a:normAutofit/>
          </a:bodyPr>
          <a:lstStyle/>
          <a:p>
            <a:r>
              <a:rPr lang="en-US" sz="4800" dirty="0"/>
              <a:t>Applying Functions to Columns (Cont.)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F86CD-52E6-BC03-E4DF-9356B8DAE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1" y="2406708"/>
            <a:ext cx="11482919" cy="24827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EA8CAD-010D-65F9-4156-3DE97A816604}"/>
              </a:ext>
            </a:extLst>
          </p:cNvPr>
          <p:cNvSpPr/>
          <p:nvPr/>
        </p:nvSpPr>
        <p:spPr>
          <a:xfrm>
            <a:off x="578012" y="4104695"/>
            <a:ext cx="2419187" cy="911806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6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386"/>
    </mc:Choice>
    <mc:Fallback xmlns="">
      <p:transition spd="slow" advTm="6538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A8EDF-5958-9DE7-392D-3CDD1F1C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11222026" cy="1205491"/>
          </a:xfrm>
        </p:spPr>
        <p:txBody>
          <a:bodyPr>
            <a:normAutofit/>
          </a:bodyPr>
          <a:lstStyle/>
          <a:p>
            <a:r>
              <a:rPr lang="en-US" sz="4800" dirty="0"/>
              <a:t>Applying Functions to Rows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3E67A9-12C5-F801-036E-71C81671D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10" y="1978892"/>
            <a:ext cx="10618145" cy="39929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EA8CAD-010D-65F9-4156-3DE97A816604}"/>
              </a:ext>
            </a:extLst>
          </p:cNvPr>
          <p:cNvSpPr/>
          <p:nvPr/>
        </p:nvSpPr>
        <p:spPr>
          <a:xfrm>
            <a:off x="6096000" y="3372554"/>
            <a:ext cx="1083733" cy="2599267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3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834"/>
    </mc:Choice>
    <mc:Fallback xmlns="">
      <p:transition spd="slow" advTm="7783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E4BAF-0D8D-D69E-7DD5-B0F6F4C16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Applying User-Defined Functions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3E8EC19-F745-A02F-DC9E-B8D87A020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616" y="193960"/>
            <a:ext cx="9028819" cy="57496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D32017-8FDF-74E9-4BBF-539B50779C56}"/>
              </a:ext>
            </a:extLst>
          </p:cNvPr>
          <p:cNvSpPr/>
          <p:nvPr/>
        </p:nvSpPr>
        <p:spPr>
          <a:xfrm>
            <a:off x="3428999" y="3673761"/>
            <a:ext cx="635001" cy="2320640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565"/>
    </mc:Choice>
    <mc:Fallback xmlns="">
      <p:transition spd="slow" advTm="16456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7B809-CBF4-D2CB-4E3C-0F258EAA9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Applying User-Defined Functions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AF2B73E-9C33-D68D-278E-A23B7EA912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67"/>
          <a:stretch/>
        </p:blipFill>
        <p:spPr>
          <a:xfrm>
            <a:off x="3120882" y="54100"/>
            <a:ext cx="9035493" cy="62387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565192-6AC2-1DD5-CB96-360FC2D5DCD0}"/>
              </a:ext>
            </a:extLst>
          </p:cNvPr>
          <p:cNvSpPr/>
          <p:nvPr/>
        </p:nvSpPr>
        <p:spPr>
          <a:xfrm>
            <a:off x="5587174" y="3972240"/>
            <a:ext cx="889001" cy="2320640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33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8074"/>
    </mc:Choice>
    <mc:Fallback xmlns="">
      <p:transition spd="slow" advTm="18807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7B809-CBF4-D2CB-4E3C-0F258EAA9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Lambda Expressions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7C4BC71-31DA-368F-A1AE-42F922427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044" y="52603"/>
            <a:ext cx="9027905" cy="544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57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242"/>
    </mc:Choice>
    <mc:Fallback xmlns="">
      <p:transition spd="slow" advTm="19924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7B809-CBF4-D2CB-4E3C-0F258EAA9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Lambda Expressions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835CFA0-8481-016C-7F81-9BD6E9F5D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9" y="181757"/>
            <a:ext cx="7772400" cy="48434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BBBBC7-8186-5321-D775-05E59D218B7D}"/>
              </a:ext>
            </a:extLst>
          </p:cNvPr>
          <p:cNvSpPr/>
          <p:nvPr/>
        </p:nvSpPr>
        <p:spPr>
          <a:xfrm>
            <a:off x="5020292" y="3170711"/>
            <a:ext cx="798617" cy="1842655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1F796D-B26F-DE1F-8BD9-8063C1651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59" y="4316660"/>
            <a:ext cx="737047" cy="226454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F70F6A-69CE-7933-9921-1ADC190C5C29}"/>
              </a:ext>
            </a:extLst>
          </p:cNvPr>
          <p:cNvCxnSpPr>
            <a:cxnSpLocks/>
          </p:cNvCxnSpPr>
          <p:nvPr/>
        </p:nvCxnSpPr>
        <p:spPr>
          <a:xfrm flipV="1">
            <a:off x="2848114" y="5025242"/>
            <a:ext cx="2172178" cy="826918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57E5FCC-8C4F-91EA-9AF3-C6BAA2E0078C}"/>
              </a:ext>
            </a:extLst>
          </p:cNvPr>
          <p:cNvSpPr/>
          <p:nvPr/>
        </p:nvSpPr>
        <p:spPr>
          <a:xfrm>
            <a:off x="2049497" y="4316660"/>
            <a:ext cx="725509" cy="2292775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3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845"/>
    </mc:Choice>
    <mc:Fallback xmlns="">
      <p:transition spd="slow" advTm="185845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7B809-CBF4-D2CB-4E3C-0F258EAA9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Lambda Expressions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A9D71A3-3A6D-A064-8780-9B60288C4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234" y="131016"/>
            <a:ext cx="8872545" cy="51055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D4AA2A-06A4-461B-848E-A0327491E355}"/>
              </a:ext>
            </a:extLst>
          </p:cNvPr>
          <p:cNvSpPr/>
          <p:nvPr/>
        </p:nvSpPr>
        <p:spPr>
          <a:xfrm>
            <a:off x="5771409" y="3231572"/>
            <a:ext cx="1187531" cy="1911928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97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498"/>
    </mc:Choice>
    <mc:Fallback xmlns="">
      <p:transition spd="slow" advTm="139498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7885099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Work with Indexes</a:t>
            </a:r>
          </a:p>
        </p:txBody>
      </p:sp>
    </p:spTree>
    <p:extLst>
      <p:ext uri="{BB962C8B-B14F-4D97-AF65-F5344CB8AC3E}">
        <p14:creationId xmlns:p14="http://schemas.microsoft.com/office/powerpoint/2010/main" val="304245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29"/>
    </mc:Choice>
    <mc:Fallback xmlns="">
      <p:transition spd="slow" advTm="4629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F1365-E000-C0F4-4178-25C5753F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Setting a Column as the Index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7D2FAB3-F3F0-7387-D856-C186CE971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516" y="702120"/>
            <a:ext cx="7908176" cy="53775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05AC53-5D46-430F-F5BA-0266E2D7C76F}"/>
              </a:ext>
            </a:extLst>
          </p:cNvPr>
          <p:cNvSpPr/>
          <p:nvPr/>
        </p:nvSpPr>
        <p:spPr>
          <a:xfrm>
            <a:off x="3646511" y="4565226"/>
            <a:ext cx="684189" cy="1590654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84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997"/>
    </mc:Choice>
    <mc:Fallback xmlns="">
      <p:transition spd="slow" advTm="54997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F1365-E000-C0F4-4178-25C5753F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Setting Multiple Columns as the Index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A182F11-F8AD-59A0-7E9F-A22149F60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9" y="343472"/>
            <a:ext cx="8680337" cy="45739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05AC53-5D46-430F-F5BA-0266E2D7C76F}"/>
              </a:ext>
            </a:extLst>
          </p:cNvPr>
          <p:cNvSpPr/>
          <p:nvPr/>
        </p:nvSpPr>
        <p:spPr>
          <a:xfrm>
            <a:off x="3285067" y="3680177"/>
            <a:ext cx="2133600" cy="1237241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7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18"/>
    </mc:Choice>
    <mc:Fallback xmlns="">
      <p:transition spd="slow" advTm="22218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F1365-E000-C0F4-4178-25C5753F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Resetting  the Index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907577B-B472-AD17-5C57-64DF7A6AA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445" y="600876"/>
            <a:ext cx="7772400" cy="46854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05AC53-5D46-430F-F5BA-0266E2D7C76F}"/>
              </a:ext>
            </a:extLst>
          </p:cNvPr>
          <p:cNvSpPr/>
          <p:nvPr/>
        </p:nvSpPr>
        <p:spPr>
          <a:xfrm>
            <a:off x="3474151" y="3794543"/>
            <a:ext cx="341493" cy="1558806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6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061"/>
    </mc:Choice>
    <mc:Fallback xmlns="">
      <p:transition spd="slow" advTm="8706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9D94E-A239-DE51-6983-53ED11668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Unstacking Indexed Data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59F0E7E-20C7-399C-FC90-8498C38D4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518" y="8522"/>
            <a:ext cx="8045281" cy="65770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36CA20-8B5E-3D2E-28F0-F4FAA52E109C}"/>
              </a:ext>
            </a:extLst>
          </p:cNvPr>
          <p:cNvSpPr/>
          <p:nvPr/>
        </p:nvSpPr>
        <p:spPr>
          <a:xfrm rot="5400000">
            <a:off x="5535550" y="3579751"/>
            <a:ext cx="341493" cy="2786005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43A429-55BA-E8BE-A57F-EAC15D8BD2E8}"/>
              </a:ext>
            </a:extLst>
          </p:cNvPr>
          <p:cNvSpPr/>
          <p:nvPr/>
        </p:nvSpPr>
        <p:spPr>
          <a:xfrm rot="5400000">
            <a:off x="8426414" y="3579750"/>
            <a:ext cx="341493" cy="2786005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304105-5F43-2B87-7777-E83CE41B9687}"/>
              </a:ext>
            </a:extLst>
          </p:cNvPr>
          <p:cNvSpPr/>
          <p:nvPr/>
        </p:nvSpPr>
        <p:spPr>
          <a:xfrm rot="5400000">
            <a:off x="5535549" y="3211419"/>
            <a:ext cx="341493" cy="2786005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30FB50-C6D5-9EA9-E226-79BCC2EB297D}"/>
              </a:ext>
            </a:extLst>
          </p:cNvPr>
          <p:cNvSpPr/>
          <p:nvPr/>
        </p:nvSpPr>
        <p:spPr>
          <a:xfrm rot="5400000">
            <a:off x="8426413" y="3211418"/>
            <a:ext cx="341493" cy="2786005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3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776"/>
    </mc:Choice>
    <mc:Fallback xmlns="">
      <p:transition spd="slow" advTm="14377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9D94E-A239-DE51-6983-53ED11668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Unstacking Indexed Data (Cont.)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237A4EC-DC32-9D50-7D2A-C4EC36BD0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498" y="143252"/>
            <a:ext cx="8997781" cy="562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9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021"/>
    </mc:Choice>
    <mc:Fallback xmlns="">
      <p:transition spd="slow" advTm="12802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7885099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Combine </a:t>
            </a:r>
            <a:r>
              <a:rPr lang="en-US" sz="4000" dirty="0" err="1"/>
              <a:t>DataFrames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82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29"/>
    </mc:Choice>
    <mc:Fallback xmlns="">
      <p:transition spd="slow" advTm="6229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490A0-4268-98EF-9C59-E4D3CE92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dirty="0"/>
              <a:t>Concatenating </a:t>
            </a:r>
            <a:r>
              <a:rPr lang="en-US" sz="3000" dirty="0" err="1"/>
              <a:t>DataFrames</a:t>
            </a:r>
            <a:r>
              <a:rPr lang="en-US" sz="3000" dirty="0"/>
              <a:t>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E1825BC-095C-E10E-5038-F1835775F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516" y="63499"/>
            <a:ext cx="8851560" cy="66386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8F49C35-327B-AB60-3BFE-8EAE8C833462}"/>
                  </a:ext>
                </a:extLst>
              </p14:cNvPr>
              <p14:cNvContentPartPr/>
              <p14:nvPr/>
            </p14:nvContentPartPr>
            <p14:xfrm>
              <a:off x="5933880" y="672840"/>
              <a:ext cx="1572840" cy="33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8F49C35-327B-AB60-3BFE-8EAE8C8334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24520" y="663480"/>
                <a:ext cx="1591560" cy="5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470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312"/>
    </mc:Choice>
    <mc:Fallback xmlns="">
      <p:transition spd="slow" advTm="85312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EFB5C-449E-74C6-A639-9B748D6E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33" y="397275"/>
            <a:ext cx="2762079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Concatenating</a:t>
            </a:r>
            <a:br>
              <a:rPr lang="en-US" sz="2400" dirty="0"/>
            </a:br>
            <a:r>
              <a:rPr lang="en-US" sz="2400" dirty="0" err="1"/>
              <a:t>DataFrames</a:t>
            </a:r>
            <a:endParaRPr lang="en-US" sz="2400" dirty="0">
              <a:latin typeface="+mj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F2B9990-1C0B-40CB-1CC4-008F50E20A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6" t="1938" r="898"/>
          <a:stretch/>
        </p:blipFill>
        <p:spPr>
          <a:xfrm>
            <a:off x="2087525" y="114218"/>
            <a:ext cx="10104477" cy="53128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7032E2B-B8CB-7E45-A952-0F44133DC98A}"/>
              </a:ext>
            </a:extLst>
          </p:cNvPr>
          <p:cNvSpPr/>
          <p:nvPr/>
        </p:nvSpPr>
        <p:spPr>
          <a:xfrm rot="5400000">
            <a:off x="7240630" y="4911908"/>
            <a:ext cx="520959" cy="509454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3C43EF-7C84-705A-9E48-F7650E04E817}"/>
              </a:ext>
            </a:extLst>
          </p:cNvPr>
          <p:cNvSpPr/>
          <p:nvPr/>
        </p:nvSpPr>
        <p:spPr>
          <a:xfrm rot="5400000">
            <a:off x="8085717" y="4911908"/>
            <a:ext cx="520959" cy="509454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1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946"/>
    </mc:Choice>
    <mc:Fallback xmlns="">
      <p:transition spd="slow" advTm="111946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490A0-4268-98EF-9C59-E4D3CE92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876371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dirty="0"/>
              <a:t>Inner-Join </a:t>
            </a:r>
            <a:r>
              <a:rPr lang="en-US" sz="3000" dirty="0" err="1"/>
              <a:t>DataFrames</a:t>
            </a:r>
            <a:r>
              <a:rPr lang="en-US" sz="3000" dirty="0"/>
              <a:t>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3C8FD74-F1C5-10E9-5FDB-C1410E6E2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9" y="53689"/>
            <a:ext cx="7772400" cy="675062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4E66F0B-F3A5-2EC1-57F5-55985F7E21B6}"/>
              </a:ext>
            </a:extLst>
          </p:cNvPr>
          <p:cNvSpPr/>
          <p:nvPr/>
        </p:nvSpPr>
        <p:spPr>
          <a:xfrm rot="5400000">
            <a:off x="3516816" y="3700543"/>
            <a:ext cx="640926" cy="1088439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223982-A7A7-828C-6750-53A488EB6492}"/>
              </a:ext>
            </a:extLst>
          </p:cNvPr>
          <p:cNvSpPr/>
          <p:nvPr/>
        </p:nvSpPr>
        <p:spPr>
          <a:xfrm rot="5400000">
            <a:off x="3318024" y="5740835"/>
            <a:ext cx="1038510" cy="1088439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C42FE2-CF7B-9305-FEDA-07F260041771}"/>
              </a:ext>
            </a:extLst>
          </p:cNvPr>
          <p:cNvSpPr/>
          <p:nvPr/>
        </p:nvSpPr>
        <p:spPr>
          <a:xfrm rot="5400000">
            <a:off x="3335627" y="1722731"/>
            <a:ext cx="1003300" cy="1088439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3EBFA9-22E2-0DDE-ADA5-A18836C4D77D}"/>
              </a:ext>
            </a:extLst>
          </p:cNvPr>
          <p:cNvSpPr/>
          <p:nvPr/>
        </p:nvSpPr>
        <p:spPr>
          <a:xfrm rot="5400000">
            <a:off x="3705371" y="2409977"/>
            <a:ext cx="263812" cy="1088439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DAC2CA-2520-F96E-2465-4C9892246AE6}"/>
              </a:ext>
            </a:extLst>
          </p:cNvPr>
          <p:cNvSpPr/>
          <p:nvPr/>
        </p:nvSpPr>
        <p:spPr>
          <a:xfrm rot="5400000">
            <a:off x="3705371" y="4184211"/>
            <a:ext cx="263812" cy="1088439"/>
          </a:xfrm>
          <a:prstGeom prst="rect">
            <a:avLst/>
          </a:prstGeom>
          <a:solidFill>
            <a:schemeClr val="accent6">
              <a:lumMod val="20000"/>
              <a:lumOff val="80000"/>
              <a:alpha val="9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5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9845"/>
    </mc:Choice>
    <mc:Fallback xmlns="">
      <p:transition spd="slow" advTm="209845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490A0-4268-98EF-9C59-E4D3CE92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876371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dirty="0"/>
              <a:t>Left-Join </a:t>
            </a:r>
            <a:r>
              <a:rPr lang="en-US" sz="3000" dirty="0" err="1"/>
              <a:t>DataFrames</a:t>
            </a:r>
            <a:r>
              <a:rPr lang="en-US" sz="3000" dirty="0"/>
              <a:t>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0FBB90E-48A1-923B-EFB0-5C6431B1B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9" y="76278"/>
            <a:ext cx="7772400" cy="66913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32B64B2-BA43-5D90-85AE-C406B5BAC6A1}"/>
              </a:ext>
            </a:extLst>
          </p:cNvPr>
          <p:cNvSpPr/>
          <p:nvPr/>
        </p:nvSpPr>
        <p:spPr>
          <a:xfrm rot="5400000">
            <a:off x="3552627" y="3519597"/>
            <a:ext cx="561948" cy="990787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431165-5244-7831-52E0-F4EE1C9E26F2}"/>
              </a:ext>
            </a:extLst>
          </p:cNvPr>
          <p:cNvSpPr/>
          <p:nvPr/>
        </p:nvSpPr>
        <p:spPr>
          <a:xfrm rot="5400000">
            <a:off x="3385719" y="5447570"/>
            <a:ext cx="867831" cy="990789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6BA095-858B-4976-5A95-C2A46E8E205A}"/>
              </a:ext>
            </a:extLst>
          </p:cNvPr>
          <p:cNvSpPr/>
          <p:nvPr/>
        </p:nvSpPr>
        <p:spPr>
          <a:xfrm rot="5400000">
            <a:off x="3392773" y="1688276"/>
            <a:ext cx="853725" cy="962854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E2D783-2A25-6FEA-133E-D51DB99DC8E7}"/>
              </a:ext>
            </a:extLst>
          </p:cNvPr>
          <p:cNvSpPr/>
          <p:nvPr/>
        </p:nvSpPr>
        <p:spPr>
          <a:xfrm rot="5400000">
            <a:off x="3692724" y="2282724"/>
            <a:ext cx="253824" cy="962854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874806-434B-459D-254C-5246476CFAFE}"/>
              </a:ext>
            </a:extLst>
          </p:cNvPr>
          <p:cNvSpPr/>
          <p:nvPr/>
        </p:nvSpPr>
        <p:spPr>
          <a:xfrm rot="5400000">
            <a:off x="3692919" y="4012060"/>
            <a:ext cx="263812" cy="990788"/>
          </a:xfrm>
          <a:prstGeom prst="rect">
            <a:avLst/>
          </a:prstGeom>
          <a:solidFill>
            <a:schemeClr val="accent6">
              <a:lumMod val="20000"/>
              <a:lumOff val="80000"/>
              <a:alpha val="9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FA4314-B1E7-1387-39FE-9C0E72186ECB}"/>
              </a:ext>
            </a:extLst>
          </p:cNvPr>
          <p:cNvSpPr/>
          <p:nvPr/>
        </p:nvSpPr>
        <p:spPr>
          <a:xfrm rot="5400000">
            <a:off x="3662846" y="6081192"/>
            <a:ext cx="302290" cy="974144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5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808"/>
    </mc:Choice>
    <mc:Fallback xmlns="">
      <p:transition spd="slow" advTm="175808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EFB5C-449E-74C6-A639-9B748D6E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Left-Merge</a:t>
            </a:r>
            <a:br>
              <a:rPr lang="en-US" sz="3200" dirty="0"/>
            </a:br>
            <a:r>
              <a:rPr lang="en-US" sz="3200" dirty="0" err="1"/>
              <a:t>DataFrames</a:t>
            </a:r>
            <a:r>
              <a:rPr lang="en-US" sz="3200" dirty="0"/>
              <a:t> </a:t>
            </a:r>
            <a:endParaRPr lang="en-US" sz="3200" dirty="0">
              <a:latin typeface="+mj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EB6676F-CD93-A345-08FC-893A64E19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8" y="104282"/>
            <a:ext cx="7772400" cy="61090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4EDDCC-2B7D-E7E4-B802-309078CEE520}"/>
              </a:ext>
            </a:extLst>
          </p:cNvPr>
          <p:cNvSpPr/>
          <p:nvPr/>
        </p:nvSpPr>
        <p:spPr>
          <a:xfrm rot="5400000">
            <a:off x="3507475" y="3382166"/>
            <a:ext cx="561948" cy="990787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E876B-E599-8CA7-F317-1F616423163B}"/>
              </a:ext>
            </a:extLst>
          </p:cNvPr>
          <p:cNvSpPr/>
          <p:nvPr/>
        </p:nvSpPr>
        <p:spPr>
          <a:xfrm rot="5400000">
            <a:off x="3354533" y="4906782"/>
            <a:ext cx="867831" cy="990789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E2CF8F-FD73-638C-4BFF-11D0F28E557A}"/>
              </a:ext>
            </a:extLst>
          </p:cNvPr>
          <p:cNvSpPr/>
          <p:nvPr/>
        </p:nvSpPr>
        <p:spPr>
          <a:xfrm rot="5400000">
            <a:off x="3347618" y="1969078"/>
            <a:ext cx="853725" cy="962854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44492E-7A5A-5D32-CDEB-8FD3BF46443D}"/>
              </a:ext>
            </a:extLst>
          </p:cNvPr>
          <p:cNvSpPr/>
          <p:nvPr/>
        </p:nvSpPr>
        <p:spPr>
          <a:xfrm rot="5400000">
            <a:off x="3647569" y="2563526"/>
            <a:ext cx="253824" cy="962854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7A02D-40FE-3B21-141B-E1F586198341}"/>
              </a:ext>
            </a:extLst>
          </p:cNvPr>
          <p:cNvSpPr/>
          <p:nvPr/>
        </p:nvSpPr>
        <p:spPr>
          <a:xfrm rot="5400000">
            <a:off x="3656543" y="3812154"/>
            <a:ext cx="263812" cy="990788"/>
          </a:xfrm>
          <a:prstGeom prst="rect">
            <a:avLst/>
          </a:prstGeom>
          <a:solidFill>
            <a:schemeClr val="accent6">
              <a:lumMod val="20000"/>
              <a:lumOff val="80000"/>
              <a:alpha val="9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E5F2DE-43BC-C392-010B-A97D0AC65844}"/>
              </a:ext>
            </a:extLst>
          </p:cNvPr>
          <p:cNvSpPr/>
          <p:nvPr/>
        </p:nvSpPr>
        <p:spPr>
          <a:xfrm rot="5400000">
            <a:off x="3656540" y="5498196"/>
            <a:ext cx="263812" cy="990788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3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085"/>
    </mc:Choice>
    <mc:Fallback xmlns="">
      <p:transition spd="slow" advTm="60085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EFB5C-449E-74C6-A639-9B748D6E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Outer-Join </a:t>
            </a:r>
            <a:r>
              <a:rPr lang="en-US" sz="3200" dirty="0" err="1"/>
              <a:t>DataFrames</a:t>
            </a:r>
            <a:r>
              <a:rPr lang="en-US" sz="3200" dirty="0"/>
              <a:t> </a:t>
            </a:r>
            <a:endParaRPr lang="en-US" sz="3200" dirty="0">
              <a:latin typeface="+mj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A67B1E3-516A-B690-FE5F-D32F9EBBD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8" y="125263"/>
            <a:ext cx="7270582" cy="6561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4EDDCC-2B7D-E7E4-B802-309078CEE520}"/>
              </a:ext>
            </a:extLst>
          </p:cNvPr>
          <p:cNvSpPr/>
          <p:nvPr/>
        </p:nvSpPr>
        <p:spPr>
          <a:xfrm rot="5400000">
            <a:off x="3532551" y="3309590"/>
            <a:ext cx="561948" cy="1088439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E876B-E599-8CA7-F317-1F616423163B}"/>
              </a:ext>
            </a:extLst>
          </p:cNvPr>
          <p:cNvSpPr/>
          <p:nvPr/>
        </p:nvSpPr>
        <p:spPr>
          <a:xfrm rot="5400000">
            <a:off x="3340565" y="5082826"/>
            <a:ext cx="867831" cy="1088439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E2CF8F-FD73-638C-4BFF-11D0F28E557A}"/>
              </a:ext>
            </a:extLst>
          </p:cNvPr>
          <p:cNvSpPr/>
          <p:nvPr/>
        </p:nvSpPr>
        <p:spPr>
          <a:xfrm rot="5400000">
            <a:off x="3323871" y="1607964"/>
            <a:ext cx="853725" cy="962854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44492E-7A5A-5D32-CDEB-8FD3BF46443D}"/>
              </a:ext>
            </a:extLst>
          </p:cNvPr>
          <p:cNvSpPr/>
          <p:nvPr/>
        </p:nvSpPr>
        <p:spPr>
          <a:xfrm rot="5400000">
            <a:off x="3623822" y="2178847"/>
            <a:ext cx="253824" cy="962854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7A02D-40FE-3B21-141B-E1F586198341}"/>
              </a:ext>
            </a:extLst>
          </p:cNvPr>
          <p:cNvSpPr/>
          <p:nvPr/>
        </p:nvSpPr>
        <p:spPr>
          <a:xfrm rot="5400000">
            <a:off x="3681618" y="3739578"/>
            <a:ext cx="263812" cy="1088439"/>
          </a:xfrm>
          <a:prstGeom prst="rect">
            <a:avLst/>
          </a:prstGeom>
          <a:solidFill>
            <a:schemeClr val="accent6">
              <a:lumMod val="20000"/>
              <a:lumOff val="80000"/>
              <a:alpha val="9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E5F2DE-43BC-C392-010B-A97D0AC65844}"/>
              </a:ext>
            </a:extLst>
          </p:cNvPr>
          <p:cNvSpPr/>
          <p:nvPr/>
        </p:nvSpPr>
        <p:spPr>
          <a:xfrm rot="5400000">
            <a:off x="3642574" y="5697837"/>
            <a:ext cx="263812" cy="1088439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439072-0532-0C0A-BBEE-2892B33A2D08}"/>
              </a:ext>
            </a:extLst>
          </p:cNvPr>
          <p:cNvSpPr/>
          <p:nvPr/>
        </p:nvSpPr>
        <p:spPr>
          <a:xfrm rot="5400000">
            <a:off x="3642574" y="5980612"/>
            <a:ext cx="263812" cy="1088439"/>
          </a:xfrm>
          <a:prstGeom prst="rect">
            <a:avLst/>
          </a:prstGeom>
          <a:solidFill>
            <a:schemeClr val="accent6">
              <a:lumMod val="20000"/>
              <a:lumOff val="80000"/>
              <a:alpha val="9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E3EFD7-36A3-ACB0-641D-DF382A90C9BA}"/>
              </a:ext>
            </a:extLst>
          </p:cNvPr>
          <p:cNvSpPr/>
          <p:nvPr/>
        </p:nvSpPr>
        <p:spPr>
          <a:xfrm rot="5400000">
            <a:off x="9474326" y="5420071"/>
            <a:ext cx="263815" cy="1545600"/>
          </a:xfrm>
          <a:prstGeom prst="rect">
            <a:avLst/>
          </a:prstGeom>
          <a:solidFill>
            <a:srgbClr val="FFB5B3">
              <a:alpha val="9000"/>
            </a:srgbClr>
          </a:solidFill>
          <a:ln>
            <a:solidFill>
              <a:srgbClr val="FFB5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48DDE2-623A-715E-E01B-C0ECC0102C42}"/>
              </a:ext>
            </a:extLst>
          </p:cNvPr>
          <p:cNvSpPr/>
          <p:nvPr/>
        </p:nvSpPr>
        <p:spPr>
          <a:xfrm rot="5400000">
            <a:off x="6534567" y="4783576"/>
            <a:ext cx="291852" cy="3454472"/>
          </a:xfrm>
          <a:prstGeom prst="rect">
            <a:avLst/>
          </a:prstGeom>
          <a:solidFill>
            <a:srgbClr val="FFB5B3">
              <a:alpha val="9000"/>
            </a:srgbClr>
          </a:solidFill>
          <a:ln>
            <a:solidFill>
              <a:srgbClr val="FFB5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3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274"/>
    </mc:Choice>
    <mc:Fallback xmlns="">
      <p:transition spd="slow" advTm="115274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7885099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Handle the </a:t>
            </a:r>
            <a:r>
              <a:rPr lang="en-US" sz="4000" dirty="0" err="1"/>
              <a:t>SettingWithCopyWarning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4559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005"/>
    </mc:Choice>
    <mc:Fallback xmlns="">
      <p:transition spd="slow" advTm="66005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8D84-D9D2-90B6-13D7-6BF26967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8"/>
            <a:ext cx="10869248" cy="778558"/>
          </a:xfrm>
        </p:spPr>
        <p:txBody>
          <a:bodyPr>
            <a:normAutofit fontScale="90000"/>
          </a:bodyPr>
          <a:lstStyle/>
          <a:p>
            <a:r>
              <a:rPr lang="en-US" sz="4800" dirty="0" err="1"/>
              <a:t>SettingWithCopyWarning</a:t>
            </a:r>
            <a:r>
              <a:rPr lang="en-US" dirty="0"/>
              <a:t>; no </a:t>
            </a:r>
            <a:r>
              <a:rPr lang="en-US" sz="4800" dirty="0"/>
              <a:t>Corruption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3D0196-784B-C39A-8D6F-1650062F5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65" y="1330036"/>
            <a:ext cx="11680614" cy="51973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DE864D-CEF4-99AF-585B-5DF174A205DE}"/>
              </a:ext>
            </a:extLst>
          </p:cNvPr>
          <p:cNvSpPr/>
          <p:nvPr/>
        </p:nvSpPr>
        <p:spPr>
          <a:xfrm rot="5400000">
            <a:off x="1702821" y="5679972"/>
            <a:ext cx="561353" cy="1085954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3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7957"/>
    </mc:Choice>
    <mc:Fallback xmlns="">
      <p:transition spd="slow" advTm="327957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8D84-D9D2-90B6-13D7-6BF26967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77" y="684267"/>
            <a:ext cx="10869248" cy="778558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chemeClr val="accent1"/>
                </a:solidFill>
              </a:rPr>
              <a:t>Fixing</a:t>
            </a:r>
            <a:r>
              <a:rPr lang="en-US" sz="4800" dirty="0"/>
              <a:t> </a:t>
            </a:r>
            <a:r>
              <a:rPr lang="en-US" sz="4800" dirty="0" err="1"/>
              <a:t>SettingWithCopyWarning</a:t>
            </a:r>
            <a:r>
              <a:rPr lang="en-US" dirty="0"/>
              <a:t>; </a:t>
            </a:r>
            <a:br>
              <a:rPr lang="en-US" dirty="0"/>
            </a:br>
            <a:r>
              <a:rPr lang="en-US" dirty="0"/>
              <a:t>no </a:t>
            </a:r>
            <a:r>
              <a:rPr lang="en-US" sz="4800" dirty="0"/>
              <a:t>Corruption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A8191C-E776-401A-401E-DE1356672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14" y="2120253"/>
            <a:ext cx="5483986" cy="391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68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410"/>
    </mc:Choice>
    <mc:Fallback xmlns="">
      <p:transition spd="slow" advTm="9441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8D84-D9D2-90B6-13D7-6BF26967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8"/>
            <a:ext cx="10869248" cy="778558"/>
          </a:xfrm>
        </p:spPr>
        <p:txBody>
          <a:bodyPr>
            <a:normAutofit fontScale="90000"/>
          </a:bodyPr>
          <a:lstStyle/>
          <a:p>
            <a:r>
              <a:rPr lang="en-US" sz="4800" dirty="0" err="1"/>
              <a:t>SettingWithCopyWarning</a:t>
            </a:r>
            <a:r>
              <a:rPr lang="en-US" dirty="0"/>
              <a:t>; with </a:t>
            </a:r>
            <a:r>
              <a:rPr lang="en-US" sz="4800" dirty="0"/>
              <a:t>Corruption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54E7C-94DE-A988-E814-3B2F8E0A0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52" y="1356461"/>
            <a:ext cx="11384302" cy="50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4B15CE-7673-AF64-61BB-D27DA1648B83}"/>
              </a:ext>
            </a:extLst>
          </p:cNvPr>
          <p:cNvSpPr/>
          <p:nvPr/>
        </p:nvSpPr>
        <p:spPr>
          <a:xfrm rot="5400000">
            <a:off x="2142144" y="5882802"/>
            <a:ext cx="591481" cy="468265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5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8981"/>
    </mc:Choice>
    <mc:Fallback xmlns="">
      <p:transition spd="slow" advTm="18898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8D84-D9D2-90B6-13D7-6BF26967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1" y="755841"/>
            <a:ext cx="11568903" cy="77855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F</a:t>
            </a:r>
            <a:r>
              <a:rPr lang="en-US" sz="4800" dirty="0">
                <a:solidFill>
                  <a:schemeClr val="accent1"/>
                </a:solidFill>
              </a:rPr>
              <a:t>ixing</a:t>
            </a:r>
            <a:r>
              <a:rPr lang="en-US" sz="4800" dirty="0"/>
              <a:t> </a:t>
            </a:r>
            <a:r>
              <a:rPr lang="en-US" sz="4800" dirty="0" err="1"/>
              <a:t>SettingWithCopyWarning</a:t>
            </a:r>
            <a:r>
              <a:rPr lang="en-US" sz="4800" dirty="0"/>
              <a:t>; </a:t>
            </a:r>
            <a:br>
              <a:rPr lang="en-US" sz="4800" dirty="0"/>
            </a:br>
            <a:r>
              <a:rPr lang="en-US" sz="4800" dirty="0"/>
              <a:t>with Corruption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1FD496-80CD-0D80-87B1-150D231B0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16" y="1595659"/>
            <a:ext cx="6413500" cy="48641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3D2DB3-8348-510C-E178-0CCC67A8BDAB}"/>
              </a:ext>
            </a:extLst>
          </p:cNvPr>
          <p:cNvSpPr/>
          <p:nvPr/>
        </p:nvSpPr>
        <p:spPr>
          <a:xfrm rot="5400000">
            <a:off x="2254356" y="5457405"/>
            <a:ext cx="663798" cy="1218390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61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22"/>
    </mc:Choice>
    <mc:Fallback xmlns="">
      <p:transition spd="slow" advTm="73322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1DA3A-2454-1C28-0468-45221DB7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1" y="302097"/>
            <a:ext cx="11457077" cy="1205491"/>
          </a:xfrm>
        </p:spPr>
        <p:txBody>
          <a:bodyPr>
            <a:normAutofit fontScale="90000"/>
          </a:bodyPr>
          <a:lstStyle/>
          <a:p>
            <a:r>
              <a:rPr lang="en-US" dirty="0"/>
              <a:t>Data Corruption </a:t>
            </a:r>
            <a:br>
              <a:rPr lang="en-US" dirty="0"/>
            </a:br>
            <a:r>
              <a:rPr lang="en-US" dirty="0"/>
              <a:t>with no </a:t>
            </a:r>
            <a:r>
              <a:rPr lang="en-US" sz="4800" dirty="0" err="1"/>
              <a:t>SettingWithCopyWarning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462D96-56C6-8DCF-838C-7EF3810EB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9" y="1958028"/>
            <a:ext cx="7772400" cy="40958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3E2CD3-E69E-0260-777B-005C3F33A7E4}"/>
              </a:ext>
            </a:extLst>
          </p:cNvPr>
          <p:cNvSpPr/>
          <p:nvPr/>
        </p:nvSpPr>
        <p:spPr>
          <a:xfrm rot="5400000">
            <a:off x="2148322" y="5446280"/>
            <a:ext cx="618254" cy="571499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7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421"/>
    </mc:Choice>
    <mc:Fallback xmlns="">
      <p:transition spd="slow" advTm="11842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1DA3A-2454-1C28-0468-45221DB7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1" y="302097"/>
            <a:ext cx="11457077" cy="1205491"/>
          </a:xfrm>
        </p:spPr>
        <p:txBody>
          <a:bodyPr>
            <a:normAutofit fontScale="90000"/>
          </a:bodyPr>
          <a:lstStyle/>
          <a:p>
            <a:r>
              <a:rPr lang="en-US" dirty="0"/>
              <a:t>Fixing Data Corruption </a:t>
            </a:r>
            <a:br>
              <a:rPr lang="en-US" dirty="0"/>
            </a:br>
            <a:r>
              <a:rPr lang="en-US" dirty="0"/>
              <a:t>with no </a:t>
            </a:r>
            <a:r>
              <a:rPr lang="en-US" sz="4800" dirty="0" err="1"/>
              <a:t>SettingWithCopyWarning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06952-DA0A-126E-D78F-33A3212D6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1904319"/>
            <a:ext cx="9283700" cy="434146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36EEE1-5CD2-3B9E-F533-E0B4162571D6}"/>
              </a:ext>
            </a:extLst>
          </p:cNvPr>
          <p:cNvSpPr/>
          <p:nvPr/>
        </p:nvSpPr>
        <p:spPr>
          <a:xfrm rot="5400000">
            <a:off x="2066529" y="5317406"/>
            <a:ext cx="616396" cy="1138755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41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68"/>
    </mc:Choice>
    <mc:Fallback xmlns="">
      <p:transition spd="slow" advTm="13568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3F5F-2B13-28BD-3ECD-8AB6AFE2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AA102-EDE6-9B55-37B7-018D15104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science from scratch: first principles with Python, Joel Grus, O'Reilly Media,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for Data Analysis: Data Wrangling with Pandas, NumPy, and </a:t>
            </a:r>
            <a:r>
              <a:rPr lang="en-US" dirty="0" err="1"/>
              <a:t>IPython</a:t>
            </a:r>
            <a:r>
              <a:rPr lang="en-US" dirty="0"/>
              <a:t>, Wes McKinney, O'Reilly Media, 3rd edition, 2022.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Data Science Handbook: Essential Tools for Working with Data, Jake </a:t>
            </a:r>
            <a:r>
              <a:rPr lang="en-US" dirty="0" err="1"/>
              <a:t>Vanderplas</a:t>
            </a:r>
            <a:r>
              <a:rPr lang="en-US" dirty="0"/>
              <a:t>, O'Reilly Media, 2022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Murach’s</a:t>
            </a:r>
            <a:r>
              <a:rPr lang="en-US" dirty="0"/>
              <a:t> Python for Data Analysis, Scott McCoy, Mike </a:t>
            </a:r>
            <a:r>
              <a:rPr lang="en-US" dirty="0" err="1"/>
              <a:t>Murach</a:t>
            </a:r>
            <a:r>
              <a:rPr lang="en-US" dirty="0"/>
              <a:t> &amp; Associates, Incorporated,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 to Python for Computer Science and Data Science: Learning to Program with AI, Big Data and The Cloud, Paul </a:t>
            </a:r>
            <a:r>
              <a:rPr lang="en-US" dirty="0" err="1"/>
              <a:t>Deitel</a:t>
            </a:r>
            <a:r>
              <a:rPr lang="en-US" dirty="0"/>
              <a:t>, Pearson Education Limited,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ChatGPT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3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3087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90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Free Meeting Modern photo and picture">
            <a:extLst>
              <a:ext uri="{FF2B5EF4-FFF2-40B4-BE49-F238E27FC236}">
                <a16:creationId xmlns:a16="http://schemas.microsoft.com/office/drawing/2014/main" id="{76FBD399-7BE7-EC10-DA33-19A99166B2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32" b="7668"/>
          <a:stretch/>
        </p:blipFill>
        <p:spPr bwMode="auto">
          <a:xfrm>
            <a:off x="20" y="10"/>
            <a:ext cx="12191979" cy="6857988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2" name="Rectangle 3091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1879D-F756-F7EC-BF8D-7396BD0C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4850597"/>
            <a:ext cx="5741086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End of lecture …</a:t>
            </a:r>
          </a:p>
        </p:txBody>
      </p:sp>
    </p:spTree>
    <p:extLst>
      <p:ext uri="{BB962C8B-B14F-4D97-AF65-F5344CB8AC3E}">
        <p14:creationId xmlns:p14="http://schemas.microsoft.com/office/powerpoint/2010/main" val="363912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4"/>
    </mc:Choice>
    <mc:Fallback xmlns="">
      <p:transition spd="slow" advTm="3904"/>
    </mc:Fallback>
  </mc:AlternateContent>
</p:sld>
</file>

<file path=ppt/theme/theme1.xml><?xml version="1.0" encoding="utf-8"?>
<a:theme xmlns:a="http://schemas.openxmlformats.org/drawingml/2006/main" name="MatrixVTI">
  <a:themeElements>
    <a:clrScheme name="AnalogousFromDarkSeedLeftStep">
      <a:dk1>
        <a:srgbClr val="000000"/>
      </a:dk1>
      <a:lt1>
        <a:srgbClr val="FFFFFF"/>
      </a:lt1>
      <a:dk2>
        <a:srgbClr val="2F1B2F"/>
      </a:dk2>
      <a:lt2>
        <a:srgbClr val="F0F3F2"/>
      </a:lt2>
      <a:accent1>
        <a:srgbClr val="E72989"/>
      </a:accent1>
      <a:accent2>
        <a:srgbClr val="D517C6"/>
      </a:accent2>
      <a:accent3>
        <a:srgbClr val="A629E7"/>
      </a:accent3>
      <a:accent4>
        <a:srgbClr val="542AD8"/>
      </a:accent4>
      <a:accent5>
        <a:srgbClr val="294AE7"/>
      </a:accent5>
      <a:accent6>
        <a:srgbClr val="1787D5"/>
      </a:accent6>
      <a:hlink>
        <a:srgbClr val="3F40BF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{92A7E645-25A4-9944-AA59-369BA7A7B2F7}tf10001070</Template>
  <TotalTime>24988</TotalTime>
  <Words>534</Words>
  <Application>Microsoft Office PowerPoint</Application>
  <PresentationFormat>Widescreen</PresentationFormat>
  <Paragraphs>75</Paragraphs>
  <Slides>41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Avenir Next LT Pro</vt:lpstr>
      <vt:lpstr>Bahnschrift</vt:lpstr>
      <vt:lpstr>Calibri</vt:lpstr>
      <vt:lpstr>Cambria</vt:lpstr>
      <vt:lpstr>Times New Roman</vt:lpstr>
      <vt:lpstr>MatrixVTI</vt:lpstr>
      <vt:lpstr>Preparing the Data</vt:lpstr>
      <vt:lpstr>Objectives</vt:lpstr>
      <vt:lpstr>What is Data Preparation?</vt:lpstr>
      <vt:lpstr>How to Add and Modify Columns</vt:lpstr>
      <vt:lpstr>Working with the DateTime Columns</vt:lpstr>
      <vt:lpstr>Working with the DateTime Columns (Cont.)</vt:lpstr>
      <vt:lpstr>Working with String and Numeric Columns</vt:lpstr>
      <vt:lpstr>Working with String and Numeric Columns (Cont.)</vt:lpstr>
      <vt:lpstr>Working with String and Numeric Columns (Cont.)</vt:lpstr>
      <vt:lpstr>Adding a Summary Column</vt:lpstr>
      <vt:lpstr>How to Apply Functions &amp; Lambda Expressions</vt:lpstr>
      <vt:lpstr>Applying Functions to Columns</vt:lpstr>
      <vt:lpstr>Applying Functions to Columns (Cont.)</vt:lpstr>
      <vt:lpstr>Applying Functions to Rows</vt:lpstr>
      <vt:lpstr>Applying User-Defined Functions</vt:lpstr>
      <vt:lpstr>Applying User-Defined Functions (Cont.)</vt:lpstr>
      <vt:lpstr>Lambda Expressions</vt:lpstr>
      <vt:lpstr>Lambda Expressions (Cont.)</vt:lpstr>
      <vt:lpstr>Lambda Expressions (Cont.)</vt:lpstr>
      <vt:lpstr>How to Work with Indexes</vt:lpstr>
      <vt:lpstr>Setting a Column as the Index</vt:lpstr>
      <vt:lpstr>Setting Multiple Columns as the Index</vt:lpstr>
      <vt:lpstr>Resetting  the Index</vt:lpstr>
      <vt:lpstr>Unstacking Indexed Data</vt:lpstr>
      <vt:lpstr>Unstacking Indexed Data (Cont.)</vt:lpstr>
      <vt:lpstr>How to Combine DataFrames</vt:lpstr>
      <vt:lpstr>Concatenating DataFrames </vt:lpstr>
      <vt:lpstr>Concatenating DataFrames</vt:lpstr>
      <vt:lpstr>Inner-Join DataFrames </vt:lpstr>
      <vt:lpstr>Left-Join DataFrames </vt:lpstr>
      <vt:lpstr>Left-Merge DataFrames </vt:lpstr>
      <vt:lpstr>Outer-Join DataFrames </vt:lpstr>
      <vt:lpstr>How to Handle the SettingWithCopyWarning</vt:lpstr>
      <vt:lpstr>SettingWithCopyWarning; no Corruption</vt:lpstr>
      <vt:lpstr>Fixing SettingWithCopyWarning;  no Corruption</vt:lpstr>
      <vt:lpstr>SettingWithCopyWarning; with Corruption</vt:lpstr>
      <vt:lpstr>Fixing SettingWithCopyWarning;  with Corruption</vt:lpstr>
      <vt:lpstr>Data Corruption  with no SettingWithCopyWarning</vt:lpstr>
      <vt:lpstr>Fixing Data Corruption  with no SettingWithCopyWarning</vt:lpstr>
      <vt:lpstr>References</vt:lpstr>
      <vt:lpstr>End of lecture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Science</dc:title>
  <dc:creator>Davoud Mougouei</dc:creator>
  <cp:lastModifiedBy>Fatima Ansarizadeh</cp:lastModifiedBy>
  <cp:revision>917</cp:revision>
  <dcterms:created xsi:type="dcterms:W3CDTF">2023-02-28T21:57:24Z</dcterms:created>
  <dcterms:modified xsi:type="dcterms:W3CDTF">2026-08-16T21:56:32Z</dcterms:modified>
</cp:coreProperties>
</file>